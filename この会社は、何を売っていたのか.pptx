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最初の一枚。挨拶のあと、何も言わずに出すこと。読み上げてから——まず、この問いだけ置かせてください。今日は三つの会社の話をしますが、全部この問いに戻ってきます。</a:t>
            </a:r>
          </a:p>
          <a:p>
            <a:r>
              <a:rPr lang="ja-JP" altLang="en-US" dirty="0"/>
              <a:t>答えは今は言いません。最後のスライドで、まったく同じ形でもう一度出てきます。そのとき皆さんの中の答えが変わっていたら、今日の25分は成功です。</a:t>
            </a:r>
          </a:p>
          <a:p>
            <a:r>
              <a:rPr lang="ja-JP" altLang="en-US" dirty="0"/>
              <a:t>読み上げたら、五秒黙ってから次へ。ここは急がない。</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1</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最初に、この話がどこから来たかを言っておきます。一冊の本です。ダグラス・ホルトの『ブランドが神話になる日』。欧米のブランド論では定番ですが、日本ではあまり読まれていません。</a:t>
            </a:r>
          </a:p>
          <a:p>
            <a:r>
              <a:rPr lang="ja-JP" altLang="en-US" dirty="0"/>
              <a:t>一行にすると、面のとおりです。強いブランドは、社会の建前と人々の実感のズレを埋める物語を提供している。</a:t>
            </a:r>
          </a:p>
          <a:p>
            <a:r>
              <a:rPr lang="ja-JP" altLang="en-US" dirty="0"/>
              <a:t>これを読んでから、ゲーム会社のニュースが違って見えるようになりました。売れた理由は、たいてい「作品が良かったから」で片付けられます。この本の目で見ると、そうではなかった。</a:t>
            </a:r>
          </a:p>
          <a:p>
            <a:r>
              <a:rPr lang="ja-JP" altLang="en-US" dirty="0"/>
              <a:t>今日はそれを、三つの会社で試します。1983年のアメリカ、2020年のポーランド、2020年の中国。一つ目は、あえて本の外から入ります。効く所を見る前に、効かない所を見ておきます。</a:t>
            </a:r>
          </a:p>
          <a:p>
            <a:r>
              <a:rPr lang="ja-JP" altLang="en-US" dirty="0"/>
              <a:t>二つ目と三つ目は同じ2020年です。並びは今日話す順であって、時間の縮尺ではありません。気づいた人がいたら「順番は話の順です」と一言で流す。ここで比較を始めない。</a:t>
            </a:r>
          </a:p>
          <a:p>
            <a:r>
              <a:rPr lang="ja-JP" altLang="en-US" dirty="0"/>
              <a:t>三つ目だけ、線を右端で切らずに破線のままにして、年号の色も変えてあります。まだ終わっていない話だからです。</a:t>
            </a:r>
          </a:p>
          <a:p>
            <a:r>
              <a:rPr lang="ja-JP" altLang="en-US" dirty="0"/>
              <a:t>［参考］主張の一行は S15 の 01 と 02 をつないだもので、言い回しを揃えてあります。ここで一度耳に入れておくと、S15 で四つを出したとき「冒頭のあれだ」と繋がる。ここでは四つ全部は言わない。</a:t>
            </a:r>
          </a:p>
          <a:p>
            <a:r>
              <a:rPr lang="ja-JP" altLang="en-US" dirty="0"/>
              <a:t>ここは1分強。本を指して一行を読み、三社の地図を配ったら抜ける。会社名はまだ出さない。</a:t>
            </a:r>
          </a:p>
          <a:p>
            <a:r>
              <a:rPr lang="ja-JP" altLang="en-US" dirty="0"/>
              <a:t>［TODO］読んだのが原著か邦訳（古書）か、聞かれたら一言で答えられるようにしておく。邦訳は絶版なので必ず聞かれる</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2</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前提を一つだけ入れます。1970年代の後半、アメリカで家庭用ゲーム機が大流行しました。最大手がアタリです。</a:t>
            </a:r>
          </a:p>
          <a:p>
            <a:r>
              <a:rPr lang="ja-JP" altLang="en-US" dirty="0"/>
              <a:t>1983年、その市場が突然崩れます。起きたことははっきりしていて、売れる数をはるかに超えてソフトが作られ、30ドルのものが10ドル以下で投げ売りされ、返品を引き取れないメーカーが倒れて、損を小売がかぶりました。</a:t>
            </a:r>
          </a:p>
          <a:p>
            <a:r>
              <a:rPr lang="ja-JP" altLang="en-US" dirty="0"/>
              <a:t>日本語では「アタリショック」と言いますが、これは和製語です。英語の資料を当たるときは video game crash of 1983 で探してください。</a:t>
            </a:r>
          </a:p>
          <a:p>
            <a:r>
              <a:rPr lang="ja-JP" altLang="en-US" dirty="0"/>
              <a:t>［参考］そして同じ年、日本ではもう一つ別のことが起きています。それは次の一枚で。ここでは言わないこと。</a:t>
            </a:r>
          </a:p>
          <a:p>
            <a:r>
              <a:rPr lang="ja-JP" altLang="en-US" dirty="0"/>
              <a:t>［参考］1983年に一言添えるかは当日判断。市場が死んだ話の直後なので、添えるならこの枚ではなく次の「生まれた」側にすること。添えるとしても一文で流し、深追いしない。面には書かない。</a:t>
            </a:r>
          </a:p>
          <a:p>
            <a:r>
              <a:rPr lang="ja-JP" altLang="en-US" dirty="0"/>
              <a:t>主因は一つではありません。安いホームコンピュータへの需要流出も大きい。今日の話に効くのは「小売が在庫で焼かれた」という一点なので、そこだけ強調します。面で色が付いているのもその一語です。</a:t>
            </a:r>
          </a:p>
          <a:p>
            <a:r>
              <a:rPr lang="ja-JP" altLang="en-US" dirty="0"/>
              <a:t>［参考］注意｜「クソゲーが溢れて客が離れた」という説明は有名ですが、当時の市場データから確かめられた話ではありません。この枠組みを広めたのは任天堂自身（1986年以降）で、自社のライセンス管理を正当化する説明でもあります。使うなら「そう言われている」と付ける。断定しないこと。</a:t>
            </a:r>
          </a:p>
          <a:p>
            <a:r>
              <a:rPr lang="ja-JP" altLang="en-US" dirty="0"/>
              <a:t>［参考］崩壊の規模としてよく出る「32億ドル→1億ドル」は、たどると出所不明の孫引きに行き着きます。1億ドルの方は任天堂が1987年から配った図が元です。数字を出すなら「3年で9割減という規模感」までにとどめ、両端の数字は言わないこと。</a:t>
            </a:r>
          </a:p>
          <a:p>
            <a:r>
              <a:rPr lang="ja-JP" altLang="en-US" dirty="0"/>
              <a:t>1983年から85年まで、北米の市場は回復していません。だから任天堂は、回復した市場に入ったのではなく、死んだままの市場に入っています。</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3</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同じ年です。ここが今日の話の蝶番になります。</a:t>
            </a:r>
          </a:p>
          <a:p>
            <a:r>
              <a:rPr lang="ja-JP" altLang="en-US" dirty="0"/>
              <a:t>アメリカでは、ゲーム機の市場が死にました。同じ年に、日本ではファミリーコンピュータが生まれています。</a:t>
            </a:r>
          </a:p>
          <a:p>
            <a:r>
              <a:rPr lang="ja-JP" altLang="en-US" dirty="0"/>
              <a:t>片方で市場が終わって、もう片方で次の主役が始まった。一つ目の話は、この年から動きます。</a:t>
            </a:r>
          </a:p>
          <a:p>
            <a:r>
              <a:rPr lang="ja-JP" altLang="en-US" dirty="0"/>
              <a:t>二行を順に読んで、一拍おいてから次へ。ここは足すことがありません。急がない。</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4</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任天堂の話に入る前に、そのとき市場がどうなっていたかだけ言っておきます。</a:t>
            </a:r>
          </a:p>
          <a:p>
            <a:r>
              <a:rPr lang="ja-JP" altLang="en-US" dirty="0"/>
              <a:t>アメリカの小売店は、ゲーム機という商品をもう置きたくありませんでした。任天堂が1985年に入ろうとしたのは、この市場です。</a:t>
            </a:r>
          </a:p>
          <a:p>
            <a:r>
              <a:rPr lang="ja-JP" altLang="en-US" dirty="0"/>
              <a:t>つまり、良い製品を作れば売れる、という状況ではなかった。そもそも店に置いてもらえない。任天堂の話は、ここから始まります。「棚」という言葉はここではまだ使わないこと——二枚あとで、これとは違う意味の語として定義します。</a:t>
            </a:r>
          </a:p>
          <a:p>
            <a:r>
              <a:rPr lang="ja-JP" altLang="en-US" dirty="0"/>
              <a:t>最後の一行だけ読み上げて、一拍おいてから次へ。ここは急がない。</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5</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任天堂がやったことは、一言でいうと、ゲーム機として売るのをやめた、です。当時の北米の小売にとって「ゲーム機」は、焦げ付いた在庫の記憶そのものでした。</a:t>
            </a:r>
          </a:p>
          <a:p>
            <a:r>
              <a:rPr lang="ja-JP" altLang="en-US" dirty="0"/>
              <a:t>表の左が実際にやったこと、右がその狙いです。名前、見た目、同梱物、置き場所。四つとも、中身の話をしていません。</a:t>
            </a:r>
          </a:p>
          <a:p>
            <a:r>
              <a:rPr lang="ja-JP" altLang="en-US" dirty="0"/>
              <a:t>この表は1行ずつ出します。キーを4回叩くと、上から順に立ち上がります。一行出すごとに読んでから、次を出してください。先に全部見せない。</a:t>
            </a:r>
          </a:p>
          <a:p>
            <a:r>
              <a:rPr lang="ja-JP" altLang="en-US" dirty="0"/>
              <a:t>一番効いたのは最後の行だと思っています。玩具店に置くと、比べられる相手が、他のゲーム機ではなく玩具になる。同じ製品でも、隣に何が並ぶかで意味が変わります。</a:t>
            </a:r>
          </a:p>
          <a:p>
            <a:r>
              <a:rPr lang="ja-JP" altLang="en-US" dirty="0"/>
              <a:t>一行目は裏が取れています。営業責任者本人が「これがゲーム機だとは一切言えなかった」と証言しています。1983年のあとアメリカで video game は禁句でした。Control Deck、Game Pak という商品名もその流れです。</a:t>
            </a:r>
          </a:p>
          <a:p>
            <a:r>
              <a:rPr lang="ja-JP" altLang="en-US" dirty="0"/>
              <a:t>ここは急がない。四行を順に指しながら読むだけで十分です。読み終えたら、そのまま次の一枚へ。締めの一行は次で言います。</a:t>
            </a:r>
          </a:p>
          <a:p>
            <a:r>
              <a:rPr lang="ja-JP" altLang="en-US" dirty="0"/>
              <a:t>［参考］右の列は面では「狙い」と書いていますが、中身は任天堂自身が語った理由と、こちらが結果から読み取った効果が混ざっています。聞かれたら「社内資料を見たわけではなく、起きたことからの整理です」と答える。</a:t>
            </a:r>
          </a:p>
          <a:p>
            <a:r>
              <a:rPr lang="ja-JP" altLang="en-US" dirty="0"/>
              <a:t>［参考］「置きたくない相手が、なぜ置いたのか」と来た場合。よく言われる「90日の買い取り保証を出した」は、たどると出所がありません。実際に交渉した任天堂アメリカの営業責任者（Bruce Lowry）本人は「正式な取り決めではない。ただ、見捨てないと伝えた」と語っています。ここは盛らずに、そのまま言うこと。買い取り保証があった、とは言わない。</a:t>
            </a:r>
          </a:p>
          <a:p>
            <a:r>
              <a:rPr lang="ja-JP" altLang="en-US" dirty="0"/>
              <a:t>［参考］置けた理由として確かなのは販路です。トイザらスと FAO シュワルツという玩具の大手を最初に押さえ、翌年からは玩具会社（Worlds of Wonder）を販売代理に使っています。テディ・ラクスピンやレーザータグを持っている営業が一緒に持ち込んだ、ということです。</a:t>
            </a:r>
          </a:p>
          <a:p>
            <a:r>
              <a:rPr lang="ja-JP" altLang="en-US" dirty="0"/>
              <a:t>［TODO］価格を出すかは要判断（139.99ドル説が最有力だが諸説あり）</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6</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ここが一つ目の山です。読んだら黙る。</a:t>
            </a:r>
          </a:p>
          <a:p>
            <a:r>
              <a:rPr lang="ja-JP" altLang="en-US" dirty="0"/>
              <a:t>任天堂は製品を作り直していません。変わったのは、隣に何が並ぶか。それだけです。</a:t>
            </a:r>
          </a:p>
          <a:p>
            <a:r>
              <a:rPr lang="ja-JP" altLang="en-US" dirty="0"/>
              <a:t>下の一行は、言葉の定義です。この「誰と並べられるか」を、今日は棚と呼びます。このあと三社ぶん、ずっとこの言葉で通します。ここで一度だけ言って、以降は説明しない。</a:t>
            </a:r>
          </a:p>
          <a:p>
            <a:r>
              <a:rPr lang="ja-JP" altLang="en-US" dirty="0"/>
              <a:t>読み上げたら、五秒黙ってください。ここで足すことは何もありません。次の一枚から、もう一つの仕掛けの話に入ります。</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7</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仕掛けはもう一つあります。本体は安く売って、利益はソフトで回収する。プリンターとインク、いまのサブスクリプションと同じ形です。</a:t>
            </a:r>
          </a:p>
          <a:p>
            <a:r>
              <a:rPr lang="ja-JP" altLang="en-US" dirty="0"/>
              <a:t>大事なのは、この形にすると売っているものが変わることです。機械を一度売って終わりではなく、遊びが更新され続ける状態を売っていることになる。</a:t>
            </a:r>
          </a:p>
          <a:p>
            <a:r>
              <a:rPr lang="ja-JP" altLang="en-US" dirty="0"/>
              <a:t>買った人の側から見ると、箱を買ったのではなく、これから増えていく何かを買ったことになります。棚に何として並ぶか、という話とここで繋がります。</a:t>
            </a:r>
          </a:p>
          <a:p>
            <a:r>
              <a:rPr lang="ja-JP" altLang="en-US" dirty="0"/>
              <a:t>時間が押していたら、この一枚は飛ばして構いません。前後は繋がります。</a:t>
            </a:r>
          </a:p>
          <a:p>
            <a:r>
              <a:rPr lang="ja-JP" altLang="en-US" dirty="0"/>
              <a:t>［参考］原価割れで売っていたという意味ではありません。値付けの重心が本体側ではなくソフト側にある、という「形」の話です。そう聞かれたらそう答える。</a:t>
            </a:r>
          </a:p>
          <a:p>
            <a:r>
              <a:rPr lang="ja-JP" altLang="en-US" dirty="0"/>
              <a:t>［参考］価格を聞かれた場合。当時の新聞に載っているのは1985年の Deluxe Set の179.99ドルだけで、ネット上でよく見る199ドル・249ドルなどは出所がありません。「一つに決まらないので出していません」と答えるのが正確。</a:t>
            </a:r>
          </a:p>
          <a:p>
            <a:r>
              <a:rPr lang="ja-JP" altLang="en-US" dirty="0"/>
              <a:t>［TODO］価格を面に出すかは要判断。出すなら179.99ドルだけ</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8</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冒頭で言ったとおり、ホルトの本では任天堂は説明できません。任天堂は物語を変えていないからです。変えたのは棚でした。だからここは、もっと古い理論を補助線として一本だけ借ります。レビットの「マーケティング近視眼」です。</a:t>
            </a:r>
          </a:p>
          <a:p>
            <a:r>
              <a:rPr lang="ja-JP" altLang="en-US" dirty="0"/>
              <a:t>アメリカの鉄道会社は、自動車や飛行機に負けたのではありません。自分の商売を「鉄道業」だと定義していた。だから、そこから出られなかった。</a:t>
            </a:r>
          </a:p>
          <a:p>
            <a:r>
              <a:rPr lang="ja-JP" altLang="en-US" dirty="0"/>
              <a:t>この理論は、たいていここまでで紹介されます。でも、そこで止めるのは危ないと思っています。だから同じ一枚の中で、自分で崩します。</a:t>
            </a:r>
          </a:p>
          <a:p>
            <a:r>
              <a:rPr lang="ja-JP" altLang="en-US" dirty="0"/>
              <a:t>「うちは輸送業だ」と言って航空会社を買っていたら、もっと早く潰れていました。定義を広げれば強くなる、という話ではないんです。</a:t>
            </a:r>
          </a:p>
          <a:p>
            <a:r>
              <a:rPr lang="ja-JP" altLang="en-US" dirty="0"/>
              <a:t>下の一行だけ、持って帰ってください。読み上げて、一拍おいてから次へ。</a:t>
            </a:r>
          </a:p>
          <a:p>
            <a:r>
              <a:rPr lang="ja-JP" altLang="en-US" dirty="0"/>
              <a:t>この史実の読み方自体にも反論があります。事実としてではなく、レビットという人の主張として紹介している、と最初に言っておく。そうしておけば批判が来ても議論の外に置けます。</a:t>
            </a:r>
          </a:p>
          <a:p>
            <a:r>
              <a:rPr lang="ja-JP" altLang="en-US" dirty="0"/>
              <a:t>［参考］原典は1960年の論文で、単行本ではありません。読みたいと言われたら面の下の一行を指す。『マーケティングの教科書』（ダイヤモンド社, 2017）の第3章がこれで、1,980円。全論文を読むなら『T.レビット マーケティング論』（同社, 2007）が5,280円ですが、この一本だけなら前者で足ります。</a:t>
            </a:r>
          </a:p>
          <a:p>
            <a:r>
              <a:rPr lang="ja-JP" altLang="en-US" dirty="0"/>
              <a:t>［TODO］原文の引用を入れるかは初出を確認してから決める</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9</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ここで一区切りです。ここまでが、一つ目の話でした。</a:t>
            </a:r>
          </a:p>
          <a:p>
            <a:r>
              <a:rPr lang="ja-JP" altLang="en-US" dirty="0"/>
              <a:t>一つ目は、棚の話でした。商品そのものではなく、どこに並ぶかで結果が変わった。本の外の話です。二つ目は、ホルトの本にそのまま戻ります。</a:t>
            </a:r>
          </a:p>
          <a:p>
            <a:r>
              <a:rPr lang="ja-JP" altLang="en-US" dirty="0"/>
              <a:t>自分が何を作っているかは、完璧に分かっていた会社です。それでも崩れました。社名はここでは出さずに、次の一枚から入ります。</a:t>
            </a:r>
          </a:p>
          <a:p>
            <a:r>
              <a:rPr lang="ja-JP" altLang="en-US" dirty="0"/>
              <a:t>形は最初の一枚と似ていますが、これは問いではありません。息継ぎです。読んだら、間を取ってから進む。</a:t>
            </a:r>
          </a:p>
          <a:p>
            <a:r>
              <a:rPr lang="ja-JP" altLang="en-US" dirty="0"/>
              <a:t>［時間］通過の目安｜ここで 9分。押していたら、次の枚（前提）の説明を削る。</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10</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ここからは、ポーランドの会社の話です。八年半かけて一本のゲームを作りました。発売の前日までに、予約が800万本を超えています。会社が適時開示で出した数字です。</a:t>
            </a:r>
          </a:p>
          <a:p>
            <a:r>
              <a:rPr lang="ja-JP" altLang="en-US" dirty="0"/>
              <a:t>もう一つ、こちらの方が効きます。デジタルの予約分のロイヤリティだけで、開発費とマーケティング費の合計を上回った、と会社が公表しています。発売日を迎える前に、予約だけで元が取れる計算になっていた。——ここまで来てから崩れる、という話です。</a:t>
            </a:r>
          </a:p>
          <a:p>
            <a:r>
              <a:rPr lang="ja-JP" altLang="en-US" dirty="0"/>
              <a:t>［参考］「レビューが出る前に元を取っていた」とは言わないこと。海外レビューの解禁は2020年12月7日、発売は12月10日、800万本の開示は12月11日。予約の数字は発売時点までのもの。</a:t>
            </a:r>
          </a:p>
          <a:p>
            <a:r>
              <a:rPr lang="ja-JP" altLang="en-US" dirty="0"/>
              <a:t>［参考］「史上最大」とは言わないこと。1位だと言っている出典はありません。800万本超という数字と、回収済みという事実だけで足ります。どちらも会社の開示です。</a:t>
            </a:r>
          </a:p>
          <a:p>
            <a:r>
              <a:rPr lang="ja-JP" altLang="en-US" dirty="0"/>
              <a:t>その前に、サイバーパンクというジャンルだけ説明させてください。ここを飛ばすと、このあと三枚ぜんぶ意味が分からなくなります。</a:t>
            </a:r>
          </a:p>
          <a:p>
            <a:r>
              <a:rPr lang="ja-JP" altLang="en-US" dirty="0"/>
              <a:t>技術はとんでもなく進んでいる。でも、そこで暮らしている人間はまったく幸せではない。その落差そのものを描くジャンルです。空飛ぶ車の下で、人が野垂れ死んでいる。そういう世界です。</a:t>
            </a:r>
          </a:p>
          <a:p>
            <a:r>
              <a:rPr lang="ja-JP" altLang="en-US" dirty="0"/>
              <a:t>この落差が、あとで効いてきます。覚えなくていいので、いまは聞くだけにしてください。アニメが何を供給したかの枚で、この一行に戻ってきます。</a:t>
            </a:r>
          </a:p>
          <a:p>
            <a:r>
              <a:rPr lang="ja-JP" altLang="en-US" dirty="0"/>
              <a:t>［参考］8年半は最初の公表（2012年5月）から発売（2020年12月）までです。「ティザーは2013年1月では」と言われたら、そちらの数え方なら約7年11か月。どちらで数えているかを先に言えば潰せます。「本格的な開発体制に入ったのはもっと後では」という指摘も正しいので、来たら素直に認める。</a:t>
            </a:r>
          </a:p>
          <a:p>
            <a:r>
              <a:rPr lang="ja-JP" altLang="en-US" dirty="0"/>
              <a:t>［TODO］期待の規模を一次ソースで確定</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11</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ここは事実だけ、淡々と読みます。発売しました。バグだらけでした。一つ前の世代の機種では、まともに動きませんでした。</a:t>
            </a:r>
          </a:p>
          <a:p>
            <a:r>
              <a:rPr lang="ja-JP" altLang="en-US" dirty="0"/>
              <a:t>そして、PlayStation のストアから、商品そのものが消えました。返金にも応じています。</a:t>
            </a:r>
          </a:p>
          <a:p>
            <a:r>
              <a:rPr lang="ja-JP" altLang="en-US" dirty="0"/>
              <a:t>ゲームを普段やらない方のために言い換えると、店の棚から自社製品が撤去された、という状態です。並べてもらえなくなった、ではなく、下ろされた。</a:t>
            </a:r>
          </a:p>
          <a:p>
            <a:r>
              <a:rPr lang="ja-JP" altLang="en-US" dirty="0"/>
              <a:t>読み終わったら一拍おいてください。ここで足すことは何もありません。</a:t>
            </a:r>
          </a:p>
          <a:p>
            <a:r>
              <a:rPr lang="ja-JP" altLang="en-US" dirty="0"/>
              <a:t>［参考］半年後の2021年6月に、ストアには復帰しています。ここが効くところです——棚は戻ったのに、数字は動きませんでした。動いたのは、その1年3か月あと、アニメの後です。「棚が戻ったから回復したのでは」と聞かれたら、この時間差だけで答えてください。棚が戻っても何も起きなかった、という事実がこちらにあります。</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12</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しばらく経って、Netflix でアニメが配信されます。日本の TRIGGER が作った、全十話の作品です。</a:t>
            </a:r>
          </a:p>
          <a:p>
            <a:r>
              <a:rPr lang="ja-JP" altLang="en-US" dirty="0"/>
              <a:t>大事なのはここです。これは、ゲームの宣伝ではありませんでした。ゲームを売るための番組ではなくて、独立した一本の作品として作られています。</a:t>
            </a:r>
          </a:p>
          <a:p>
            <a:r>
              <a:rPr lang="ja-JP" altLang="en-US" dirty="0"/>
              <a:t>作り手は、ゲームを買ってくださいとは一度も言っていません。あの世界で必死に生きて、そして壊れていく人間の話をしただけです。</a:t>
            </a:r>
          </a:p>
          <a:p>
            <a:r>
              <a:rPr lang="ja-JP" altLang="en-US" dirty="0"/>
              <a:t>そのあとで、プレイヤーが戻ってきました。何が効いて、何が効かなかったのかを、次のページで見ます。数字はこの枚では出しません。次の枚で、Steam の同時接続数だけを出します。</a:t>
            </a:r>
          </a:p>
          <a:p>
            <a:r>
              <a:rPr lang="ja-JP" altLang="en-US" dirty="0"/>
              <a:t>制作費は CD PROJEKT RED が出しています。宣伝ではない、というのは出資の話ではなく、作品の中で商品を一度も薦めていない、という意味です。ここは自分から先に言ってしまう。</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13</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今日いちばん言いたいのは、ここです。</a:t>
            </a:r>
          </a:p>
          <a:p>
            <a:r>
              <a:rPr lang="ja-JP" altLang="en-US" dirty="0"/>
              <a:t>直したのは技術です。パッチはずっと当て続けていました。上の段がそれです。でも、あの跳ね方はしなかった。跳ねたのは、アニメが配信されたあとです。</a:t>
            </a:r>
          </a:p>
          <a:p>
            <a:r>
              <a:rPr lang="ja-JP" altLang="en-US" dirty="0"/>
              <a:t>アニメが変えたのは、ゲームの性能ではありません。変わったのは、この世界がどう語られるかでした。</a:t>
            </a:r>
          </a:p>
          <a:p>
            <a:r>
              <a:rPr lang="ja-JP" altLang="en-US" dirty="0"/>
              <a:t>［参考］「ゲームは何も変わっていない」とは言わない。9月6日のパッチ1.6は Edgerunners Update という名前で、アニメに出てくる装備（ショットガン、ジャケット）や新しい依頼も入っている。聞かれたら認める。そのうえで時間差に戻す——このパッチは9月6日、曲線が折れたのはアニメ配信（9月13日）の後。</a:t>
            </a:r>
          </a:p>
          <a:p>
            <a:r>
              <a:rPr lang="ja-JP" altLang="en-US" dirty="0"/>
              <a:t>面には「新しい」と入れてあります。物語が無かったのではありません。発売前の八年半ぶんの期待、という物語はちゃんとありました。それが発売日に切れて、パッチでは戻らなかった。だから新しいものが要った。——この一語が、二枚あとのホルトの本の話にそのまま繋がります。</a:t>
            </a:r>
          </a:p>
          <a:p>
            <a:r>
              <a:rPr lang="ja-JP" altLang="en-US" dirty="0"/>
              <a:t>［参考］技術が要らなかったという話ではありません。技術は必要でした。ただ、それだけでは足りなかった、という話です。そう聞かれたらそう答える。</a:t>
            </a:r>
          </a:p>
          <a:p>
            <a:r>
              <a:rPr lang="ja-JP" altLang="en-US" dirty="0"/>
              <a:t>数字は Steam だけです。他機種は公開されていません。範囲は自分から先に言う。</a:t>
            </a:r>
          </a:p>
          <a:p>
            <a:r>
              <a:rPr lang="ja-JP" altLang="en-US" dirty="0"/>
              <a:t>先に白状しておきます。この2022年9月は、パッチも、拡張パックの発表も、セールも重なっています。アニメだけが原因だとは言えません。ただ、人が動き出したのはアニメの後でした。</a:t>
            </a:r>
          </a:p>
          <a:p>
            <a:r>
              <a:rPr lang="ja-JP" altLang="en-US" dirty="0"/>
              <a:t>［参考］交絡の中身｜三週間に四つ起きている。9月6日にパッチ1.6、同じ9月6日に拡張パック（Phantom Liberty）の発表、9月13日にアニメ配信、同月に Steam で半額のセール。切り分けの根拠は時間差だけ——パッチと発表は9月6日なのに、戻り始めたと報じられるのは9月16日以降、山は9月25日。曲線が折れているのはアニメの後。</a:t>
            </a:r>
          </a:p>
          <a:p>
            <a:r>
              <a:rPr lang="ja-JP" altLang="en-US" dirty="0"/>
              <a:t>［参考］押し込まれたときの答えは一つに決めておく——注目を作ったのはアニメ、それを購入に変えたのはパッチと値引き。「アニメだけで7倍になった」とは言わない。深掘りされたら附録 A1 へ。</a:t>
            </a:r>
          </a:p>
          <a:p>
            <a:r>
              <a:rPr lang="ja-JP" altLang="en-US" dirty="0"/>
              <a:t>結論を読んだら5秒待つ。図を指しながら喋らない。アニメが何を供給したのかは、次の一枚で話します。</a:t>
            </a:r>
          </a:p>
          <a:p>
            <a:r>
              <a:rPr lang="ja-JP" altLang="en-US" dirty="0"/>
              <a:t>［参考］図に触れられたときの言い方。2022年9月の月間ピーク（136,724）と、6–8月の月間ピーク平均（約1.9万）は確定値です。確定していないのは曲線の形とパッチの間隔で、そこは模式。「形は模式ですが、二つの数字は実数です」と分けて言うこと。</a:t>
            </a:r>
          </a:p>
          <a:p>
            <a:r>
              <a:rPr lang="ja-JP" altLang="en-US" dirty="0"/>
              <a:t>［TODO］セールの正確な期間が取れると、この図はもっと強くなる</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14</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アニメが供給したのは物語です。必死に努力して駆け上がって、そして壊れる話。頑張れば報われるという建前と、システムは人をすり潰すだけだという実感、その間の話です。</a:t>
            </a:r>
          </a:p>
          <a:p>
            <a:r>
              <a:rPr lang="ja-JP" altLang="en-US" dirty="0"/>
              <a:t>この「建前 / 実感」のズレは、ホルトの本が言っていたものそのものです。次の一枚で、本の言葉で確かめます。そして最後の自社の話で、同じ形の空欄が出てきます。今いちばん大きく見せているのは、そのためです。</a:t>
            </a:r>
          </a:p>
          <a:p>
            <a:r>
              <a:rPr lang="ja-JP" altLang="en-US" dirty="0"/>
              <a:t>［参考］指すのは三枚の板（建前・物語・実感）だけです。読み上げるより、指して黙るほうが効きます。締めの一行まで来たら、一拍おいてから次へ。</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15</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ホルトの本に戻ります。本の事例は、左の五つです。ゲームは入っていません。それでも、この本の四つはゲームに当てはまります。三つは、いま見たサイバーパンク。残りの一つは、次の会社で見えます。</a:t>
            </a:r>
          </a:p>
          <a:p>
            <a:r>
              <a:rPr lang="ja-JP" altLang="en-US" dirty="0"/>
              <a:t>［参考］左の五つは、著者が第1章で「この五つから原理を逆算した」と書いている中心事例（第3〜7章に一つずつ）。コロナ・コカ・コーラ・スナップルは第2章の短い比較例なので、並べていない。「ゲームは本に一度も出てこない」とは言わないこと——そこは確かめていない。</a:t>
            </a:r>
          </a:p>
          <a:p>
            <a:r>
              <a:rPr lang="ja-JP" altLang="en-US" dirty="0"/>
              <a:t>［参考］邦訳は『ブランドが神話になる日』として2005年8月に出ています。斉藤裕一訳、ランダムハウス講談社。「邦訳がない」とは言わないこと——あります。ただし絶版で、古書で7,800円ほど（2026年9月時点）。</a:t>
            </a:r>
          </a:p>
          <a:p>
            <a:r>
              <a:rPr lang="ja-JP" altLang="en-US" dirty="0"/>
              <a:t>［参考］版元の倒産について訊かれたら：破産したのは2012年12月、社名は当時すでに武田ランダムハウスジャパンに変わっていました。奥付の「ランダムハウス講談社」という社名のまま潰れたわけではないので、社名を出すなら経緯ごと言うこと。</a:t>
            </a:r>
          </a:p>
          <a:p>
            <a:r>
              <a:rPr lang="ja-JP" altLang="en-US" dirty="0"/>
              <a:t>原著はいまも買えます。38ドルです。</a:t>
            </a:r>
          </a:p>
          <a:p>
            <a:r>
              <a:rPr lang="ja-JP" altLang="en-US" dirty="0"/>
              <a:t>［参考］読みたいと言われたら、邦訳を探すより原著を買うほうが早い、と言って構いません。</a:t>
            </a:r>
          </a:p>
          <a:p>
            <a:r>
              <a:rPr lang="ja-JP" altLang="en-US" dirty="0"/>
              <a:t>まず、社会の建前と、人々が実際に感じていることの間には、いつもズレがある。さっきの「頑張れば報われる」と「すり潰される」が、まさにこれです。</a:t>
            </a:r>
          </a:p>
          <a:p>
            <a:r>
              <a:rPr lang="ja-JP" altLang="en-US" dirty="0"/>
              <a:t>二つ目。強いブランドは、そのズレを埋める物語を出している。アニメがやったのが、これです。三つ目。その材料は、広告ではなく、映画や音楽やストリートから採ってくる。商業的でない場所から採るから、信じてもらえる。これは、次の会社ではっきり見えます。</a:t>
            </a:r>
          </a:p>
          <a:p>
            <a:r>
              <a:rPr lang="ja-JP" altLang="en-US" dirty="0"/>
              <a:t>［参考］三つ目をサイバーパンクに当てないこと。本の言う「商業的でない」は材料の出どころの話で、民俗やサブカルチャーのような、商売のために営まれていない世界から借りる、という意味。媒体が広告かどうかの話ではない。CDPR が出資したアニメは、材料ではなく語り手の側にいる。だから三つ目は原神（京劇・璃月）で見せる。「アニメも商業作品では」と来たら、その通りですと認めてよい。</a:t>
            </a:r>
          </a:p>
          <a:p>
            <a:r>
              <a:rPr lang="ja-JP" altLang="en-US" dirty="0"/>
              <a:t>四つ目が今日の要点です。物語には賞味期限がある。——さっきの Cyberpunk が、まさにこれでした。八年半ぶんの期待という物語は、発売日に切れています。技術で直しても、切れた物語は戻ってこない。だから新しいものが要った。</a:t>
            </a:r>
          </a:p>
          <a:p>
            <a:r>
              <a:rPr lang="ja-JP" altLang="en-US" dirty="0"/>
              <a:t>社会のズレのほうが変わったのに、同じ話をし続けている会社は、同じところで止まります。賞味期限の切れた物語を語り続けている、という状態です。</a:t>
            </a:r>
          </a:p>
          <a:p>
            <a:r>
              <a:rPr lang="ja-JP" altLang="en-US" dirty="0"/>
              <a:t>だから、よく言われる「ブランドは一貫性が大事」という前提そのものが、衰退の原因になり得る。ここは経営の話なので、言い切ったあと一拍おいてください。</a:t>
            </a:r>
          </a:p>
          <a:p>
            <a:r>
              <a:rPr lang="ja-JP" altLang="en-US" dirty="0"/>
              <a:t>［時間］通過の目安｜ここで 15分。ここまでで理論は出し切っている。押していたら、このあとの三幕目を2枚とも短く。</a:t>
            </a:r>
          </a:p>
          <a:p>
            <a:r>
              <a:rPr lang="ja-JP" altLang="en-US" dirty="0"/>
              <a:t>［参考］「では一貫性は要らないのか」と来た場合。一貫していなくていい、という話ではありません。一貫させるべきなのは語る内容ではなく、誰の側に立つか、です。この返しはそのまま最後の自社の話に繋がります。</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16</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掴みは口頭で一文だけ——「日本の会社が作りそうなものを、中国の会社が、家庭用機まで含めて同じ日に世界へ出した。」</a:t>
            </a:r>
          </a:p>
          <a:p>
            <a:r>
              <a:rPr lang="ja-JP" altLang="en-US" dirty="0"/>
              <a:t>「二次元」は中国での呼び名で、アニメ調の絵柄を核にした作品群のことです。面には出していないので、必ず口で一言添える。ここを飛ばすと、この枚の前提が伝わりません。</a:t>
            </a:r>
          </a:p>
          <a:p>
            <a:r>
              <a:rPr lang="ja-JP" altLang="en-US" dirty="0"/>
              <a:t>［参考］「先例はあった」と指摘されたら、その通りだと認める。原神が違ったのは、家庭用機まで含めて同じ日に世界へ出したことです。反例は自分から先に出しておく。</a:t>
            </a:r>
          </a:p>
          <a:p>
            <a:r>
              <a:rPr lang="ja-JP" altLang="en-US" dirty="0"/>
              <a:t>この枚では、やったことも結果も言いません。前提だけ置いて次へ渡す。面の下が空いているのは、まだ何も起きていないからです。</a:t>
            </a:r>
          </a:p>
          <a:p>
            <a:r>
              <a:rPr lang="ja-JP" altLang="en-US" dirty="0"/>
              <a:t>本編でいちばん軽い枚です。20秒で抜ける。ここまで8枚つづけて読ませているので、ここは聴衆に読ませず、顔を上げさせる。急がず、しかし足さない。</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17</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［時間］配分｜この二枚で2分。前の枚は20秒、この枚に1分40秒。詳しく話すと一章になるので広げないこと。</a:t>
            </a:r>
          </a:p>
          <a:p>
            <a:r>
              <a:rPr lang="ja-JP" altLang="en-US" dirty="0"/>
              <a:t>棚の話です。プラットフォームを絞らず、代理店も通さず、自社で全世界に同日で出しました。ここで大事なのは配信の広さではなく、その結果どこに並んだかです。スマホゲームの棚ではなく、家庭用機の大作と同じ棚に並んだ。比べられる相手が変わった、という意味で、これは任天堂と同じ手です。</a:t>
            </a:r>
          </a:p>
          <a:p>
            <a:r>
              <a:rPr lang="ja-JP" altLang="en-US" dirty="0"/>
              <a:t>［参考］この読み方はこちらの解釈です。「配信網の話では」と来たら、S06 の定義に戻して答える——今日の棚は売り場ではなく、誰と並べて比べられるか、でした。</a:t>
            </a:r>
          </a:p>
          <a:p>
            <a:r>
              <a:rPr lang="ja-JP" altLang="en-US" dirty="0"/>
              <a:t>物語の話です。中国の風景や文化を、説明として足すのではなく、世界そのものに書き込んだ。璃月という土地と、京劇の唱がその例です。ホルトの本の三つ目が、これです。材料を、伝統の文化から採っている。</a:t>
            </a:r>
          </a:p>
          <a:p>
            <a:r>
              <a:rPr lang="ja-JP" altLang="en-US" dirty="0"/>
              <a:t>［参考］ここは言い方に注意してください。京劇の唱は雲菫の『神女劈観』で、リリース時ではなく後から追加されたものです。「最初から入っていた」とは言わないこと。むしろ後から足された点が、S07で話した「遊びが更新され続ける状態」と繋がります。</a:t>
            </a:r>
          </a:p>
          <a:p>
            <a:r>
              <a:rPr lang="ja-JP" altLang="en-US" dirty="0"/>
              <a:t>左のラベル二つは、S06 で「棚」、S13 で「物語」として一度ずつ立てた語です。これは答え合わせなので、既出の型に当てはめるだけで済ませる。新しい図も表も出さない。ラベルを指すだけで、聴衆は前の二社を思い出します。</a:t>
            </a:r>
          </a:p>
          <a:p>
            <a:r>
              <a:rPr lang="ja-JP" altLang="en-US" dirty="0"/>
              <a:t>面の下のほうに、当時よく言われていたことを引いてあります。二次元ものは内需向けで海外では売れない、と言われていました。読み上げてから、その真下の結果に目を落とさせる。同じ面の上下で、前提とその反証が並んでいます。</a:t>
            </a:r>
          </a:p>
          <a:p>
            <a:r>
              <a:rPr lang="ja-JP" altLang="en-US" dirty="0"/>
              <a:t>結果は一行置いて、すぐ次へ。「二番目」は中国に次ぐ、という意味です。一番はもちろん中国。順位だけ言う。パーセントは面に出典として出ていますが、読み上げないこと。ここで山を作らない。</a:t>
            </a:r>
          </a:p>
          <a:p>
            <a:r>
              <a:rPr lang="ja-JP" altLang="en-US" dirty="0"/>
              <a:t>［参考］日本の位置づけは Sensor Tower の推計です。2022年9月時点で国別2位、およそ24%。ただしアプリストアの課金だけの数字で、PC版・PS版・中国のサードパーティストアは入っていません。第三者推計であることと、いつ時点の数字かを必ず添える。聞かれたときだけ出し、面から読み上げないこと。</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18</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三つ、並べます。聞いている側は自分では繋げてくれないので、こちらで明示的に並べます。</a:t>
            </a:r>
          </a:p>
          <a:p>
            <a:r>
              <a:rPr lang="ja-JP" altLang="en-US" dirty="0"/>
              <a:t>上の二行は会社ごとに違います。抱えていた問題も、手を入れた場所も違う。</a:t>
            </a:r>
          </a:p>
          <a:p>
            <a:r>
              <a:rPr lang="ja-JP" altLang="en-US" dirty="0"/>
              <a:t>でも一番下の行だけ、三つとも同じことが書いてあります。製品そのものは、どこも変えていない。作り直したのは、置かれ方と語られ方だけです。</a:t>
            </a:r>
          </a:p>
          <a:p>
            <a:r>
              <a:rPr lang="ja-JP" altLang="en-US" dirty="0"/>
              <a:t>ここで一拍おいてから次へ。急がない。</a:t>
            </a:r>
          </a:p>
          <a:p>
            <a:r>
              <a:rPr lang="ja-JP" altLang="en-US" dirty="0"/>
              <a:t>［参考］サイバーパンクの「ゲームそのもの」を突かれたら：パッチで直し続けたのは事実（S13の上の段）。この行が言っているのは、跳ねたときにゲームを作り直したわけではない、ということ。9月6日のパッチ1.6にはアニメ由来の装備も入っているので、「一切変えていない」とは言わない。</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19</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いまの表を、一枚に畳みます。軸は二つだけです。横が、棚を変えたか。縦が、物語を変えたか。縦はホルトの本から、横はその本が説明できなかった任天堂から。二本を直角に並べたのが、私の整理です。——ここで「私の整理です」と一度言うこと。要約ではなく主張として出すこと。そのうえで二本とも声に出して読んでください。この二本しかない、というのがこの図の全部です。</a:t>
            </a:r>
          </a:p>
          <a:p>
            <a:r>
              <a:rPr lang="ja-JP" altLang="en-US" dirty="0"/>
              <a:t>クリック1｜任天堂。棚は作り替えました。でも遊びの中身は変えていない。だから右下です。</a:t>
            </a:r>
          </a:p>
          <a:p>
            <a:r>
              <a:rPr lang="ja-JP" altLang="en-US" dirty="0"/>
              <a:t>クリック2｜Cyberpunk。棚は一度下ろされ、2021年6月に戻っています。でも戻っただけでは数字は動きませんでした。動かしたのは物語のほうです。だから左上。</a:t>
            </a:r>
          </a:p>
          <a:p>
            <a:r>
              <a:rPr lang="ja-JP" altLang="en-US" dirty="0"/>
              <a:t>クリック3｜原神。両方やっています。だから右上。これで三つ埋まりました。</a:t>
            </a:r>
          </a:p>
          <a:p>
            <a:r>
              <a:rPr lang="ja-JP" altLang="en-US" dirty="0"/>
              <a:t>［参考］ここで一拍おく。左下を指して、黙る。指すのは社名ではなく、空いているほうです。</a:t>
            </a:r>
          </a:p>
          <a:p>
            <a:r>
              <a:rPr lang="ja-JP" altLang="en-US" dirty="0"/>
              <a:t>クリック4｜空いています。棚も物語も動かさず、製品だけを良くしている。Cyberpunk が2021年にいた場所です。棚は戻り、直し続け、数字は動かなかった。——私の引いた線で見るなら、私たちの出発点もここでした、と言う。</a:t>
            </a:r>
          </a:p>
          <a:p>
            <a:r>
              <a:rPr lang="ja-JP" altLang="en-US" dirty="0"/>
              <a:t>［参考］言い方を二つ外すこと。「何もしていない」とは言わない（責めになる）。「いまここにいます」とも言わない（最後の枚で「棚は変えた」と言うので、声が自分と矛盾する）。出発点、と過去形で置けば、最後の一枚への移動として繋がります。</a:t>
            </a:r>
          </a:p>
          <a:p>
            <a:r>
              <a:rPr lang="ja-JP" altLang="en-US" dirty="0"/>
              <a:t>［参考］面には書きません。書くと言い訳になるので、声のほうで言うこと。</a:t>
            </a:r>
          </a:p>
          <a:p>
            <a:r>
              <a:rPr lang="ja-JP" altLang="en-US" dirty="0"/>
              <a:t>締め｜ここは面に何も出ません。声だけで言い切ります。——この図の軸に「製品」はありません。製品を良くしたかどうかでは、この三社は分かれないからです。分かれないものは軸になりません。だから、どの会社も、モノは変えていない。</a:t>
            </a:r>
          </a:p>
          <a:p>
            <a:r>
              <a:rPr lang="ja-JP" altLang="en-US" dirty="0"/>
              <a:t>［参考］この一行は前の枚（三つを並べる）の面に既に出ています。二度刷ると効きが半分になるので、ここでは刷っていません。前の枚では表が証明で、ここでは軸の不在が証明です。証明が変わったことだけ、言い方で出す。</a:t>
            </a:r>
          </a:p>
          <a:p>
            <a:r>
              <a:rPr lang="ja-JP" altLang="en-US" dirty="0"/>
              <a:t>［参考］全体で60秒。読ませる枚ではなく、見せる枚です。デッキで唯一、下に一行も無い枚なので、喋り終えたら黙って数秒置く。</a:t>
            </a:r>
          </a:p>
          <a:p>
            <a:r>
              <a:rPr lang="ja-JP" altLang="en-US" dirty="0"/>
              <a:t>［時間］通過の目安｜ここで 20分。残りは4枚。ここを過ぎたら、もう削らない。</a:t>
            </a:r>
          </a:p>
          <a:p>
            <a:r>
              <a:rPr lang="ja-JP" altLang="en-US" dirty="0"/>
              <a:t>［参考］「うちはどこですか」と聴衆に聞かないこと。ここで答えさせると、二枚あとの「自社へ」の記入欄が死にます。この枚は見せるだけで、次の「反論を先に潰す」へ渡します。</a:t>
            </a:r>
          </a:p>
          <a:p>
            <a:r>
              <a:rPr lang="ja-JP" altLang="en-US" dirty="0"/>
              <a:t>［参考］「製品を良くするなというのか」と来たら ── そうは言っていません。棚と物語を動かさないまま製品だけを良くすると、比べられる相手も語られ方も去年と同じままだ、という話です。深掘りされたら附録 A5 へ。</a:t>
            </a:r>
          </a:p>
          <a:p>
            <a:r>
              <a:rPr lang="ja-JP" altLang="en-US" dirty="0"/>
              <a:t>［参考］空きマスを劣った側として言わないこと。悪い会社の話ではなく、いま何も動かしていない、という位置の話です。ここで責める言い方をすると、残りの三枚を誰も聞かなくなります。</a:t>
            </a:r>
          </a:p>
          <a:p>
            <a:r>
              <a:rPr lang="ja-JP" altLang="en-US" dirty="0"/>
              <a:t>［参考］この枚と前の枚（三列の表）は二枚で一組です。どちらも飛ばさないこと。表が三社を並べ、この図がそれを二軸に畳む。片方だけだと、聴衆は自分では繋げてくれません。時間が押しているときに削ってよいのは S07 だけで、ここではありません。</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20</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ここで一度止まります。ここまで聞いて、こう思った方がいるかもしれません。ゲームの話をされても、うちの事業とは関係ない、と。</a:t>
            </a:r>
          </a:p>
          <a:p>
            <a:r>
              <a:rPr lang="ja-JP" altLang="en-US" dirty="0"/>
              <a:t>先に答えます。三つの事例で勝負が決まったのは、どれも技術ではありませんでした。値付けの構造、棚の選択、そして何を語るか。この三つです。</a:t>
            </a:r>
          </a:p>
          <a:p>
            <a:r>
              <a:rPr lang="ja-JP" altLang="en-US" dirty="0"/>
              <a:t>［参考］「値付けの構造」だけは、この三列の表ではなく任天堂の枚（本体は安く、ソフトで回収）から来ています。あの枚を飛ばした場合は、ここも二つ——棚と物語——に減らして話すこと。</a:t>
            </a:r>
          </a:p>
          <a:p>
            <a:r>
              <a:rPr lang="ja-JP" altLang="en-US" dirty="0"/>
              <a:t>どれも業種を問わず、毎日やっている判断です。ゲームだから起きたことではありません。</a:t>
            </a:r>
          </a:p>
          <a:p>
            <a:r>
              <a:rPr lang="ja-JP" altLang="en-US" dirty="0"/>
              <a:t>ここは早口にならないこと。納得していない人ほど、この一枚を見ています。</a:t>
            </a:r>
          </a:p>
          <a:p>
            <a:r>
              <a:rPr lang="ja-JP" altLang="en-US" dirty="0"/>
              <a:t>技術が要らなかったという話ではありません。Cyberpunk は技術で落ちました。ただ、落ちたあと結果を戻したのは技術ではなかった、という話です。</a:t>
            </a:r>
          </a:p>
          <a:p>
            <a:r>
              <a:rPr lang="ja-JP" altLang="en-US" dirty="0"/>
              <a:t>［参考］ここは「落ちたあと」に限定すること。限定を外すと、崩壊の枚（発売直後は技術で落ちた）と衝突します。</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21</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ここから、自分たちの話をします。</a:t>
            </a:r>
          </a:p>
          <a:p>
            <a:r>
              <a:rPr lang="ja-JP" altLang="en-US" dirty="0"/>
              <a:t>デザインの重要性は上がった、と言われます。実際そう言われる場面は増えました。それでも現場の実感は違って、いまだに工程の一部として発注されます。</a:t>
            </a:r>
          </a:p>
          <a:p>
            <a:r>
              <a:rPr lang="ja-JP" altLang="en-US" dirty="0"/>
              <a:t>これが私たちのズレです。いま上に出ている形は、さっきまで見ていたゲーム会社の話とまったく同じものです。二回目です。</a:t>
            </a:r>
          </a:p>
          <a:p>
            <a:r>
              <a:rPr lang="ja-JP" altLang="en-US" dirty="0"/>
              <a:t>空欄のまま置いてあるのは、答えを用意していないからではなく、ここで言うためです。右上に「この三つは空欄のまま」と出しているのは、埋め忘れに見せないためです。</a:t>
            </a:r>
          </a:p>
          <a:p>
            <a:r>
              <a:rPr lang="ja-JP" altLang="en-US" dirty="0"/>
              <a:t>01 は、任天堂の枚で定義した「棚」の答え合わせです。棚はそこで定義したきり、自社には一度も当てていません。ここで当てる。それがこの一枚の目的の半分です。02 と 03 は、さっきのホルトの二行がそのまま質問になっています。</a:t>
            </a:r>
          </a:p>
          <a:p>
            <a:r>
              <a:rPr lang="ja-JP" altLang="en-US" dirty="0"/>
              <a:t>［TODO］明日できることは、承認を要さない粒度で書く。その場で始められないものは書かない</a:t>
            </a:r>
          </a:p>
          <a:p>
            <a:r>
              <a:rPr lang="ja-JP" altLang="en-US" dirty="0"/>
              <a:t>下の三つは、この場でこう埋めます。01 棚＝私たちはいま、制作会社と同じ棚に並べられていて、単価と納期の行で比べられている。02 ズレ＝「デザインは経営マターだ」と言われるのに、依頼は工程の一部として来る。03 物語＝私たちが売っているのは工程ではなく、判断そのものである。</a:t>
            </a:r>
          </a:p>
          <a:p>
            <a:r>
              <a:rPr lang="ja-JP" altLang="en-US" dirty="0"/>
              <a:t>［TODO］下の三行を、本番までに自分の言葉に置き換える</a:t>
            </a:r>
          </a:p>
          <a:p>
            <a:r>
              <a:rPr lang="ja-JP" altLang="en-US" dirty="0"/>
              <a:t>［TODO］配布 PDF は空欄版と記入版を分ける。当日は空欄版を投影し、記入版を後日配る</a:t>
            </a:r>
          </a:p>
          <a:p>
            <a:r>
              <a:rPr lang="ja-JP" altLang="en-US" dirty="0"/>
              <a:t>［TODO］明日できることを1つ、本人が埋める</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22</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四つ目です。同じ表を、私たちに当てます。</a:t>
            </a:r>
          </a:p>
          <a:p>
            <a:r>
              <a:rPr lang="ja-JP" altLang="en-US" dirty="0"/>
              <a:t>問題は、さっき私が挙げたとおりです。</a:t>
            </a:r>
          </a:p>
          <a:p>
            <a:r>
              <a:rPr lang="ja-JP" altLang="en-US" dirty="0"/>
              <a:t>変えたのは棚です。ブランドだけの会社でも、マーケティングだけの会社でもない場所に並ぶ。これが BMX です。</a:t>
            </a:r>
          </a:p>
          <a:p>
            <a:r>
              <a:rPr lang="ja-JP" altLang="en-US" dirty="0"/>
              <a:t>変えていないのは、デザインそのもの。BMX 自身が「デザインを軸に」と言っています。</a:t>
            </a:r>
          </a:p>
          <a:p>
            <a:r>
              <a:rPr lang="ja-JP" altLang="en-US" dirty="0"/>
              <a:t>四行目は、三社の表には無い行です。三社は動き終えているので持ちません。</a:t>
            </a:r>
          </a:p>
          <a:p>
            <a:r>
              <a:rPr lang="ja-JP" altLang="en-US" dirty="0"/>
              <a:t>物語は、まだ語っていません。ただし、無いのではない。「ロマン起点でそろばんを実現する」。もう書いてあります。上場の説明文の下に、小さく。</a:t>
            </a:r>
          </a:p>
          <a:p>
            <a:r>
              <a:rPr lang="ja-JP" altLang="en-US" dirty="0"/>
              <a:t>現場にいる私の実感でいうと、ブランドの話と今期の数字の話が、まだ同じ言葉になっていません。その間を埋める言葉を、私たちはもう持っています。</a:t>
            </a:r>
          </a:p>
          <a:p>
            <a:r>
              <a:rPr lang="ja-JP" altLang="en-US" dirty="0"/>
              <a:t>クリック1｜だから、同じ一行が返ってきます。私たちも、モノは変えていない。三社に当てた物差しが、自分に返ってくる。</a:t>
            </a:r>
          </a:p>
          <a:p>
            <a:r>
              <a:rPr lang="ja-JP" altLang="en-US" dirty="0"/>
              <a:t>［参考］売り込みにしないこと。三社を測った物差しを自分に当てただけ、という顔で出す。褒めると、前の23分が宣伝の前振りに見えます。</a:t>
            </a:r>
          </a:p>
          <a:p>
            <a:r>
              <a:rPr lang="ja-JP" altLang="en-US" dirty="0"/>
              <a:t>［参考］40秒。表は読み上げない。01 は前の枚で私が口で埋めたばかりなので「さっきの話です」で飛ばしてよい。</a:t>
            </a:r>
          </a:p>
          <a:p>
            <a:r>
              <a:rPr lang="ja-JP" altLang="en-US" dirty="0"/>
              <a:t>［参考］「棚を変えたと言い切っていいのか」と来た場合。これはこちらの読みです。BMX が「棚を変えた」と宣言しているわけではなく、打ち出し方からそう読める、という話。三社の表も同じ基準で書いています——任天堂の「比較対象を変えた」も、社内資料ではなく起きたことからの整理でした。同じ物差しです、と答える。</a:t>
            </a:r>
          </a:p>
          <a:p>
            <a:r>
              <a:rPr lang="ja-JP" altLang="en-US" dirty="0"/>
              <a:t>［参考］言い切ったら黙ること。畳みかけない。四行目は責める行ではなく、位置を指す行です。声を強くすると告発になります。</a:t>
            </a:r>
          </a:p>
          <a:p>
            <a:r>
              <a:rPr lang="ja-JP" altLang="en-US" dirty="0"/>
              <a:t>［参考］コピーが悪いとは言わないこと。書いた人がこの部屋にいる可能性があります。言っているのは「置き場所」の話だけで、文そのものは褒めている。ここを混ぜない。</a:t>
            </a:r>
          </a:p>
          <a:p>
            <a:r>
              <a:rPr lang="ja-JP" altLang="en-US" dirty="0"/>
              <a:t>［参考］「物語ならもうある」と言われた場合。あります、と認める。そのうえで、いま一番上に出ているのは実績数・上場・人材類型の三つで、どれも「私たちは何者か」です。ホルトの言う物語は「あなたの何が引き裂かれているか」の側から書かれます。順番の話です、と返す。</a:t>
            </a:r>
          </a:p>
          <a:p>
            <a:r>
              <a:rPr lang="ja-JP" altLang="en-US" dirty="0"/>
              <a:t>［参考］「デザイン会社として初めて上場」への踏み込みは、聞かれたときだけ。2020年には「デザインは経営マターだ」がまだ証明を必要としていた。いまは経産省のガイドラインに入っていて、誰も反対しない。反対されない主張は、もう物語ではなく前提です——これは S15 の項目04そのものなので、理論の追加説明は要りません。自分からは出さないこと。</a:t>
            </a:r>
          </a:p>
          <a:p>
            <a:r>
              <a:rPr lang="ja-JP" altLang="en-US" dirty="0"/>
              <a:t>［参考］「まだ結果が出ていないのに並べていいのか」と来た場合。三社の表も、結果ではなく何を変えたかを並べた表です。任天堂の欄にも売上は入っていません。同じ基準で置いている、と答える。</a:t>
            </a:r>
          </a:p>
          <a:p>
            <a:r>
              <a:rPr lang="ja-JP" altLang="en-US" dirty="0"/>
              <a:t>［参考］BMX を知らない人がいる場合に備えて、一文だけ用意しておく。「ブランドとマーケティングを、別々ではなく一つの意思として設計する事業です」。それ以上は説明しない。この枚はサービス紹介ではありません。</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23</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最初と同じ問いです。一行だけ足しました。</a:t>
            </a:r>
          </a:p>
          <a:p>
            <a:r>
              <a:rPr lang="ja-JP" altLang="en-US" dirty="0"/>
              <a:t>答えはこちらからは言いません。さっきと同じ問いに、いま自分の中でどう答えるか。それだけです。</a:t>
            </a:r>
          </a:p>
          <a:p>
            <a:r>
              <a:rPr lang="ja-JP" altLang="en-US" dirty="0"/>
              <a:t>読み上げたら黙る。ここで終わりです。質疑は附録を使います。</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24</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もっともな質問です。2022年2月に次世代機対応のパッチが出ています。あの山はパッチの効果ではないのか、という指摘ですね。</a:t>
            </a:r>
          </a:p>
          <a:p>
            <a:r>
              <a:rPr lang="ja-JP" altLang="en-US" dirty="0"/>
              <a:t>答えは、パッチのときも山は出ました、です。ただし小さくて、すぐ元の水準に戻りました。アニメのあとの山は、高さも違いますが、それ以上に続いた長さが違います。</a:t>
            </a:r>
          </a:p>
          <a:p>
            <a:r>
              <a:rPr lang="ja-JP" altLang="en-US" dirty="0"/>
              <a:t>技術的な改善は、いちど離れた人を呼び戻します。ただ、その人は用事が済んだら帰ります。物語は居場所をつくるので、そこに留まる。塗ってある面積が、その留まった分です。</a:t>
            </a:r>
          </a:p>
          <a:p>
            <a:r>
              <a:rPr lang="ja-JP" altLang="en-US" dirty="0"/>
              <a:t>この数字がまだ取れていない場合は、このスライドは出さないでください。「そこは切り分けきれていません」と正直に言うほうが強いです。曖昧な図を出すと、ここまでの話が全部疑われます。</a:t>
            </a:r>
          </a:p>
          <a:p>
            <a:r>
              <a:rPr lang="ja-JP" altLang="en-US" dirty="0"/>
              <a:t>配信と同じ時期にパッチも出ています。パッチ1.6が9月6日、拡張パック（Phantom Liberty）の発表も同じ9月6日です。次世代機対応の大型更新（1.5）はその半年前、2月15日でした。9月6日に二つ起きて、人が動き出したのは9月13日以降——ここが切り分けの根拠です。</a:t>
            </a:r>
          </a:p>
          <a:p>
            <a:r>
              <a:rPr lang="ja-JP" altLang="en-US" dirty="0"/>
              <a:t>［参考］「同時期の値引きの効果では」と来た場合。これは正当な質問で、答えは「その通り、半額のセールが重なっています」です。切り分けはできていません。正直にそう言ってください。そのうえで、値引きは以前にも何度もあったのに山は出なかった、と付け加える。過去のセール時に山が出ていないことを SteamDB で確認できると、この返しが強くなる</a:t>
            </a:r>
          </a:p>
          <a:p>
            <a:r>
              <a:rPr lang="ja-JP" altLang="en-US" dirty="0"/>
              <a:t>［参考］「PSで消えた話をして、戻ってきたのは Steam の数字ですよね」と来た場合。その通りです。両方を跨ぐ数字は公開されていません、と答える。</a:t>
            </a:r>
          </a:p>
          <a:p>
            <a:r>
              <a:rPr lang="ja-JP" altLang="en-US" dirty="0"/>
              <a:t>［TODO］2021年1月のピーク（225,670・Steam Charts）が図の範囲外であることを確認してから出す</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25</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今日の話が BtoC の話に聞こえたと思います。ただ、棚というのは売り場のことではありません。誰と並べて比較されるか、という意味で使っています。</a:t>
            </a:r>
          </a:p>
          <a:p>
            <a:r>
              <a:rPr lang="ja-JP" altLang="en-US" dirty="0"/>
              <a:t>受託でも比較は必ず起きています。相見積もりに並んだ他社が、そのまま棚です。そこは選べません。</a:t>
            </a:r>
          </a:p>
          <a:p>
            <a:r>
              <a:rPr lang="ja-JP" altLang="en-US" dirty="0"/>
              <a:t>選べるのは、比較表のどの行で見られるかです。単価の行で比べられるのか、それ以外の行で比べられるのか。そこだけが動かせます。</a:t>
            </a:r>
          </a:p>
          <a:p>
            <a:r>
              <a:rPr lang="ja-JP" altLang="en-US" dirty="0"/>
              <a:t>ここから先は、この場で一緒に埋めたいところです。うちが実際に並べられている相手を、ひとつ挙げてもらえますか。</a:t>
            </a:r>
          </a:p>
          <a:p>
            <a:r>
              <a:rPr lang="ja-JP" altLang="en-US" dirty="0"/>
              <a:t>［TODO］自社の比較相手を事前に1社決めておく</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26</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いちばん怖い質問です。正直に言うと、うちのコスト構造でいくら、という数字は今日は持ってきていません。</a:t>
            </a:r>
          </a:p>
          <a:p>
            <a:r>
              <a:rPr lang="ja-JP" altLang="en-US" dirty="0"/>
              <a:t>持ってきたのは、三つの事例で実際に何にお金がかかったか、です。金型と同梱品、アニメの制作費、全世界で同時に配信する体制。</a:t>
            </a:r>
          </a:p>
          <a:p>
            <a:r>
              <a:rPr lang="ja-JP" altLang="en-US" dirty="0"/>
              <a:t>共通しているのは、どれも作り直しの費用ではないことです。作るものは変えずに、置き方と語り方のほうに払っています。</a:t>
            </a:r>
          </a:p>
          <a:p>
            <a:r>
              <a:rPr lang="ja-JP" altLang="en-US" dirty="0"/>
              <a:t>［参考］うちの場合は、この空欄を埋めるところから始めさせてください。初手にいくらかかって、どこで回収するのか。次までに一行で書いてきます。</a:t>
            </a:r>
          </a:p>
          <a:p>
            <a:r>
              <a:rPr lang="ja-JP" altLang="en-US" dirty="0"/>
              <a:t>［TODO］自社の初手コストと回収経路を事前に1行にしておく</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27</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国の後押しがあったのでは、という質問ですね。分かっている範囲だけで答えます。</a:t>
            </a:r>
          </a:p>
          <a:p>
            <a:r>
              <a:rPr lang="ja-JP" altLang="en-US" dirty="0"/>
              <a:t>miHoYo は上海交通大学の大学院生3人が立ち上げた民間企業です。ベンチャーキャピタルは入っていません。</a:t>
            </a:r>
          </a:p>
          <a:p>
            <a:r>
              <a:rPr lang="ja-JP" altLang="en-US" dirty="0"/>
              <a:t>そこから先、どこまで政策の影響があったかは把握していません。確定できていないことは「そこまでは把握していません」と言ってください。曖昧に断定するより、そのほうが強いです。</a:t>
            </a:r>
          </a:p>
          <a:p>
            <a:r>
              <a:rPr lang="ja-JP" altLang="en-US" dirty="0"/>
              <a:t>後押しがあったかは把握していません。少なくとも制度としては規制が強い側です、と事実だけ言って止める。政治の議論には入らない。</a:t>
            </a:r>
          </a:p>
          <a:p>
            <a:r>
              <a:rPr lang="ja-JP" altLang="en-US" dirty="0"/>
              <a:t>［参考］資金について突っ込まれた場合。創業資金の10万元は、上海市の学生起業支援制度から出たという報道が有力です。「完全な自己資金」とは言わないこと。ただしこれは市の学生向け支援であって産業政策ではありません。外部からの出資はその後の一件（15%）だけで、ベンチャーキャピタルは入っていません。国策かどうかという問いへの答えは変わりません。</a:t>
            </a:r>
          </a:p>
          <a:p>
            <a:r>
              <a:rPr lang="ja-JP" altLang="en-US" dirty="0"/>
              <a:t>［参考］「3人」は通説です。登記時の出資者は4人で、うち1人が約1か月後に離脱しています。聞かれたらそう答える。</a:t>
            </a:r>
          </a:p>
          <a:p>
            <a:r>
              <a:rPr lang="ja-JP" altLang="en-US" dirty="0"/>
              <a:t>［TODO］従業員規模は未確認。数字を聞かれたら「確認していません」と答える</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28</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これは正当な質問なので、まず全面的に認めます。反論しない。</a:t>
            </a:r>
          </a:p>
          <a:p>
            <a:r>
              <a:rPr lang="ja-JP" altLang="en-US" dirty="0"/>
              <a:t>そのうえで、主張の強さを下げて答える。「これをやれば勝てる」とは言っていない、「製品の質だけでは説明がつかない」と言っている、という切り分けです。</a:t>
            </a:r>
          </a:p>
          <a:p>
            <a:r>
              <a:rPr lang="ja-JP" altLang="en-US" dirty="0"/>
              <a:t>最後の「反証になるもの」を聞き返すのは、議論を勝ち負けにしないため。相手が例を出してきたら、それは今日の話を壊すのではなく、精度を上げる材料になります。</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29</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［参考］「読んでみたい」「どれを読めばいいか」と聞かれたときだけ開く。通しでは出さない。</a:t>
            </a:r>
          </a:p>
          <a:p>
            <a:r>
              <a:rPr lang="ja-JP" altLang="en-US" dirty="0"/>
              <a:t>［参考］いちばん早いのは英語の原著。いまも新品で買えます（US$38、2026年9月時点）。ISBN 978-1-57851-774-9。</a:t>
            </a:r>
          </a:p>
          <a:p>
            <a:r>
              <a:rPr lang="ja-JP" altLang="en-US" dirty="0"/>
              <a:t>［参考］邦訳は『ブランドが神話になる日』（斉藤裕一訳、ランダムハウス講談社、2005年）。絶版で、古書でしか手に入りません。「邦訳がない」とは言わないこと——あります。</a:t>
            </a:r>
          </a:p>
          <a:p>
            <a:r>
              <a:rPr lang="ja-JP" altLang="en-US" dirty="0"/>
              <a:t>［参考］レビットの「マーケティング近視眼」は Harvard Business Review の1960年7–8月号の論文で、ホルトの本ではありません（本の外）。日本語で読むなら、ダイヤモンド社『マーケティングの教科書』（2017）の第3章に入っています。</a:t>
            </a:r>
          </a:p>
          <a:p>
            <a:r>
              <a:rPr lang="ja-JP" altLang="en-US" dirty="0"/>
              <a:t>［参考］下の四つは S15 の 01〜04。01・02 は S14（アニメ）、03 は S17（原神）、04 は S13（発売日に切れた期待）で使った、という対応です。</a:t>
            </a:r>
            <a:endParaRPr lang="ja-JP" altLang="en-US" dirty="0"/>
          </a:p>
        </p:txBody>
      </p:sp>
      <p:sp>
        <p:nvSpPr>
          <p:cNvPr id="4" name="Slide Number Placeholder 3"/>
          <p:cNvSpPr>
            <a:spLocks noGrp="1"/>
          </p:cNvSpPr>
          <p:nvPr>
            <p:ph type="sldNum" sz="quarter" idx="10"/>
          </p:nvPr>
        </p:nvSpPr>
        <p:spPr/>
        <p:txBody>
          <a:bodyPr/>
          <a:lstStyle/>
          <a:p>
            <a:fld id="{F7021451-1387-4CA6-816F-3879F97B5CBC}" type="slidenum">
              <a:rPr lang="ja-JP" altLang="en-US"/>
              <a:t>30</a:t>
            </a:fld>
            <a:endParaRPr lang="ja-JP" alt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Pr>
        <a:solidFill>
          <a:srgbClr val="FAF9F5"/>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914400" y="2495580"/>
            <a:ext cx="419070" cy="19020"/>
          </a:xfrm>
          <a:prstGeom prst="rect">
            <a:avLst/>
          </a:prstGeom>
          <a:solidFill>
            <a:srgbClr val="4A5D3A"/>
          </a:solidFill>
          <a:ln>
            <a:noFill/>
          </a:ln>
        </p:spPr>
      </p:sp>
      <p:sp>
        <p:nvSpPr>
          <p:cNvPr id="3" name="Text 1"/>
          <p:cNvSpPr/>
          <p:nvPr/>
        </p:nvSpPr>
        <p:spPr>
          <a:xfrm>
            <a:off x="914400" y="3028950"/>
            <a:ext cx="10363170" cy="998250"/>
          </a:xfrm>
          <a:prstGeom prst="rect">
            <a:avLst/>
          </a:prstGeom>
          <a:noFill/>
          <a:ln>
            <a:noFill/>
          </a:ln>
        </p:spPr>
        <p:txBody>
          <a:bodyPr wrap="none" lIns="0" tIns="0" rIns="0" bIns="0" rtlCol="0" anchor="t"/>
          <a:lstStyle/>
          <a:p>
            <a:pPr algn="l" indent="0" marL="0">
              <a:lnSpc>
                <a:spcPct val="145000"/>
              </a:lnSpc>
              <a:buNone/>
            </a:pPr>
            <a:r>
              <a:rPr lang="ja-JP" altLang="en-US" sz="4800" dirty="0">
                <a:solidFill>
                  <a:srgbClr val="1B1A16"/>
                </a:solidFill>
                <a:latin typeface="Noto Serif JP SemiBold" pitchFamily="34" charset="0"/>
                <a:ea typeface="Noto Serif JP SemiBold" pitchFamily="34" charset="-122"/>
                <a:cs typeface="Noto Serif JP SemiBold" pitchFamily="34" charset="-120"/>
              </a:rPr>
              <a:t>この会社は、何を売っていたのか。</a:t>
            </a:r>
            <a:endParaRPr lang="ja-JP" altLang="en-US" sz="4800" dirty="0">
              <a:solidFill>
                <a:srgbClr val="1B1A16"/>
              </a:solidFill>
              <a:latin typeface="Noto Serif JP SemiBold" pitchFamily="34" charset="0"/>
              <a:ea typeface="Noto Serif JP SemiBold" pitchFamily="34" charset="-122"/>
              <a:cs typeface="Noto Serif JP SemiBold" pitchFamily="34" charset="-120"/>
            </a:endParaRPr>
          </a:p>
        </p:txBody>
      </p:sp>
      <p:sp>
        <p:nvSpPr>
          <p:cNvPr id="4" name="Text 2"/>
          <p:cNvSpPr/>
          <p:nvPr/>
        </p:nvSpPr>
        <p:spPr>
          <a:xfrm>
            <a:off x="8420070" y="6362670"/>
            <a:ext cx="2857500" cy="209580"/>
          </a:xfrm>
          <a:prstGeom prst="rect">
            <a:avLst/>
          </a:prstGeom>
          <a:noFill/>
          <a:ln>
            <a:noFill/>
          </a:ln>
        </p:spPr>
        <p:txBody>
          <a:bodyPr wrap="square" lIns="0" tIns="0" rIns="0" bIns="0" rtlCol="0" anchor="t"/>
          <a:lstStyle/>
          <a:p>
            <a:pPr algn="r" indent="0" marL="0">
              <a:buNone/>
            </a:pPr>
            <a:r>
              <a:rPr lang="en-US" sz="975" spc="160" kern="0" dirty="0">
                <a:solidFill>
                  <a:srgbClr val="6E6B60"/>
                </a:solidFill>
                <a:latin typeface="Consolas" pitchFamily="34" charset="0"/>
                <a:ea typeface="Noto Sans JP" pitchFamily="34" charset="-122"/>
                <a:cs typeface="Consolas" pitchFamily="34" charset="-120"/>
              </a:rPr>
              <a:t>00 / 23</a:t>
            </a:r>
            <a:endParaRPr lang="en-US" sz="975" spc="160" kern="0" dirty="0">
              <a:solidFill>
                <a:srgbClr val="6E6B60"/>
              </a:solidFill>
              <a:latin typeface="Consolas" pitchFamily="34" charset="0"/>
              <a:ea typeface="Noto Sans JP" pitchFamily="34" charset="-122"/>
              <a:cs typeface="Consolas"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3581430" y="2971800"/>
            <a:ext cx="619140" cy="247620"/>
          </a:xfrm>
          <a:custGeom>
            <a:avLst/>
            <a:gdLst/>
            <a:ahLst/>
            <a:cxnLst/>
            <a:rect l="l" t="t" r="r" b="b"/>
            <a:pathLst>
              <a:path w="619140" h="247620">
                <a:moveTo>
                  <a:pt x="0" y="0"/>
                </a:moveTo>
                <a:lnTo>
                  <a:pt x="619140" y="0"/>
                </a:lnTo>
                <a:lnTo>
                  <a:pt x="619140" y="247620"/>
                </a:lnTo>
                <a:lnTo>
                  <a:pt x="0" y="247620"/>
                </a:lnTo>
                <a:close/>
              </a:path>
            </a:pathLst>
          </a:custGeom>
          <a:noFill/>
          <a:ln w="14288">
            <a:solidFill>
              <a:srgbClr val="6E6B60"/>
            </a:solidFill>
            <a:prstDash val="dash"/>
          </a:ln>
        </p:spPr>
      </p:sp>
      <p:sp>
        <p:nvSpPr>
          <p:cNvPr id="3" name="Shape 1"/>
          <p:cNvSpPr/>
          <p:nvPr/>
        </p:nvSpPr>
        <p:spPr>
          <a:xfrm>
            <a:off x="3581430" y="3295680"/>
            <a:ext cx="2247870" cy="76170"/>
          </a:xfrm>
          <a:custGeom>
            <a:avLst/>
            <a:gdLst/>
            <a:ahLst/>
            <a:cxnLst/>
            <a:rect l="l" t="t" r="r" b="b"/>
            <a:pathLst>
              <a:path w="2247870" h="76170">
                <a:moveTo>
                  <a:pt x="0" y="76170"/>
                </a:moveTo>
                <a:lnTo>
                  <a:pt x="0" y="0"/>
                </a:lnTo>
                <a:lnTo>
                  <a:pt x="76170" y="0"/>
                </a:lnTo>
                <a:lnTo>
                  <a:pt x="228600" y="0"/>
                </a:lnTo>
                <a:lnTo>
                  <a:pt x="371521" y="0"/>
                </a:lnTo>
                <a:lnTo>
                  <a:pt x="523860" y="0"/>
                </a:lnTo>
                <a:lnTo>
                  <a:pt x="676290" y="0"/>
                </a:lnTo>
                <a:lnTo>
                  <a:pt x="828721" y="0"/>
                </a:lnTo>
                <a:lnTo>
                  <a:pt x="971550" y="0"/>
                </a:lnTo>
                <a:lnTo>
                  <a:pt x="1123980" y="0"/>
                </a:lnTo>
                <a:lnTo>
                  <a:pt x="1276320" y="0"/>
                </a:lnTo>
                <a:lnTo>
                  <a:pt x="1428750" y="0"/>
                </a:lnTo>
                <a:lnTo>
                  <a:pt x="1571671" y="0"/>
                </a:lnTo>
                <a:lnTo>
                  <a:pt x="1724010" y="0"/>
                </a:lnTo>
                <a:lnTo>
                  <a:pt x="1876440" y="0"/>
                </a:lnTo>
                <a:lnTo>
                  <a:pt x="2028871" y="0"/>
                </a:lnTo>
                <a:lnTo>
                  <a:pt x="2171700" y="0"/>
                </a:lnTo>
                <a:lnTo>
                  <a:pt x="2247870" y="0"/>
                </a:lnTo>
                <a:lnTo>
                  <a:pt x="2247870" y="76170"/>
                </a:lnTo>
              </a:path>
            </a:pathLst>
          </a:custGeom>
          <a:noFill/>
          <a:ln w="14288">
            <a:solidFill>
              <a:srgbClr val="6E6B60"/>
            </a:solidFill>
            <a:prstDash val="dash"/>
          </a:ln>
        </p:spPr>
      </p:sp>
      <p:sp>
        <p:nvSpPr>
          <p:cNvPr id="4" name="Shape 2"/>
          <p:cNvSpPr/>
          <p:nvPr/>
        </p:nvSpPr>
        <p:spPr>
          <a:xfrm>
            <a:off x="6153180" y="2971800"/>
            <a:ext cx="704820" cy="247620"/>
          </a:xfrm>
          <a:custGeom>
            <a:avLst/>
            <a:gdLst/>
            <a:ahLst/>
            <a:cxnLst/>
            <a:rect l="l" t="t" r="r" b="b"/>
            <a:pathLst>
              <a:path w="704820" h="247620">
                <a:moveTo>
                  <a:pt x="0" y="0"/>
                </a:moveTo>
                <a:lnTo>
                  <a:pt x="704820" y="0"/>
                </a:lnTo>
                <a:lnTo>
                  <a:pt x="704820" y="247620"/>
                </a:lnTo>
                <a:lnTo>
                  <a:pt x="0" y="247620"/>
                </a:lnTo>
                <a:close/>
              </a:path>
            </a:pathLst>
          </a:custGeom>
          <a:noFill/>
          <a:ln w="14288">
            <a:solidFill>
              <a:srgbClr val="4A5D3A"/>
            </a:solidFill>
            <a:prstDash val="solid"/>
          </a:ln>
        </p:spPr>
      </p:sp>
      <p:sp>
        <p:nvSpPr>
          <p:cNvPr id="5" name="Shape 3"/>
          <p:cNvSpPr/>
          <p:nvPr/>
        </p:nvSpPr>
        <p:spPr>
          <a:xfrm>
            <a:off x="6248370" y="3028950"/>
            <a:ext cx="95280" cy="133320"/>
          </a:xfrm>
          <a:custGeom>
            <a:avLst/>
            <a:gdLst/>
            <a:ahLst/>
            <a:cxnLst/>
            <a:rect l="l" t="t" r="r" b="b"/>
            <a:pathLst>
              <a:path w="95280" h="133320">
                <a:moveTo>
                  <a:pt x="0" y="0"/>
                </a:moveTo>
                <a:lnTo>
                  <a:pt x="95280" y="0"/>
                </a:lnTo>
                <a:lnTo>
                  <a:pt x="95280" y="133320"/>
                </a:lnTo>
                <a:lnTo>
                  <a:pt x="0" y="133320"/>
                </a:lnTo>
                <a:close/>
              </a:path>
            </a:pathLst>
          </a:custGeom>
          <a:noFill/>
          <a:ln w="14288">
            <a:solidFill>
              <a:srgbClr val="4A5D3A"/>
            </a:solidFill>
            <a:prstDash val="solid"/>
          </a:ln>
        </p:spPr>
      </p:sp>
      <p:sp>
        <p:nvSpPr>
          <p:cNvPr id="6" name="Shape 4"/>
          <p:cNvSpPr/>
          <p:nvPr/>
        </p:nvSpPr>
        <p:spPr>
          <a:xfrm>
            <a:off x="6276990" y="3028950"/>
            <a:ext cx="0" cy="133320"/>
          </a:xfrm>
          <a:prstGeom prst="line">
            <a:avLst/>
          </a:prstGeom>
          <a:noFill/>
          <a:ln w="14288">
            <a:solidFill>
              <a:srgbClr val="4A5D3A"/>
            </a:solidFill>
            <a:prstDash val="solid"/>
          </a:ln>
        </p:spPr>
      </p:sp>
      <p:sp>
        <p:nvSpPr>
          <p:cNvPr id="7" name="Shape 5"/>
          <p:cNvSpPr/>
          <p:nvPr/>
        </p:nvSpPr>
        <p:spPr>
          <a:xfrm>
            <a:off x="6153180" y="3295680"/>
            <a:ext cx="5124480" cy="76170"/>
          </a:xfrm>
          <a:custGeom>
            <a:avLst/>
            <a:gdLst/>
            <a:ahLst/>
            <a:cxnLst/>
            <a:rect l="l" t="t" r="r" b="b"/>
            <a:pathLst>
              <a:path w="5124480" h="76170">
                <a:moveTo>
                  <a:pt x="0" y="76170"/>
                </a:moveTo>
                <a:lnTo>
                  <a:pt x="0" y="0"/>
                </a:lnTo>
                <a:lnTo>
                  <a:pt x="76170" y="0"/>
                </a:lnTo>
                <a:lnTo>
                  <a:pt x="228600" y="0"/>
                </a:lnTo>
                <a:lnTo>
                  <a:pt x="371521" y="0"/>
                </a:lnTo>
                <a:lnTo>
                  <a:pt x="523860" y="0"/>
                </a:lnTo>
                <a:lnTo>
                  <a:pt x="676290" y="0"/>
                </a:lnTo>
                <a:lnTo>
                  <a:pt x="828721" y="0"/>
                </a:lnTo>
                <a:lnTo>
                  <a:pt x="981060" y="0"/>
                </a:lnTo>
                <a:lnTo>
                  <a:pt x="1133490" y="0"/>
                </a:lnTo>
                <a:lnTo>
                  <a:pt x="1276320" y="0"/>
                </a:lnTo>
                <a:lnTo>
                  <a:pt x="1428750" y="0"/>
                </a:lnTo>
                <a:lnTo>
                  <a:pt x="1581180" y="0"/>
                </a:lnTo>
                <a:lnTo>
                  <a:pt x="1733520" y="0"/>
                </a:lnTo>
                <a:lnTo>
                  <a:pt x="1885950" y="0"/>
                </a:lnTo>
                <a:lnTo>
                  <a:pt x="2038380" y="0"/>
                </a:lnTo>
                <a:lnTo>
                  <a:pt x="2181210" y="0"/>
                </a:lnTo>
                <a:lnTo>
                  <a:pt x="2333640" y="0"/>
                </a:lnTo>
                <a:lnTo>
                  <a:pt x="2486071" y="0"/>
                </a:lnTo>
                <a:lnTo>
                  <a:pt x="2638410" y="0"/>
                </a:lnTo>
                <a:lnTo>
                  <a:pt x="2790840" y="0"/>
                </a:lnTo>
                <a:lnTo>
                  <a:pt x="2943271" y="0"/>
                </a:lnTo>
                <a:lnTo>
                  <a:pt x="3086100" y="0"/>
                </a:lnTo>
                <a:lnTo>
                  <a:pt x="3238530" y="0"/>
                </a:lnTo>
                <a:lnTo>
                  <a:pt x="3390870" y="0"/>
                </a:lnTo>
                <a:lnTo>
                  <a:pt x="3543300" y="0"/>
                </a:lnTo>
                <a:lnTo>
                  <a:pt x="3695730" y="0"/>
                </a:lnTo>
                <a:lnTo>
                  <a:pt x="3848070" y="0"/>
                </a:lnTo>
                <a:lnTo>
                  <a:pt x="3990990" y="0"/>
                </a:lnTo>
                <a:lnTo>
                  <a:pt x="4143421" y="0"/>
                </a:lnTo>
                <a:lnTo>
                  <a:pt x="4295760" y="0"/>
                </a:lnTo>
                <a:lnTo>
                  <a:pt x="4448190" y="0"/>
                </a:lnTo>
                <a:lnTo>
                  <a:pt x="4600621" y="0"/>
                </a:lnTo>
                <a:lnTo>
                  <a:pt x="4752960" y="0"/>
                </a:lnTo>
                <a:lnTo>
                  <a:pt x="4895880" y="0"/>
                </a:lnTo>
                <a:lnTo>
                  <a:pt x="5048220" y="0"/>
                </a:lnTo>
                <a:lnTo>
                  <a:pt x="5124480" y="0"/>
                </a:lnTo>
                <a:lnTo>
                  <a:pt x="5124480" y="76170"/>
                </a:lnTo>
              </a:path>
            </a:pathLst>
          </a:custGeom>
          <a:noFill/>
          <a:ln w="14288">
            <a:solidFill>
              <a:srgbClr val="4A5D3A"/>
            </a:solidFill>
            <a:prstDash val="solid"/>
          </a:ln>
        </p:spPr>
      </p:sp>
      <p:sp>
        <p:nvSpPr>
          <p:cNvPr id="8" name="Shape 6"/>
          <p:cNvSpPr/>
          <p:nvPr/>
        </p:nvSpPr>
        <p:spPr>
          <a:xfrm>
            <a:off x="3581430" y="4343400"/>
            <a:ext cx="5143500" cy="0"/>
          </a:xfrm>
          <a:prstGeom prst="line">
            <a:avLst/>
          </a:prstGeom>
          <a:noFill/>
          <a:ln w="14288">
            <a:solidFill>
              <a:srgbClr val="C9C4B8"/>
            </a:solidFill>
            <a:prstDash val="solid"/>
          </a:ln>
        </p:spPr>
      </p:sp>
      <p:sp>
        <p:nvSpPr>
          <p:cNvPr id="9" name="Shape 7"/>
          <p:cNvSpPr/>
          <p:nvPr/>
        </p:nvSpPr>
        <p:spPr>
          <a:xfrm>
            <a:off x="8724930" y="4343400"/>
            <a:ext cx="2552730" cy="0"/>
          </a:xfrm>
          <a:prstGeom prst="line">
            <a:avLst/>
          </a:prstGeom>
          <a:noFill/>
          <a:ln w="14288">
            <a:solidFill>
              <a:srgbClr val="C9C4B8"/>
            </a:solidFill>
            <a:prstDash val="sysDot"/>
          </a:ln>
        </p:spPr>
      </p:sp>
      <p:sp>
        <p:nvSpPr>
          <p:cNvPr id="10" name="Shape 8"/>
          <p:cNvSpPr/>
          <p:nvPr/>
        </p:nvSpPr>
        <p:spPr>
          <a:xfrm>
            <a:off x="3590940" y="4229100"/>
            <a:ext cx="0" cy="228600"/>
          </a:xfrm>
          <a:prstGeom prst="line">
            <a:avLst/>
          </a:prstGeom>
          <a:noFill/>
          <a:ln w="14288">
            <a:solidFill>
              <a:srgbClr val="C9C4B8"/>
            </a:solidFill>
            <a:prstDash val="solid"/>
          </a:ln>
        </p:spPr>
      </p:sp>
      <p:sp>
        <p:nvSpPr>
          <p:cNvPr id="11" name="Shape 9"/>
          <p:cNvSpPr/>
          <p:nvPr/>
        </p:nvSpPr>
        <p:spPr>
          <a:xfrm>
            <a:off x="6153180" y="4229100"/>
            <a:ext cx="0" cy="228600"/>
          </a:xfrm>
          <a:prstGeom prst="line">
            <a:avLst/>
          </a:prstGeom>
          <a:noFill/>
          <a:ln w="14288">
            <a:solidFill>
              <a:srgbClr val="C9C4B8"/>
            </a:solidFill>
            <a:prstDash val="solid"/>
          </a:ln>
        </p:spPr>
      </p:sp>
      <p:sp>
        <p:nvSpPr>
          <p:cNvPr id="12" name="Shape 10"/>
          <p:cNvSpPr/>
          <p:nvPr/>
        </p:nvSpPr>
        <p:spPr>
          <a:xfrm>
            <a:off x="8724930" y="4190970"/>
            <a:ext cx="0" cy="304770"/>
          </a:xfrm>
          <a:prstGeom prst="line">
            <a:avLst/>
          </a:prstGeom>
          <a:noFill/>
          <a:ln w="23813">
            <a:solidFill>
              <a:srgbClr val="4A5D3A"/>
            </a:solidFill>
            <a:prstDash val="solid"/>
          </a:ln>
        </p:spPr>
      </p:sp>
      <p:sp>
        <p:nvSpPr>
          <p:cNvPr id="13" name="Text 11"/>
          <p:cNvSpPr/>
          <p:nvPr/>
        </p:nvSpPr>
        <p:spPr>
          <a:xfrm>
            <a:off x="914400" y="461955"/>
            <a:ext cx="263713" cy="300015"/>
          </a:xfrm>
          <a:prstGeom prst="rect">
            <a:avLst/>
          </a:prstGeom>
          <a:noFill/>
          <a:ln>
            <a:noFill/>
          </a:ln>
        </p:spPr>
        <p:txBody>
          <a:bodyPr wrap="none" lIns="0" tIns="0" rIns="0" bIns="0" rtlCol="0" anchor="t"/>
          <a:lstStyle/>
          <a:p>
            <a:pPr algn="l" indent="0" marL="0">
              <a:lnSpc>
                <a:spcPct val="154000"/>
              </a:lnSpc>
              <a:buNone/>
            </a:pPr>
            <a:r>
              <a:rPr lang="en-US" sz="975" b="1" spc="156" kern="0" dirty="0">
                <a:solidFill>
                  <a:srgbClr val="4A5D3A"/>
                </a:solidFill>
                <a:latin typeface="Consolas" pitchFamily="34" charset="0"/>
                <a:ea typeface="Noto Sans JP" pitchFamily="34" charset="-122"/>
                <a:cs typeface="Consolas" pitchFamily="34" charset="-120"/>
              </a:rPr>
              <a:t>S01</a:t>
            </a:r>
            <a:endParaRPr lang="en-US" sz="975" b="1" spc="156" kern="0" dirty="0">
              <a:solidFill>
                <a:srgbClr val="4A5D3A"/>
              </a:solidFill>
              <a:latin typeface="Consolas" pitchFamily="34" charset="0"/>
              <a:ea typeface="Noto Sans JP" pitchFamily="34" charset="-122"/>
              <a:cs typeface="Consolas" pitchFamily="34" charset="-120"/>
            </a:endParaRPr>
          </a:p>
        </p:txBody>
      </p:sp>
      <p:sp>
        <p:nvSpPr>
          <p:cNvPr id="14" name="Text 12"/>
          <p:cNvSpPr/>
          <p:nvPr/>
        </p:nvSpPr>
        <p:spPr>
          <a:xfrm>
            <a:off x="1330543" y="438180"/>
            <a:ext cx="592074" cy="314371"/>
          </a:xfrm>
          <a:prstGeom prst="rect">
            <a:avLst/>
          </a:prstGeom>
          <a:noFill/>
          <a:ln>
            <a:noFill/>
          </a:ln>
        </p:spPr>
        <p:txBody>
          <a:bodyPr wrap="none" lIns="0" tIns="0" rIns="0" bIns="0" rtlCol="0" anchor="t"/>
          <a:lstStyle/>
          <a:p>
            <a:pPr algn="l" indent="0" marL="0">
              <a:lnSpc>
                <a:spcPct val="150000"/>
              </a:lnSpc>
              <a:buNone/>
            </a:pPr>
            <a:r>
              <a:rPr lang="ja-JP" altLang="en-US" sz="1050" spc="126" kern="0" dirty="0">
                <a:solidFill>
                  <a:srgbClr val="33312A"/>
                </a:solidFill>
                <a:latin typeface="Noto Sans JP" pitchFamily="34" charset="0"/>
                <a:ea typeface="Noto Sans JP" pitchFamily="34" charset="-122"/>
                <a:cs typeface="Noto Sans JP" pitchFamily="34" charset="-120"/>
              </a:rPr>
              <a:t>きっかけ</a:t>
            </a:r>
            <a:endParaRPr lang="ja-JP" altLang="en-US" sz="1050" spc="126" kern="0" dirty="0">
              <a:solidFill>
                <a:srgbClr val="33312A"/>
              </a:solidFill>
              <a:latin typeface="Noto Sans JP" pitchFamily="34" charset="0"/>
              <a:ea typeface="Noto Sans JP" pitchFamily="34" charset="-122"/>
              <a:cs typeface="Noto Sans JP" pitchFamily="34" charset="-120"/>
            </a:endParaRPr>
          </a:p>
        </p:txBody>
      </p:sp>
      <p:sp>
        <p:nvSpPr>
          <p:cNvPr id="15" name="Shape 13"/>
          <p:cNvSpPr/>
          <p:nvPr/>
        </p:nvSpPr>
        <p:spPr>
          <a:xfrm>
            <a:off x="914400" y="800100"/>
            <a:ext cx="10363170" cy="9510"/>
          </a:xfrm>
          <a:prstGeom prst="rect">
            <a:avLst/>
          </a:prstGeom>
          <a:solidFill>
            <a:srgbClr val="C9C4B8"/>
          </a:solidFill>
          <a:ln>
            <a:noFill/>
          </a:ln>
        </p:spPr>
      </p:sp>
      <p:sp>
        <p:nvSpPr>
          <p:cNvPr id="16" name="Shape 14"/>
          <p:cNvSpPr/>
          <p:nvPr/>
        </p:nvSpPr>
        <p:spPr>
          <a:xfrm>
            <a:off x="990570" y="1200150"/>
            <a:ext cx="2209830" cy="3200400"/>
          </a:xfrm>
          <a:prstGeom prst="rect">
            <a:avLst/>
          </a:prstGeom>
          <a:solidFill>
            <a:srgbClr val="F3F1E9"/>
          </a:solidFill>
          <a:ln>
            <a:noFill/>
          </a:ln>
        </p:spPr>
      </p:sp>
      <p:sp>
        <p:nvSpPr>
          <p:cNvPr id="17" name="Shape 15"/>
          <p:cNvSpPr/>
          <p:nvPr/>
        </p:nvSpPr>
        <p:spPr>
          <a:xfrm>
            <a:off x="990570" y="1200150"/>
            <a:ext cx="2209830" cy="9510"/>
          </a:xfrm>
          <a:prstGeom prst="rect">
            <a:avLst/>
          </a:prstGeom>
          <a:solidFill>
            <a:srgbClr val="C9C4B8"/>
          </a:solidFill>
          <a:ln>
            <a:noFill/>
          </a:ln>
        </p:spPr>
      </p:sp>
      <p:sp>
        <p:nvSpPr>
          <p:cNvPr id="18" name="Shape 16"/>
          <p:cNvSpPr/>
          <p:nvPr/>
        </p:nvSpPr>
        <p:spPr>
          <a:xfrm>
            <a:off x="990570" y="4391040"/>
            <a:ext cx="2209830" cy="9510"/>
          </a:xfrm>
          <a:prstGeom prst="rect">
            <a:avLst/>
          </a:prstGeom>
          <a:solidFill>
            <a:srgbClr val="C9C4B8"/>
          </a:solidFill>
          <a:ln>
            <a:noFill/>
          </a:ln>
        </p:spPr>
      </p:sp>
      <p:sp>
        <p:nvSpPr>
          <p:cNvPr id="19" name="Shape 17"/>
          <p:cNvSpPr/>
          <p:nvPr/>
        </p:nvSpPr>
        <p:spPr>
          <a:xfrm>
            <a:off x="990570" y="1200150"/>
            <a:ext cx="9510" cy="3200400"/>
          </a:xfrm>
          <a:prstGeom prst="rect">
            <a:avLst/>
          </a:prstGeom>
          <a:solidFill>
            <a:srgbClr val="C9C4B8"/>
          </a:solidFill>
          <a:ln>
            <a:noFill/>
          </a:ln>
        </p:spPr>
      </p:sp>
      <p:sp>
        <p:nvSpPr>
          <p:cNvPr id="20" name="Shape 18"/>
          <p:cNvSpPr/>
          <p:nvPr/>
        </p:nvSpPr>
        <p:spPr>
          <a:xfrm>
            <a:off x="3190890" y="1200150"/>
            <a:ext cx="9510" cy="3200400"/>
          </a:xfrm>
          <a:prstGeom prst="rect">
            <a:avLst/>
          </a:prstGeom>
          <a:solidFill>
            <a:srgbClr val="C9C4B8"/>
          </a:solidFill>
          <a:ln>
            <a:noFill/>
          </a:ln>
        </p:spPr>
      </p:sp>
      <p:sp>
        <p:nvSpPr>
          <p:cNvPr id="21" name="Shape 19"/>
          <p:cNvSpPr/>
          <p:nvPr/>
        </p:nvSpPr>
        <p:spPr>
          <a:xfrm>
            <a:off x="914400" y="1143000"/>
            <a:ext cx="2209830" cy="3200400"/>
          </a:xfrm>
          <a:prstGeom prst="rect">
            <a:avLst/>
          </a:prstGeom>
          <a:solidFill>
            <a:srgbClr val="4A5D3A"/>
          </a:solidFill>
          <a:ln>
            <a:noFill/>
          </a:ln>
        </p:spPr>
      </p:sp>
      <p:sp>
        <p:nvSpPr>
          <p:cNvPr id="22" name="Shape 20"/>
          <p:cNvSpPr/>
          <p:nvPr/>
        </p:nvSpPr>
        <p:spPr>
          <a:xfrm>
            <a:off x="914400" y="1143000"/>
            <a:ext cx="114300" cy="3200400"/>
          </a:xfrm>
          <a:prstGeom prst="rect">
            <a:avLst/>
          </a:prstGeom>
          <a:solidFill>
            <a:srgbClr val="3B4A2E"/>
          </a:solidFill>
          <a:ln>
            <a:noFill/>
          </a:ln>
        </p:spPr>
      </p:sp>
      <p:sp>
        <p:nvSpPr>
          <p:cNvPr id="23" name="Text 21"/>
          <p:cNvSpPr/>
          <p:nvPr/>
        </p:nvSpPr>
        <p:spPr>
          <a:xfrm>
            <a:off x="1181130" y="1371600"/>
            <a:ext cx="1285098" cy="304770"/>
          </a:xfrm>
          <a:prstGeom prst="rect">
            <a:avLst/>
          </a:prstGeom>
          <a:noFill/>
          <a:ln>
            <a:noFill/>
          </a:ln>
        </p:spPr>
        <p:txBody>
          <a:bodyPr wrap="none" lIns="0" tIns="0" rIns="0" bIns="0" rtlCol="0" anchor="t"/>
          <a:lstStyle/>
          <a:p>
            <a:pPr algn="l" indent="0" marL="0">
              <a:lnSpc>
                <a:spcPct val="143000"/>
              </a:lnSpc>
              <a:buNone/>
            </a:pPr>
            <a:r>
              <a:rPr lang="ja-JP" altLang="en-US" sz="1050" dirty="0">
                <a:solidFill>
                  <a:srgbClr val="DFDBD0"/>
                </a:solidFill>
                <a:latin typeface="Noto Sans JP" pitchFamily="34" charset="0"/>
                <a:ea typeface="Noto Sans JP" pitchFamily="34" charset="-122"/>
                <a:cs typeface="Noto Sans JP" pitchFamily="34" charset="-120"/>
              </a:rPr>
              <a:t>ダグラス・B・ホルト</a:t>
            </a:r>
            <a:endParaRPr lang="ja-JP" altLang="en-US" sz="1050" dirty="0">
              <a:solidFill>
                <a:srgbClr val="DFDBD0"/>
              </a:solidFill>
              <a:latin typeface="Noto Sans JP" pitchFamily="34" charset="0"/>
              <a:ea typeface="Noto Sans JP" pitchFamily="34" charset="-122"/>
              <a:cs typeface="Noto Sans JP" pitchFamily="34" charset="-120"/>
            </a:endParaRPr>
          </a:p>
        </p:txBody>
      </p:sp>
      <p:sp>
        <p:nvSpPr>
          <p:cNvPr id="24" name="Text 22"/>
          <p:cNvSpPr/>
          <p:nvPr/>
        </p:nvSpPr>
        <p:spPr>
          <a:xfrm>
            <a:off x="1181130" y="1714500"/>
            <a:ext cx="1649486" cy="723930"/>
          </a:xfrm>
          <a:prstGeom prst="rect">
            <a:avLst/>
          </a:prstGeom>
          <a:noFill/>
          <a:ln>
            <a:noFill/>
          </a:ln>
        </p:spPr>
        <p:txBody>
          <a:bodyPr wrap="square" lIns="0" tIns="0" rIns="0" bIns="0" rtlCol="0" anchor="t"/>
          <a:lstStyle/>
          <a:p>
            <a:pPr algn="l" indent="0" marL="0">
              <a:lnSpc>
                <a:spcPct val="145000"/>
              </a:lnSpc>
              <a:buNone/>
            </a:pPr>
            <a:r>
              <a:rPr lang="ja-JP" altLang="en-US" sz="1650" b="1" spc="66" kern="0" dirty="0">
                <a:solidFill>
                  <a:srgbClr val="FAF9F5"/>
                </a:solidFill>
                <a:latin typeface="Noto Sans JP" pitchFamily="34" charset="0"/>
                <a:ea typeface="Noto Sans JP" pitchFamily="34" charset="-122"/>
                <a:cs typeface="Noto Sans JP" pitchFamily="34" charset="-120"/>
              </a:rPr>
              <a:t>『ブランドが</a:t>
            </a:r>
            <a:endParaRPr lang="ja-JP" altLang="en-US" sz="1650" b="1" spc="66" kern="0" dirty="0">
              <a:solidFill>
                <a:srgbClr val="FAF9F5"/>
              </a:solidFill>
              <a:latin typeface="Noto Sans JP" pitchFamily="34" charset="0"/>
              <a:ea typeface="Noto Sans JP" pitchFamily="34" charset="-122"/>
              <a:cs typeface="Noto Sans JP" pitchFamily="34" charset="-120"/>
            </a:endParaRPr>
          </a:p>
          <a:p>
            <a:pPr algn="l" indent="0" marL="0">
              <a:lnSpc>
                <a:spcPct val="145000"/>
              </a:lnSpc>
              <a:buNone/>
            </a:pPr>
            <a:r>
              <a:rPr lang="ja-JP" altLang="en-US" sz="1650" b="1" spc="66" kern="0" dirty="0">
                <a:solidFill>
                  <a:srgbClr val="FAF9F5"/>
                </a:solidFill>
                <a:latin typeface="Noto Sans JP" pitchFamily="34" charset="0"/>
                <a:ea typeface="Noto Sans JP" pitchFamily="34" charset="-122"/>
                <a:cs typeface="Noto Sans JP" pitchFamily="34" charset="-120"/>
              </a:rPr>
              <a:t>神話になる日』</a:t>
            </a:r>
            <a:endParaRPr lang="ja-JP" altLang="en-US" sz="1650" b="1" spc="66" kern="0" dirty="0">
              <a:solidFill>
                <a:srgbClr val="FAF9F5"/>
              </a:solidFill>
              <a:latin typeface="Noto Sans JP" pitchFamily="34" charset="0"/>
              <a:ea typeface="Noto Sans JP" pitchFamily="34" charset="-122"/>
              <a:cs typeface="Noto Sans JP" pitchFamily="34" charset="-120"/>
            </a:endParaRPr>
          </a:p>
        </p:txBody>
      </p:sp>
      <p:sp>
        <p:nvSpPr>
          <p:cNvPr id="25" name="Text 23"/>
          <p:cNvSpPr/>
          <p:nvPr/>
        </p:nvSpPr>
        <p:spPr>
          <a:xfrm>
            <a:off x="1181130" y="2476470"/>
            <a:ext cx="1157539" cy="495330"/>
          </a:xfrm>
          <a:prstGeom prst="rect">
            <a:avLst/>
          </a:prstGeom>
          <a:noFill/>
          <a:ln>
            <a:noFill/>
          </a:ln>
        </p:spPr>
        <p:txBody>
          <a:bodyPr wrap="square" lIns="0" tIns="0" rIns="0" bIns="0" rtlCol="0" anchor="t"/>
          <a:lstStyle/>
          <a:p>
            <a:pPr algn="l" indent="0" marL="0">
              <a:lnSpc>
                <a:spcPct val="143000"/>
              </a:lnSpc>
              <a:buNone/>
            </a:pPr>
            <a:r>
              <a:rPr lang="en-US" sz="1050" spc="126" kern="0" dirty="0">
                <a:solidFill>
                  <a:srgbClr val="DFDBD0"/>
                </a:solidFill>
                <a:latin typeface="Consolas" pitchFamily="34" charset="0"/>
                <a:ea typeface="Noto Sans JP" pitchFamily="34" charset="-122"/>
                <a:cs typeface="Consolas" pitchFamily="34" charset="-120"/>
              </a:rPr>
              <a:t>HOW BRANDS</a:t>
            </a:r>
            <a:endParaRPr lang="en-US" sz="1050" spc="126" kern="0" dirty="0">
              <a:solidFill>
                <a:srgbClr val="DFDBD0"/>
              </a:solidFill>
              <a:latin typeface="Consolas" pitchFamily="34" charset="0"/>
              <a:ea typeface="Noto Sans JP" pitchFamily="34" charset="-122"/>
              <a:cs typeface="Consolas" pitchFamily="34" charset="-120"/>
            </a:endParaRPr>
          </a:p>
          <a:p>
            <a:pPr algn="l" indent="0" marL="0">
              <a:lnSpc>
                <a:spcPct val="143000"/>
              </a:lnSpc>
              <a:buNone/>
            </a:pPr>
            <a:r>
              <a:rPr lang="en-US" sz="1050" spc="126" kern="0" dirty="0">
                <a:solidFill>
                  <a:srgbClr val="DFDBD0"/>
                </a:solidFill>
                <a:latin typeface="Consolas" pitchFamily="34" charset="0"/>
                <a:ea typeface="Noto Sans JP" pitchFamily="34" charset="-122"/>
                <a:cs typeface="Consolas" pitchFamily="34" charset="-120"/>
              </a:rPr>
              <a:t>BECOME ICONS</a:t>
            </a:r>
            <a:endParaRPr lang="en-US" sz="1050" spc="126" kern="0" dirty="0">
              <a:solidFill>
                <a:srgbClr val="DFDBD0"/>
              </a:solidFill>
              <a:latin typeface="Consolas" pitchFamily="34" charset="0"/>
              <a:ea typeface="Noto Sans JP" pitchFamily="34" charset="-122"/>
              <a:cs typeface="Consolas" pitchFamily="34" charset="-120"/>
            </a:endParaRPr>
          </a:p>
        </p:txBody>
      </p:sp>
      <p:sp>
        <p:nvSpPr>
          <p:cNvPr id="26" name="Shape 24"/>
          <p:cNvSpPr/>
          <p:nvPr/>
        </p:nvSpPr>
        <p:spPr>
          <a:xfrm>
            <a:off x="1181130" y="3838560"/>
            <a:ext cx="1771650" cy="9510"/>
          </a:xfrm>
          <a:prstGeom prst="rect">
            <a:avLst/>
          </a:prstGeom>
          <a:solidFill>
            <a:srgbClr val="A2AB97"/>
          </a:solidFill>
          <a:ln>
            <a:noFill/>
          </a:ln>
        </p:spPr>
      </p:sp>
      <p:sp>
        <p:nvSpPr>
          <p:cNvPr id="27" name="Text 25"/>
          <p:cNvSpPr/>
          <p:nvPr/>
        </p:nvSpPr>
        <p:spPr>
          <a:xfrm>
            <a:off x="1181130" y="3943350"/>
            <a:ext cx="1728033" cy="304770"/>
          </a:xfrm>
          <a:prstGeom prst="rect">
            <a:avLst/>
          </a:prstGeom>
          <a:noFill/>
          <a:ln>
            <a:noFill/>
          </a:ln>
        </p:spPr>
        <p:txBody>
          <a:bodyPr wrap="none" lIns="0" tIns="0" rIns="0" bIns="0" rtlCol="0" anchor="t"/>
          <a:lstStyle/>
          <a:p>
            <a:pPr algn="l" indent="0" marL="0">
              <a:lnSpc>
                <a:spcPct val="143000"/>
              </a:lnSpc>
              <a:buNone/>
            </a:pPr>
            <a:r>
              <a:rPr lang="ja-JP" altLang="en-US" sz="1050" spc="84" kern="0" dirty="0">
                <a:solidFill>
                  <a:srgbClr val="DFDBD0"/>
                </a:solidFill>
                <a:latin typeface="Consolas" pitchFamily="34" charset="0"/>
                <a:ea typeface="Noto Sans JP" pitchFamily="34" charset="-122"/>
                <a:cs typeface="Consolas" pitchFamily="34" charset="-120"/>
              </a:rPr>
              <a:t>原著 2004 ／ 邦訳 2005</a:t>
            </a:r>
            <a:endParaRPr lang="ja-JP" altLang="en-US" sz="1050" spc="84" kern="0" dirty="0">
              <a:solidFill>
                <a:srgbClr val="DFDBD0"/>
              </a:solidFill>
              <a:latin typeface="Consolas" pitchFamily="34" charset="0"/>
              <a:ea typeface="Noto Sans JP" pitchFamily="34" charset="-122"/>
              <a:cs typeface="Consolas" pitchFamily="34" charset="-120"/>
            </a:endParaRPr>
          </a:p>
        </p:txBody>
      </p:sp>
      <p:sp>
        <p:nvSpPr>
          <p:cNvPr id="28" name="Text 26"/>
          <p:cNvSpPr/>
          <p:nvPr/>
        </p:nvSpPr>
        <p:spPr>
          <a:xfrm>
            <a:off x="3581430" y="1143000"/>
            <a:ext cx="7696230" cy="1794327"/>
          </a:xfrm>
          <a:prstGeom prst="rect">
            <a:avLst/>
          </a:prstGeom>
          <a:noFill/>
          <a:ln>
            <a:noFill/>
          </a:ln>
        </p:spPr>
        <p:txBody>
          <a:bodyPr wrap="square" lIns="0" tIns="0" rIns="0" bIns="0" rtlCol="0" anchor="t"/>
          <a:lstStyle/>
          <a:p>
            <a:pPr algn="l" indent="0" marL="0">
              <a:lnSpc>
                <a:spcPct val="150000"/>
              </a:lnSpc>
              <a:buNone/>
            </a:pPr>
            <a:r>
              <a:rPr lang="ja-JP" altLang="en-US" sz="2250" dirty="0">
                <a:solidFill>
                  <a:srgbClr val="1B1A16"/>
                </a:solidFill>
                <a:latin typeface="Noto Sans JP Medium" pitchFamily="34" charset="0"/>
                <a:ea typeface="Noto Sans JP Medium" pitchFamily="34" charset="-122"/>
                <a:cs typeface="Noto Sans JP Medium" pitchFamily="34" charset="-120"/>
              </a:rPr>
              <a:t>一冊の本を読んでから、</a:t>
            </a:r>
            <a:endParaRPr lang="ja-JP" altLang="en-US" sz="2250" dirty="0">
              <a:solidFill>
                <a:srgbClr val="1B1A16"/>
              </a:solidFill>
              <a:latin typeface="Noto Sans JP Medium" pitchFamily="34" charset="0"/>
              <a:ea typeface="Noto Sans JP Medium" pitchFamily="34" charset="-122"/>
              <a:cs typeface="Noto Sans JP Medium" pitchFamily="34" charset="-120"/>
            </a:endParaRPr>
          </a:p>
          <a:p>
            <a:pPr algn="l" indent="0" marL="0">
              <a:lnSpc>
                <a:spcPct val="150000"/>
              </a:lnSpc>
              <a:buNone/>
            </a:pPr>
            <a:r>
              <a:rPr lang="ja-JP" altLang="en-US" sz="2250" dirty="0">
                <a:solidFill>
                  <a:srgbClr val="1B1A16"/>
                </a:solidFill>
                <a:latin typeface="Noto Sans JP Medium" pitchFamily="34" charset="0"/>
                <a:ea typeface="Noto Sans JP Medium" pitchFamily="34" charset="-122"/>
                <a:cs typeface="Noto Sans JP Medium" pitchFamily="34" charset="-120"/>
              </a:rPr>
              <a:t>ゲーム会社の話が違って見えるようになりました。</a:t>
            </a:r>
            <a:endParaRPr lang="ja-JP" altLang="en-US" sz="2250" dirty="0">
              <a:solidFill>
                <a:srgbClr val="1B1A16"/>
              </a:solidFill>
              <a:latin typeface="Noto Sans JP Medium" pitchFamily="34" charset="0"/>
              <a:ea typeface="Noto Sans JP Medium" pitchFamily="34" charset="-122"/>
              <a:cs typeface="Noto Sans JP Medium" pitchFamily="34" charset="-120"/>
            </a:endParaRPr>
          </a:p>
          <a:p>
            <a:pPr algn="l" indent="0" marL="0">
              <a:lnSpc>
                <a:spcPct val="150000"/>
              </a:lnSpc>
              <a:spcBef>
                <a:spcPts val="1350"/>
              </a:spcBef>
              <a:buNone/>
            </a:pPr>
            <a:r>
              <a:rPr lang="ja-JP" altLang="en-US" sz="1425" dirty="0">
                <a:solidFill>
                  <a:srgbClr val="33312A"/>
                </a:solidFill>
                <a:latin typeface="Noto Sans JP" pitchFamily="34" charset="0"/>
                <a:ea typeface="Noto Sans JP" pitchFamily="34" charset="-122"/>
                <a:cs typeface="Noto Sans JP" pitchFamily="34" charset="-120"/>
              </a:rPr>
              <a:t>強いブランドは、社会の建前と人々の実感のズレを埋める</a:t>
            </a:r>
            <a:r>
              <a:rPr lang="ja-JP" altLang="en-US" sz="1425" b="1" dirty="0">
                <a:solidFill>
                  <a:srgbClr val="4A5D3A"/>
                </a:solidFill>
                <a:latin typeface="Noto Sans JP" pitchFamily="34" charset="0"/>
                <a:ea typeface="Noto Sans JP" pitchFamily="34" charset="-122"/>
                <a:cs typeface="Noto Sans JP" pitchFamily="34" charset="-120"/>
              </a:rPr>
              <a:t>物語</a:t>
            </a:r>
            <a:r>
              <a:rPr lang="ja-JP" altLang="en-US" sz="1425" dirty="0">
                <a:solidFill>
                  <a:srgbClr val="33312A"/>
                </a:solidFill>
                <a:latin typeface="Noto Sans JP" pitchFamily="34" charset="0"/>
                <a:ea typeface="Noto Sans JP" pitchFamily="34" charset="-122"/>
                <a:cs typeface="Noto Sans JP" pitchFamily="34" charset="-120"/>
              </a:rPr>
              <a:t>を提供している。</a:t>
            </a:r>
            <a:endParaRPr lang="ja-JP" altLang="en-US" sz="1425" dirty="0">
              <a:solidFill>
                <a:srgbClr val="33312A"/>
              </a:solidFill>
              <a:latin typeface="Noto Sans JP" pitchFamily="34" charset="0"/>
              <a:ea typeface="Noto Sans JP" pitchFamily="34" charset="-122"/>
              <a:cs typeface="Noto Sans JP" pitchFamily="34" charset="-120"/>
            </a:endParaRPr>
          </a:p>
          <a:p>
            <a:pPr algn="l" indent="0" marL="0">
              <a:lnSpc>
                <a:spcPct val="150000"/>
              </a:lnSpc>
              <a:buNone/>
            </a:pPr>
            <a:r>
              <a:rPr lang="ja-JP" altLang="en-US" sz="1425" dirty="0">
                <a:solidFill>
                  <a:srgbClr val="33312A"/>
                </a:solidFill>
                <a:latin typeface="Noto Sans JP" pitchFamily="34" charset="0"/>
                <a:ea typeface="Noto Sans JP" pitchFamily="34" charset="-122"/>
                <a:cs typeface="Noto Sans JP" pitchFamily="34" charset="-120"/>
              </a:rPr>
              <a:t>今日は、それを三つの会社で試します。うち一社は、この本では説明できません。</a:t>
            </a:r>
            <a:endParaRPr lang="ja-JP" altLang="en-US" sz="1425" dirty="0">
              <a:solidFill>
                <a:srgbClr val="33312A"/>
              </a:solidFill>
              <a:latin typeface="Noto Sans JP" pitchFamily="34" charset="0"/>
              <a:ea typeface="Noto Sans JP" pitchFamily="34" charset="-122"/>
              <a:cs typeface="Noto Sans JP" pitchFamily="34" charset="-120"/>
            </a:endParaRPr>
          </a:p>
        </p:txBody>
      </p:sp>
      <p:sp>
        <p:nvSpPr>
          <p:cNvPr id="29" name="Text 27"/>
          <p:cNvSpPr/>
          <p:nvPr/>
        </p:nvSpPr>
        <p:spPr>
          <a:xfrm>
            <a:off x="3667110" y="2971800"/>
            <a:ext cx="454365" cy="361920"/>
          </a:xfrm>
          <a:prstGeom prst="rect">
            <a:avLst/>
          </a:prstGeom>
          <a:noFill/>
          <a:ln>
            <a:noFill/>
          </a:ln>
        </p:spPr>
        <p:txBody>
          <a:bodyPr wrap="none" lIns="0" tIns="0" rIns="0" bIns="0" rtlCol="0" anchor="t"/>
          <a:lstStyle/>
          <a:p>
            <a:pPr algn="l" indent="0" marL="0">
              <a:lnSpc>
                <a:spcPct val="173000"/>
              </a:lnSpc>
              <a:buNone/>
            </a:pPr>
            <a:r>
              <a:rPr lang="ja-JP" altLang="en-US" sz="1125" spc="68" kern="0" dirty="0">
                <a:solidFill>
                  <a:srgbClr val="6E6B60"/>
                </a:solidFill>
                <a:latin typeface="Noto Sans JP" pitchFamily="34" charset="0"/>
                <a:ea typeface="Noto Sans JP" pitchFamily="34" charset="-122"/>
                <a:cs typeface="Noto Sans JP" pitchFamily="34" charset="-120"/>
              </a:rPr>
              <a:t>本の外</a:t>
            </a:r>
            <a:endParaRPr lang="ja-JP" altLang="en-US" sz="1125" spc="68" kern="0" dirty="0">
              <a:solidFill>
                <a:srgbClr val="6E6B60"/>
              </a:solidFill>
              <a:latin typeface="Noto Sans JP" pitchFamily="34" charset="0"/>
              <a:ea typeface="Noto Sans JP" pitchFamily="34" charset="-122"/>
              <a:cs typeface="Noto Sans JP" pitchFamily="34" charset="-120"/>
            </a:endParaRPr>
          </a:p>
        </p:txBody>
      </p:sp>
      <p:sp>
        <p:nvSpPr>
          <p:cNvPr id="30" name="Text 28"/>
          <p:cNvSpPr/>
          <p:nvPr/>
        </p:nvSpPr>
        <p:spPr>
          <a:xfrm>
            <a:off x="6429421" y="2971800"/>
            <a:ext cx="357348" cy="361920"/>
          </a:xfrm>
          <a:prstGeom prst="rect">
            <a:avLst/>
          </a:prstGeom>
          <a:noFill/>
          <a:ln>
            <a:noFill/>
          </a:ln>
        </p:spPr>
        <p:txBody>
          <a:bodyPr wrap="none" lIns="0" tIns="0" rIns="0" bIns="0" rtlCol="0" anchor="t"/>
          <a:lstStyle/>
          <a:p>
            <a:pPr algn="l" indent="0" marL="0">
              <a:lnSpc>
                <a:spcPct val="186000"/>
              </a:lnSpc>
              <a:buNone/>
            </a:pPr>
            <a:r>
              <a:rPr lang="en-US" sz="1050" spc="126" kern="0" dirty="0">
                <a:solidFill>
                  <a:srgbClr val="4A5D3A"/>
                </a:solidFill>
                <a:latin typeface="Consolas" pitchFamily="34" charset="0"/>
                <a:ea typeface="Noto Sans JP" pitchFamily="34" charset="-122"/>
                <a:cs typeface="Consolas" pitchFamily="34" charset="-120"/>
              </a:rPr>
              <a:t>HOLT</a:t>
            </a:r>
            <a:endParaRPr lang="en-US" sz="1050" spc="126" kern="0" dirty="0">
              <a:solidFill>
                <a:srgbClr val="4A5D3A"/>
              </a:solidFill>
              <a:latin typeface="Consolas" pitchFamily="34" charset="0"/>
              <a:ea typeface="Noto Sans JP" pitchFamily="34" charset="-122"/>
              <a:cs typeface="Consolas" pitchFamily="34" charset="-120"/>
            </a:endParaRPr>
          </a:p>
        </p:txBody>
      </p:sp>
      <p:sp>
        <p:nvSpPr>
          <p:cNvPr id="31" name="Text 29"/>
          <p:cNvSpPr/>
          <p:nvPr/>
        </p:nvSpPr>
        <p:spPr>
          <a:xfrm>
            <a:off x="3581430" y="3619470"/>
            <a:ext cx="1148852" cy="609630"/>
          </a:xfrm>
          <a:prstGeom prst="rect">
            <a:avLst/>
          </a:prstGeom>
          <a:noFill/>
          <a:ln>
            <a:noFill/>
          </a:ln>
        </p:spPr>
        <p:txBody>
          <a:bodyPr wrap="none" lIns="0" tIns="0" rIns="0" bIns="0" rtlCol="0" anchor="t"/>
          <a:lstStyle/>
          <a:p>
            <a:pPr algn="l" indent="0" marL="0">
              <a:lnSpc>
                <a:spcPct val="100000"/>
              </a:lnSpc>
              <a:buNone/>
            </a:pPr>
            <a:r>
              <a:rPr lang="en-US" sz="3900" spc="117" kern="0" dirty="0">
                <a:solidFill>
                  <a:srgbClr val="1B1A16"/>
                </a:solidFill>
                <a:latin typeface="Consolas" pitchFamily="34" charset="0"/>
                <a:ea typeface="Noto Sans JP" pitchFamily="34" charset="-122"/>
                <a:cs typeface="Consolas" pitchFamily="34" charset="-120"/>
              </a:rPr>
              <a:t>1983</a:t>
            </a:r>
            <a:endParaRPr lang="en-US" sz="3900" spc="117" kern="0" dirty="0">
              <a:solidFill>
                <a:srgbClr val="1B1A16"/>
              </a:solidFill>
              <a:latin typeface="Consolas" pitchFamily="34" charset="0"/>
              <a:ea typeface="Noto Sans JP" pitchFamily="34" charset="-122"/>
              <a:cs typeface="Consolas" pitchFamily="34" charset="-120"/>
            </a:endParaRPr>
          </a:p>
        </p:txBody>
      </p:sp>
      <p:sp>
        <p:nvSpPr>
          <p:cNvPr id="32" name="Text 30"/>
          <p:cNvSpPr/>
          <p:nvPr/>
        </p:nvSpPr>
        <p:spPr>
          <a:xfrm>
            <a:off x="3581430" y="4533870"/>
            <a:ext cx="878098" cy="407640"/>
          </a:xfrm>
          <a:prstGeom prst="rect">
            <a:avLst/>
          </a:prstGeom>
          <a:noFill/>
          <a:ln>
            <a:noFill/>
          </a:ln>
        </p:spPr>
        <p:txBody>
          <a:bodyPr wrap="none" lIns="0" tIns="0" rIns="0" bIns="0" rtlCol="0" anchor="t"/>
          <a:lstStyle/>
          <a:p>
            <a:pPr algn="l" indent="0" marL="0">
              <a:lnSpc>
                <a:spcPct val="141000"/>
              </a:lnSpc>
              <a:buNone/>
            </a:pPr>
            <a:r>
              <a:rPr lang="ja-JP" altLang="en-US" sz="1650" spc="99" kern="0" dirty="0">
                <a:solidFill>
                  <a:srgbClr val="33312A"/>
                </a:solidFill>
                <a:latin typeface="Noto Sans JP Medium" pitchFamily="34" charset="0"/>
                <a:ea typeface="Noto Sans JP Medium" pitchFamily="34" charset="-122"/>
                <a:cs typeface="Noto Sans JP Medium" pitchFamily="34" charset="-120"/>
              </a:rPr>
              <a:t>アメリカ</a:t>
            </a:r>
            <a:endParaRPr lang="ja-JP" altLang="en-US" sz="1650" spc="99" kern="0" dirty="0">
              <a:solidFill>
                <a:srgbClr val="33312A"/>
              </a:solidFill>
              <a:latin typeface="Noto Sans JP Medium" pitchFamily="34" charset="0"/>
              <a:ea typeface="Noto Sans JP Medium" pitchFamily="34" charset="-122"/>
              <a:cs typeface="Noto Sans JP Medium" pitchFamily="34" charset="-120"/>
            </a:endParaRPr>
          </a:p>
        </p:txBody>
      </p:sp>
      <p:sp>
        <p:nvSpPr>
          <p:cNvPr id="33" name="Text 31"/>
          <p:cNvSpPr/>
          <p:nvPr/>
        </p:nvSpPr>
        <p:spPr>
          <a:xfrm>
            <a:off x="6153180" y="3619470"/>
            <a:ext cx="1148852" cy="609630"/>
          </a:xfrm>
          <a:prstGeom prst="rect">
            <a:avLst/>
          </a:prstGeom>
          <a:noFill/>
          <a:ln>
            <a:noFill/>
          </a:ln>
        </p:spPr>
        <p:txBody>
          <a:bodyPr wrap="none" lIns="0" tIns="0" rIns="0" bIns="0" rtlCol="0" anchor="t"/>
          <a:lstStyle/>
          <a:p>
            <a:pPr algn="l" indent="0" marL="0">
              <a:lnSpc>
                <a:spcPct val="100000"/>
              </a:lnSpc>
              <a:buNone/>
            </a:pPr>
            <a:r>
              <a:rPr lang="en-US" sz="3900" spc="117" kern="0" dirty="0">
                <a:solidFill>
                  <a:srgbClr val="1B1A16"/>
                </a:solidFill>
                <a:latin typeface="Consolas" pitchFamily="34" charset="0"/>
                <a:ea typeface="Noto Sans JP" pitchFamily="34" charset="-122"/>
                <a:cs typeface="Consolas" pitchFamily="34" charset="-120"/>
              </a:rPr>
              <a:t>2020</a:t>
            </a:r>
            <a:endParaRPr lang="en-US" sz="3900" spc="117" kern="0" dirty="0">
              <a:solidFill>
                <a:srgbClr val="1B1A16"/>
              </a:solidFill>
              <a:latin typeface="Consolas" pitchFamily="34" charset="0"/>
              <a:ea typeface="Noto Sans JP" pitchFamily="34" charset="-122"/>
              <a:cs typeface="Consolas" pitchFamily="34" charset="-120"/>
            </a:endParaRPr>
          </a:p>
        </p:txBody>
      </p:sp>
      <p:sp>
        <p:nvSpPr>
          <p:cNvPr id="34" name="Text 32"/>
          <p:cNvSpPr/>
          <p:nvPr/>
        </p:nvSpPr>
        <p:spPr>
          <a:xfrm>
            <a:off x="6153180" y="4533870"/>
            <a:ext cx="1110722" cy="407640"/>
          </a:xfrm>
          <a:prstGeom prst="rect">
            <a:avLst/>
          </a:prstGeom>
          <a:noFill/>
          <a:ln>
            <a:noFill/>
          </a:ln>
        </p:spPr>
        <p:txBody>
          <a:bodyPr wrap="none" lIns="0" tIns="0" rIns="0" bIns="0" rtlCol="0" anchor="t"/>
          <a:lstStyle/>
          <a:p>
            <a:pPr algn="l" indent="0" marL="0">
              <a:lnSpc>
                <a:spcPct val="141000"/>
              </a:lnSpc>
              <a:buNone/>
            </a:pPr>
            <a:r>
              <a:rPr lang="ja-JP" altLang="en-US" sz="1650" spc="99" kern="0" dirty="0">
                <a:solidFill>
                  <a:srgbClr val="33312A"/>
                </a:solidFill>
                <a:latin typeface="Noto Sans JP Medium" pitchFamily="34" charset="0"/>
                <a:ea typeface="Noto Sans JP Medium" pitchFamily="34" charset="-122"/>
                <a:cs typeface="Noto Sans JP Medium" pitchFamily="34" charset="-120"/>
              </a:rPr>
              <a:t>ポーランド</a:t>
            </a:r>
            <a:endParaRPr lang="ja-JP" altLang="en-US" sz="1650" spc="99" kern="0" dirty="0">
              <a:solidFill>
                <a:srgbClr val="33312A"/>
              </a:solidFill>
              <a:latin typeface="Noto Sans JP Medium" pitchFamily="34" charset="0"/>
              <a:ea typeface="Noto Sans JP Medium" pitchFamily="34" charset="-122"/>
              <a:cs typeface="Noto Sans JP Medium" pitchFamily="34" charset="-120"/>
            </a:endParaRPr>
          </a:p>
        </p:txBody>
      </p:sp>
      <p:sp>
        <p:nvSpPr>
          <p:cNvPr id="35" name="Text 33"/>
          <p:cNvSpPr/>
          <p:nvPr/>
        </p:nvSpPr>
        <p:spPr>
          <a:xfrm>
            <a:off x="8724930" y="3619470"/>
            <a:ext cx="1148852" cy="609630"/>
          </a:xfrm>
          <a:prstGeom prst="rect">
            <a:avLst/>
          </a:prstGeom>
          <a:noFill/>
          <a:ln>
            <a:noFill/>
          </a:ln>
        </p:spPr>
        <p:txBody>
          <a:bodyPr wrap="none" lIns="0" tIns="0" rIns="0" bIns="0" rtlCol="0" anchor="t"/>
          <a:lstStyle/>
          <a:p>
            <a:pPr algn="l" indent="0" marL="0">
              <a:lnSpc>
                <a:spcPct val="100000"/>
              </a:lnSpc>
              <a:buNone/>
            </a:pPr>
            <a:r>
              <a:rPr lang="en-US" sz="3900" spc="117" kern="0" dirty="0">
                <a:solidFill>
                  <a:srgbClr val="4A5D3A"/>
                </a:solidFill>
                <a:latin typeface="Consolas" pitchFamily="34" charset="0"/>
                <a:ea typeface="Noto Sans JP" pitchFamily="34" charset="-122"/>
                <a:cs typeface="Consolas" pitchFamily="34" charset="-120"/>
              </a:rPr>
              <a:t>2020</a:t>
            </a:r>
            <a:endParaRPr lang="en-US" sz="3900" spc="117" kern="0" dirty="0">
              <a:solidFill>
                <a:srgbClr val="4A5D3A"/>
              </a:solidFill>
              <a:latin typeface="Consolas" pitchFamily="34" charset="0"/>
              <a:ea typeface="Noto Sans JP" pitchFamily="34" charset="-122"/>
              <a:cs typeface="Consolas" pitchFamily="34" charset="-120"/>
            </a:endParaRPr>
          </a:p>
        </p:txBody>
      </p:sp>
      <p:sp>
        <p:nvSpPr>
          <p:cNvPr id="36" name="Text 34"/>
          <p:cNvSpPr/>
          <p:nvPr/>
        </p:nvSpPr>
        <p:spPr>
          <a:xfrm>
            <a:off x="8724930" y="4533870"/>
            <a:ext cx="444216" cy="407640"/>
          </a:xfrm>
          <a:prstGeom prst="rect">
            <a:avLst/>
          </a:prstGeom>
          <a:noFill/>
          <a:ln>
            <a:noFill/>
          </a:ln>
        </p:spPr>
        <p:txBody>
          <a:bodyPr wrap="none" lIns="0" tIns="0" rIns="0" bIns="0" rtlCol="0" anchor="t"/>
          <a:lstStyle/>
          <a:p>
            <a:pPr algn="l" indent="0" marL="0">
              <a:lnSpc>
                <a:spcPct val="141000"/>
              </a:lnSpc>
              <a:buNone/>
            </a:pPr>
            <a:r>
              <a:rPr lang="ja-JP" altLang="en-US" sz="1650" spc="99" kern="0" dirty="0">
                <a:solidFill>
                  <a:srgbClr val="33312A"/>
                </a:solidFill>
                <a:latin typeface="Noto Sans JP Medium" pitchFamily="34" charset="0"/>
                <a:ea typeface="Noto Sans JP Medium" pitchFamily="34" charset="-122"/>
                <a:cs typeface="Noto Sans JP Medium" pitchFamily="34" charset="-120"/>
              </a:rPr>
              <a:t>中国</a:t>
            </a:r>
            <a:endParaRPr lang="ja-JP" altLang="en-US" sz="1650" spc="99" kern="0" dirty="0">
              <a:solidFill>
                <a:srgbClr val="33312A"/>
              </a:solidFill>
              <a:latin typeface="Noto Sans JP Medium" pitchFamily="34" charset="0"/>
              <a:ea typeface="Noto Sans JP Medium" pitchFamily="34" charset="-122"/>
              <a:cs typeface="Noto Sans JP Medium" pitchFamily="34" charset="-120"/>
            </a:endParaRPr>
          </a:p>
        </p:txBody>
      </p:sp>
      <p:sp>
        <p:nvSpPr>
          <p:cNvPr id="37" name="Shape 35"/>
          <p:cNvSpPr/>
          <p:nvPr/>
        </p:nvSpPr>
        <p:spPr>
          <a:xfrm>
            <a:off x="914400" y="5524530"/>
            <a:ext cx="342900" cy="9510"/>
          </a:xfrm>
          <a:prstGeom prst="rect">
            <a:avLst/>
          </a:prstGeom>
          <a:solidFill>
            <a:srgbClr val="C9C4B8"/>
          </a:solidFill>
          <a:ln>
            <a:noFill/>
          </a:ln>
        </p:spPr>
      </p:sp>
      <p:sp>
        <p:nvSpPr>
          <p:cNvPr id="38" name="Text 36"/>
          <p:cNvSpPr/>
          <p:nvPr/>
        </p:nvSpPr>
        <p:spPr>
          <a:xfrm>
            <a:off x="914400" y="5743621"/>
            <a:ext cx="6096030" cy="491399"/>
          </a:xfrm>
          <a:prstGeom prst="rect">
            <a:avLst/>
          </a:prstGeom>
          <a:noFill/>
          <a:ln>
            <a:noFill/>
          </a:ln>
        </p:spPr>
        <p:txBody>
          <a:bodyPr wrap="none" lIns="0" tIns="0" rIns="0" bIns="0" rtlCol="0" anchor="t"/>
          <a:lstStyle/>
          <a:p>
            <a:pPr algn="l" indent="0" marL="0">
              <a:lnSpc>
                <a:spcPct val="182000"/>
              </a:lnSpc>
              <a:buNone/>
            </a:pPr>
            <a:r>
              <a:rPr lang="ja-JP" altLang="en-US" sz="1650" dirty="0">
                <a:solidFill>
                  <a:srgbClr val="33312A"/>
                </a:solidFill>
                <a:latin typeface="Noto Sans JP" pitchFamily="34" charset="0"/>
                <a:ea typeface="Noto Sans JP" pitchFamily="34" charset="-122"/>
                <a:cs typeface="Noto Sans JP" pitchFamily="34" charset="-120"/>
              </a:rPr>
              <a:t>最後に、それが私たちの仕事とどう繋がるかをお話しします。</a:t>
            </a:r>
            <a:endParaRPr lang="ja-JP" altLang="en-US" sz="1650" dirty="0">
              <a:solidFill>
                <a:srgbClr val="33312A"/>
              </a:solidFill>
              <a:latin typeface="Noto Sans JP" pitchFamily="34" charset="0"/>
              <a:ea typeface="Noto Sans JP" pitchFamily="34" charset="-122"/>
              <a:cs typeface="Noto Sans JP" pitchFamily="34" charset="-120"/>
            </a:endParaRPr>
          </a:p>
        </p:txBody>
      </p:sp>
      <p:sp>
        <p:nvSpPr>
          <p:cNvPr id="39" name="Shape 37"/>
          <p:cNvSpPr/>
          <p:nvPr/>
        </p:nvSpPr>
        <p:spPr>
          <a:xfrm>
            <a:off x="914400" y="790590"/>
            <a:ext cx="533370" cy="28621"/>
          </a:xfrm>
          <a:prstGeom prst="rect">
            <a:avLst/>
          </a:prstGeom>
          <a:solidFill>
            <a:srgbClr val="4A5D3A"/>
          </a:solidFill>
          <a:ln>
            <a:noFill/>
          </a:ln>
        </p:spPr>
      </p:sp>
      <p:sp>
        <p:nvSpPr>
          <p:cNvPr id="40" name="Text 38"/>
          <p:cNvSpPr/>
          <p:nvPr/>
        </p:nvSpPr>
        <p:spPr>
          <a:xfrm>
            <a:off x="8420070" y="6362670"/>
            <a:ext cx="2857500" cy="209580"/>
          </a:xfrm>
          <a:prstGeom prst="rect">
            <a:avLst/>
          </a:prstGeom>
          <a:noFill/>
          <a:ln>
            <a:noFill/>
          </a:ln>
        </p:spPr>
        <p:txBody>
          <a:bodyPr wrap="square" lIns="0" tIns="0" rIns="0" bIns="0" rtlCol="0" anchor="t"/>
          <a:lstStyle/>
          <a:p>
            <a:pPr algn="r" indent="0" marL="0">
              <a:buNone/>
            </a:pPr>
            <a:r>
              <a:rPr lang="en-US" sz="975" spc="160" kern="0" dirty="0">
                <a:solidFill>
                  <a:srgbClr val="6E6B60"/>
                </a:solidFill>
                <a:latin typeface="Consolas" pitchFamily="34" charset="0"/>
                <a:ea typeface="Noto Sans JP" pitchFamily="34" charset="-122"/>
                <a:cs typeface="Consolas" pitchFamily="34" charset="-120"/>
              </a:rPr>
              <a:t>01 / 23</a:t>
            </a:r>
            <a:endParaRPr lang="en-US" sz="975" spc="160" kern="0" dirty="0">
              <a:solidFill>
                <a:srgbClr val="6E6B60"/>
              </a:solidFill>
              <a:latin typeface="Consolas" pitchFamily="34" charset="0"/>
              <a:ea typeface="Noto Sans JP" pitchFamily="34" charset="-122"/>
              <a:cs typeface="Consolas" pitchFamily="34" charset="-12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914400" y="457200"/>
            <a:ext cx="266730" cy="304770"/>
          </a:xfrm>
          <a:prstGeom prst="rect">
            <a:avLst/>
          </a:prstGeom>
          <a:noFill/>
          <a:ln>
            <a:noFill/>
          </a:ln>
        </p:spPr>
        <p:txBody>
          <a:bodyPr wrap="none" lIns="0" tIns="0" rIns="0" bIns="0" rtlCol="0" anchor="t"/>
          <a:lstStyle/>
          <a:p>
            <a:pPr algn="l" indent="0" marL="0">
              <a:lnSpc>
                <a:spcPct val="154000"/>
              </a:lnSpc>
              <a:buNone/>
            </a:pPr>
            <a:r>
              <a:rPr lang="en-US" sz="975" b="1" spc="156" kern="0" dirty="0">
                <a:solidFill>
                  <a:srgbClr val="9C4A3C"/>
                </a:solidFill>
                <a:latin typeface="Consolas" pitchFamily="34" charset="0"/>
                <a:ea typeface="Noto Sans JP" pitchFamily="34" charset="-122"/>
                <a:cs typeface="Consolas" pitchFamily="34" charset="-120"/>
              </a:rPr>
              <a:t>S02</a:t>
            </a:r>
            <a:endParaRPr lang="en-US" sz="975" b="1" spc="156" kern="0" dirty="0">
              <a:solidFill>
                <a:srgbClr val="9C4A3C"/>
              </a:solidFill>
              <a:latin typeface="Consolas" pitchFamily="34" charset="0"/>
              <a:ea typeface="Noto Sans JP" pitchFamily="34" charset="-122"/>
              <a:cs typeface="Consolas" pitchFamily="34" charset="-120"/>
            </a:endParaRPr>
          </a:p>
        </p:txBody>
      </p:sp>
      <p:sp>
        <p:nvSpPr>
          <p:cNvPr id="3" name="Text 1"/>
          <p:cNvSpPr/>
          <p:nvPr/>
        </p:nvSpPr>
        <p:spPr>
          <a:xfrm>
            <a:off x="1333470" y="438180"/>
            <a:ext cx="1495410" cy="314371"/>
          </a:xfrm>
          <a:prstGeom prst="rect">
            <a:avLst/>
          </a:prstGeom>
          <a:noFill/>
          <a:ln>
            <a:noFill/>
          </a:ln>
        </p:spPr>
        <p:txBody>
          <a:bodyPr wrap="none" lIns="0" tIns="0" rIns="0" bIns="0" rtlCol="0" anchor="t"/>
          <a:lstStyle/>
          <a:p>
            <a:pPr algn="l" indent="0" marL="0">
              <a:lnSpc>
                <a:spcPct val="150000"/>
              </a:lnSpc>
              <a:buNone/>
            </a:pPr>
            <a:r>
              <a:rPr lang="ja-JP" altLang="en-US" sz="1050" spc="126" kern="0" dirty="0">
                <a:solidFill>
                  <a:srgbClr val="33312A"/>
                </a:solidFill>
                <a:latin typeface="Noto Sans JP" pitchFamily="34" charset="0"/>
                <a:ea typeface="Noto Sans JP" pitchFamily="34" charset="-122"/>
                <a:cs typeface="Noto Sans JP" pitchFamily="34" charset="-120"/>
              </a:rPr>
              <a:t>前提｜アタリショック</a:t>
            </a:r>
            <a:endParaRPr lang="ja-JP" altLang="en-US" sz="1050" spc="126" kern="0" dirty="0">
              <a:solidFill>
                <a:srgbClr val="33312A"/>
              </a:solidFill>
              <a:latin typeface="Noto Sans JP" pitchFamily="34" charset="0"/>
              <a:ea typeface="Noto Sans JP" pitchFamily="34" charset="-122"/>
              <a:cs typeface="Noto Sans JP" pitchFamily="34" charset="-120"/>
            </a:endParaRPr>
          </a:p>
        </p:txBody>
      </p:sp>
      <p:sp>
        <p:nvSpPr>
          <p:cNvPr id="4" name="Text 2"/>
          <p:cNvSpPr/>
          <p:nvPr/>
        </p:nvSpPr>
        <p:spPr>
          <a:xfrm>
            <a:off x="9229771" y="457200"/>
            <a:ext cx="2047890" cy="304770"/>
          </a:xfrm>
          <a:prstGeom prst="rect">
            <a:avLst/>
          </a:prstGeom>
          <a:noFill/>
          <a:ln>
            <a:noFill/>
          </a:ln>
        </p:spPr>
        <p:txBody>
          <a:bodyPr wrap="none" lIns="0" tIns="0" rIns="0" bIns="0" rtlCol="0" anchor="t"/>
          <a:lstStyle/>
          <a:p>
            <a:pPr algn="l" indent="0" marL="0">
              <a:lnSpc>
                <a:spcPct val="154000"/>
              </a:lnSpc>
              <a:buNone/>
            </a:pPr>
            <a:r>
              <a:rPr lang="en-US" sz="975" spc="137" kern="0" dirty="0">
                <a:solidFill>
                  <a:srgbClr val="6E6B60"/>
                </a:solidFill>
                <a:latin typeface="Consolas" pitchFamily="34" charset="0"/>
                <a:ea typeface="Noto Sans JP" pitchFamily="34" charset="-122"/>
                <a:cs typeface="Consolas" pitchFamily="34" charset="-120"/>
              </a:rPr>
              <a:t>VIDEO GAME CRASH OF 1983</a:t>
            </a:r>
            <a:endParaRPr lang="en-US" sz="975" spc="137" kern="0" dirty="0">
              <a:solidFill>
                <a:srgbClr val="6E6B60"/>
              </a:solidFill>
              <a:latin typeface="Consolas" pitchFamily="34" charset="0"/>
              <a:ea typeface="Noto Sans JP" pitchFamily="34" charset="-122"/>
              <a:cs typeface="Consolas" pitchFamily="34" charset="-120"/>
            </a:endParaRPr>
          </a:p>
        </p:txBody>
      </p:sp>
      <p:sp>
        <p:nvSpPr>
          <p:cNvPr id="5" name="Shape 3"/>
          <p:cNvSpPr/>
          <p:nvPr/>
        </p:nvSpPr>
        <p:spPr>
          <a:xfrm>
            <a:off x="914400" y="800100"/>
            <a:ext cx="10363170" cy="19020"/>
          </a:xfrm>
          <a:prstGeom prst="rect">
            <a:avLst/>
          </a:prstGeom>
          <a:solidFill>
            <a:srgbClr val="C9C4B8"/>
          </a:solidFill>
          <a:ln>
            <a:noFill/>
          </a:ln>
        </p:spPr>
      </p:sp>
      <p:sp>
        <p:nvSpPr>
          <p:cNvPr id="6" name="Text 4"/>
          <p:cNvSpPr/>
          <p:nvPr/>
        </p:nvSpPr>
        <p:spPr>
          <a:xfrm>
            <a:off x="914400" y="1066830"/>
            <a:ext cx="1133490" cy="609630"/>
          </a:xfrm>
          <a:prstGeom prst="rect">
            <a:avLst/>
          </a:prstGeom>
          <a:noFill/>
          <a:ln>
            <a:noFill/>
          </a:ln>
        </p:spPr>
        <p:txBody>
          <a:bodyPr wrap="none" lIns="0" tIns="0" rIns="0" bIns="0" rtlCol="0" anchor="t"/>
          <a:lstStyle/>
          <a:p>
            <a:pPr algn="l" indent="0" marL="0">
              <a:lnSpc>
                <a:spcPct val="100000"/>
              </a:lnSpc>
              <a:buNone/>
            </a:pPr>
            <a:r>
              <a:rPr lang="en-US" sz="3900" spc="78" kern="0" dirty="0">
                <a:solidFill>
                  <a:srgbClr val="1B1A16"/>
                </a:solidFill>
                <a:latin typeface="Consolas" pitchFamily="34" charset="0"/>
                <a:ea typeface="Noto Sans JP" pitchFamily="34" charset="-122"/>
                <a:cs typeface="Consolas" pitchFamily="34" charset="-120"/>
              </a:rPr>
              <a:t>1983</a:t>
            </a:r>
            <a:endParaRPr lang="en-US" sz="3900" spc="78" kern="0" dirty="0">
              <a:solidFill>
                <a:srgbClr val="1B1A16"/>
              </a:solidFill>
              <a:latin typeface="Consolas" pitchFamily="34" charset="0"/>
              <a:ea typeface="Noto Sans JP" pitchFamily="34" charset="-122"/>
              <a:cs typeface="Consolas" pitchFamily="34" charset="-120"/>
            </a:endParaRPr>
          </a:p>
        </p:txBody>
      </p:sp>
      <p:sp>
        <p:nvSpPr>
          <p:cNvPr id="7" name="Text 5"/>
          <p:cNvSpPr/>
          <p:nvPr/>
        </p:nvSpPr>
        <p:spPr>
          <a:xfrm>
            <a:off x="3810030" y="1504920"/>
            <a:ext cx="3238530" cy="342900"/>
          </a:xfrm>
          <a:prstGeom prst="rect">
            <a:avLst/>
          </a:prstGeom>
          <a:noFill/>
          <a:ln>
            <a:noFill/>
          </a:ln>
        </p:spPr>
        <p:txBody>
          <a:bodyPr wrap="none" lIns="0" tIns="0" rIns="0" bIns="0" rtlCol="0" anchor="t"/>
          <a:lstStyle/>
          <a:p>
            <a:pPr algn="l" indent="0" marL="0">
              <a:lnSpc>
                <a:spcPct val="153000"/>
              </a:lnSpc>
              <a:buNone/>
            </a:pPr>
            <a:r>
              <a:rPr lang="ja-JP" altLang="en-US" sz="1125" dirty="0">
                <a:solidFill>
                  <a:srgbClr val="5C5A50"/>
                </a:solidFill>
                <a:latin typeface="Noto Sans JP" pitchFamily="34" charset="0"/>
                <a:ea typeface="Noto Sans JP" pitchFamily="34" charset="-122"/>
                <a:cs typeface="Noto Sans JP" pitchFamily="34" charset="-120"/>
              </a:rPr>
              <a:t>日本でいう「アタリショック」</a:t>
            </a:r>
            <a:endParaRPr lang="ja-JP" altLang="en-US" sz="1125" dirty="0">
              <a:solidFill>
                <a:srgbClr val="5C5A50"/>
              </a:solidFill>
              <a:latin typeface="Noto Sans JP" pitchFamily="34" charset="0"/>
              <a:ea typeface="Noto Sans JP" pitchFamily="34" charset="-122"/>
              <a:cs typeface="Noto Sans JP" pitchFamily="34" charset="-120"/>
            </a:endParaRPr>
          </a:p>
        </p:txBody>
      </p:sp>
      <p:sp>
        <p:nvSpPr>
          <p:cNvPr id="8" name="Text 6"/>
          <p:cNvSpPr/>
          <p:nvPr/>
        </p:nvSpPr>
        <p:spPr>
          <a:xfrm>
            <a:off x="914400" y="2209830"/>
            <a:ext cx="8686800" cy="1766712"/>
          </a:xfrm>
          <a:prstGeom prst="rect">
            <a:avLst/>
          </a:prstGeom>
          <a:noFill/>
          <a:ln>
            <a:noFill/>
          </a:ln>
        </p:spPr>
        <p:txBody>
          <a:bodyPr wrap="square" lIns="0" tIns="0" rIns="0" bIns="0" rtlCol="0" anchor="t"/>
          <a:lstStyle/>
          <a:p>
            <a:pPr algn="l" indent="0" marL="0">
              <a:lnSpc>
                <a:spcPct val="165000"/>
              </a:lnSpc>
              <a:buNone/>
            </a:pPr>
            <a:r>
              <a:rPr lang="ja-JP" altLang="en-US" sz="1500" dirty="0">
                <a:solidFill>
                  <a:srgbClr val="33312A"/>
                </a:solidFill>
                <a:latin typeface="Noto Sans JP Medium" pitchFamily="34" charset="0"/>
                <a:ea typeface="Noto Sans JP Medium" pitchFamily="34" charset="-122"/>
                <a:cs typeface="Noto Sans JP Medium" pitchFamily="34" charset="-120"/>
              </a:rPr>
              <a:t>1970</a:t>
            </a:r>
            <a:r>
              <a:rPr lang="ja-JP" altLang="en-US" sz="1425" dirty="0">
                <a:solidFill>
                  <a:srgbClr val="33312A"/>
                </a:solidFill>
                <a:latin typeface="Noto Sans JP" pitchFamily="34" charset="0"/>
                <a:ea typeface="Noto Sans JP" pitchFamily="34" charset="-122"/>
                <a:cs typeface="Noto Sans JP" pitchFamily="34" charset="-120"/>
              </a:rPr>
              <a:t>年代後半、アメリカで家庭用ゲーム機が大流行した。最大手が </a:t>
            </a:r>
            <a:r>
              <a:rPr lang="ja-JP" altLang="en-US" sz="1500" dirty="0">
                <a:solidFill>
                  <a:srgbClr val="33312A"/>
                </a:solidFill>
                <a:latin typeface="Noto Sans JP Medium" pitchFamily="34" charset="0"/>
                <a:ea typeface="Noto Sans JP Medium" pitchFamily="34" charset="-122"/>
                <a:cs typeface="Noto Sans JP Medium" pitchFamily="34" charset="-120"/>
              </a:rPr>
              <a:t>Atari</a:t>
            </a:r>
            <a:r>
              <a:rPr lang="ja-JP" altLang="en-US" sz="1425" dirty="0">
                <a:solidFill>
                  <a:srgbClr val="33312A"/>
                </a:solidFill>
                <a:latin typeface="Noto Sans JP" pitchFamily="34" charset="0"/>
                <a:ea typeface="Noto Sans JP" pitchFamily="34" charset="-122"/>
                <a:cs typeface="Noto Sans JP" pitchFamily="34" charset="-120"/>
              </a:rPr>
              <a:t>。</a:t>
            </a:r>
            <a:endParaRPr lang="ja-JP" altLang="en-US" sz="1425" dirty="0">
              <a:solidFill>
                <a:srgbClr val="33312A"/>
              </a:solidFill>
              <a:latin typeface="Noto Sans JP" pitchFamily="34" charset="0"/>
              <a:ea typeface="Noto Sans JP" pitchFamily="34" charset="-122"/>
              <a:cs typeface="Noto Sans JP" pitchFamily="34" charset="-120"/>
            </a:endParaRPr>
          </a:p>
          <a:p>
            <a:pPr algn="l" indent="0" marL="0">
              <a:lnSpc>
                <a:spcPct val="165000"/>
              </a:lnSpc>
              <a:spcBef>
                <a:spcPts val="900"/>
              </a:spcBef>
              <a:buNone/>
            </a:pPr>
            <a:r>
              <a:rPr lang="ja-JP" altLang="en-US" sz="1425" dirty="0">
                <a:solidFill>
                  <a:srgbClr val="33312A"/>
                </a:solidFill>
                <a:latin typeface="Noto Sans JP" pitchFamily="34" charset="0"/>
                <a:ea typeface="Noto Sans JP" pitchFamily="34" charset="-122"/>
                <a:cs typeface="Noto Sans JP" pitchFamily="34" charset="-120"/>
              </a:rPr>
              <a:t>その市場が、この年、突然崩壊した。</a:t>
            </a:r>
            <a:endParaRPr lang="ja-JP" altLang="en-US" sz="1425" dirty="0">
              <a:solidFill>
                <a:srgbClr val="33312A"/>
              </a:solidFill>
              <a:latin typeface="Noto Sans JP" pitchFamily="34" charset="0"/>
              <a:ea typeface="Noto Sans JP" pitchFamily="34" charset="-122"/>
              <a:cs typeface="Noto Sans JP" pitchFamily="34" charset="-120"/>
            </a:endParaRPr>
          </a:p>
          <a:p>
            <a:pPr algn="l" indent="0" marL="0">
              <a:lnSpc>
                <a:spcPct val="165000"/>
              </a:lnSpc>
              <a:spcBef>
                <a:spcPts val="900"/>
              </a:spcBef>
              <a:buNone/>
            </a:pPr>
            <a:r>
              <a:rPr lang="ja-JP" altLang="en-US" sz="1425" dirty="0">
                <a:solidFill>
                  <a:srgbClr val="33312A"/>
                </a:solidFill>
                <a:latin typeface="Noto Sans JP" pitchFamily="34" charset="0"/>
                <a:ea typeface="Noto Sans JP" pitchFamily="34" charset="-122"/>
                <a:cs typeface="Noto Sans JP" pitchFamily="34" charset="-120"/>
              </a:rPr>
              <a:t>原因の一つは作りすぎ。売れる数を超えて出荷され、値崩れした</a:t>
            </a:r>
            <a:r>
              <a:rPr lang="ja-JP" altLang="en-US" sz="1425" b="1" dirty="0">
                <a:solidFill>
                  <a:srgbClr val="9C4A3C"/>
                </a:solidFill>
                <a:latin typeface="Noto Sans JP" pitchFamily="34" charset="0"/>
                <a:ea typeface="Noto Sans JP" pitchFamily="34" charset="-122"/>
                <a:cs typeface="Noto Sans JP" pitchFamily="34" charset="-120"/>
              </a:rPr>
              <a:t>在庫</a:t>
            </a:r>
            <a:r>
              <a:rPr lang="ja-JP" altLang="en-US" sz="1425" dirty="0">
                <a:solidFill>
                  <a:srgbClr val="33312A"/>
                </a:solidFill>
                <a:latin typeface="Noto Sans JP" pitchFamily="34" charset="0"/>
                <a:ea typeface="Noto Sans JP" pitchFamily="34" charset="-122"/>
                <a:cs typeface="Noto Sans JP" pitchFamily="34" charset="-120"/>
              </a:rPr>
              <a:t>を小売がかぶった。</a:t>
            </a:r>
            <a:endParaRPr lang="ja-JP" altLang="en-US" sz="1425" dirty="0">
              <a:solidFill>
                <a:srgbClr val="33312A"/>
              </a:solidFill>
              <a:latin typeface="Noto Sans JP" pitchFamily="34" charset="0"/>
              <a:ea typeface="Noto Sans JP" pitchFamily="34" charset="-122"/>
              <a:cs typeface="Noto Sans JP" pitchFamily="34" charset="-120"/>
            </a:endParaRPr>
          </a:p>
          <a:p>
            <a:pPr algn="l" indent="0" marL="0">
              <a:lnSpc>
                <a:spcPct val="165000"/>
              </a:lnSpc>
              <a:spcBef>
                <a:spcPts val="900"/>
              </a:spcBef>
              <a:buNone/>
            </a:pPr>
            <a:r>
              <a:rPr lang="ja-JP" altLang="en-US" sz="975" b="1" u="dotted" spc="156" kern="0" dirty="0">
                <a:solidFill>
                  <a:srgbClr val="7F8C72"/>
                </a:solidFill>
                <a:uFill>
                  <a:solidFill>
                    <a:srgbClr val="6E8555"/>
                  </a:solidFill>
                </a:uFill>
                <a:latin typeface="Consolas" pitchFamily="34" charset="0"/>
                <a:ea typeface="Noto Sans JP" pitchFamily="34" charset="-122"/>
                <a:cs typeface="Consolas" pitchFamily="34" charset="-120"/>
              </a:rPr>
              <a:t>TODO</a:t>
            </a:r>
            <a:r>
              <a:rPr lang="ja-JP" altLang="en-US" sz="525" u="dotted" dirty="0">
                <a:solidFill>
                  <a:srgbClr val="4A5D3A"/>
                </a:solidFill>
                <a:uFill>
                  <a:solidFill>
                    <a:srgbClr val="6E8555"/>
                  </a:solidFill>
                </a:uFill>
                <a:latin typeface="Consolas" pitchFamily="34" charset="0"/>
                <a:ea typeface="Noto Sans JP" pitchFamily="34" charset="-122"/>
                <a:cs typeface="Consolas" pitchFamily="34" charset="-120"/>
              </a:rPr>
              <a:t>　</a:t>
            </a:r>
            <a:r>
              <a:rPr lang="ja-JP" altLang="en-US" sz="975" u="dotted" dirty="0">
                <a:solidFill>
                  <a:srgbClr val="4A5D3A"/>
                </a:solidFill>
                <a:uFill>
                  <a:solidFill>
                    <a:srgbClr val="6E8555"/>
                  </a:solidFill>
                </a:uFill>
                <a:latin typeface="Consolas" pitchFamily="34" charset="0"/>
                <a:ea typeface="Noto Sans JP" pitchFamily="34" charset="-122"/>
                <a:cs typeface="Consolas" pitchFamily="34" charset="-120"/>
              </a:rPr>
              <a:t>崩壊の規模は諸説あり。数字を面に出すかは要判断</a:t>
            </a:r>
            <a:endParaRPr lang="ja-JP" altLang="en-US" sz="975" u="dotted" dirty="0">
              <a:solidFill>
                <a:srgbClr val="4A5D3A"/>
              </a:solidFill>
              <a:uFill>
                <a:solidFill>
                  <a:srgbClr val="6E8555"/>
                </a:solidFill>
              </a:uFill>
              <a:latin typeface="Consolas" pitchFamily="34" charset="0"/>
              <a:ea typeface="Noto Sans JP" pitchFamily="34" charset="-122"/>
              <a:cs typeface="Consolas" pitchFamily="34" charset="-120"/>
            </a:endParaRPr>
          </a:p>
        </p:txBody>
      </p:sp>
      <p:sp>
        <p:nvSpPr>
          <p:cNvPr id="9" name="Shape 7"/>
          <p:cNvSpPr/>
          <p:nvPr/>
        </p:nvSpPr>
        <p:spPr>
          <a:xfrm>
            <a:off x="914400" y="790590"/>
            <a:ext cx="914400" cy="38130"/>
          </a:xfrm>
          <a:prstGeom prst="rect">
            <a:avLst/>
          </a:prstGeom>
          <a:solidFill>
            <a:srgbClr val="9C4A3C"/>
          </a:solidFill>
          <a:ln>
            <a:noFill/>
          </a:ln>
        </p:spPr>
      </p:sp>
      <p:sp>
        <p:nvSpPr>
          <p:cNvPr id="10" name="Text 8"/>
          <p:cNvSpPr/>
          <p:nvPr/>
        </p:nvSpPr>
        <p:spPr>
          <a:xfrm>
            <a:off x="8420070" y="6362670"/>
            <a:ext cx="2857500" cy="209580"/>
          </a:xfrm>
          <a:prstGeom prst="rect">
            <a:avLst/>
          </a:prstGeom>
          <a:noFill/>
          <a:ln>
            <a:noFill/>
          </a:ln>
        </p:spPr>
        <p:txBody>
          <a:bodyPr wrap="square" lIns="0" tIns="0" rIns="0" bIns="0" rtlCol="0" anchor="t"/>
          <a:lstStyle/>
          <a:p>
            <a:pPr algn="r" indent="0" marL="0">
              <a:buNone/>
            </a:pPr>
            <a:r>
              <a:rPr lang="en-US" sz="975" spc="160" kern="0" dirty="0">
                <a:solidFill>
                  <a:srgbClr val="6E6B60"/>
                </a:solidFill>
                <a:latin typeface="Consolas" pitchFamily="34" charset="0"/>
                <a:ea typeface="Noto Sans JP" pitchFamily="34" charset="-122"/>
                <a:cs typeface="Consolas" pitchFamily="34" charset="-120"/>
              </a:rPr>
              <a:t>02 / 23</a:t>
            </a:r>
            <a:endParaRPr lang="en-US" sz="975" spc="160" kern="0" dirty="0">
              <a:solidFill>
                <a:srgbClr val="6E6B60"/>
              </a:solidFill>
              <a:latin typeface="Consolas" pitchFamily="34" charset="0"/>
              <a:ea typeface="Noto Sans JP" pitchFamily="34" charset="-122"/>
              <a:cs typeface="Consolas" pitchFamily="34" charset="-12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9905970" y="4991070"/>
            <a:ext cx="0" cy="1066830"/>
          </a:xfrm>
          <a:prstGeom prst="line">
            <a:avLst/>
          </a:prstGeom>
          <a:noFill/>
          <a:ln w="14288">
            <a:solidFill>
              <a:srgbClr val="C9C4B8"/>
            </a:solidFill>
            <a:prstDash val="solid"/>
          </a:ln>
        </p:spPr>
      </p:sp>
      <p:sp>
        <p:nvSpPr>
          <p:cNvPr id="3" name="Shape 1"/>
          <p:cNvSpPr/>
          <p:nvPr/>
        </p:nvSpPr>
        <p:spPr>
          <a:xfrm>
            <a:off x="8572500" y="5219670"/>
            <a:ext cx="1333470" cy="533370"/>
          </a:xfrm>
          <a:prstGeom prst="line">
            <a:avLst/>
          </a:prstGeom>
          <a:noFill/>
          <a:ln w="19050">
            <a:solidFill>
              <a:srgbClr val="C9C4B8"/>
            </a:solidFill>
            <a:prstDash val="solid"/>
          </a:ln>
        </p:spPr>
      </p:sp>
      <p:sp>
        <p:nvSpPr>
          <p:cNvPr id="4" name="Shape 2"/>
          <p:cNvSpPr/>
          <p:nvPr/>
        </p:nvSpPr>
        <p:spPr>
          <a:xfrm flipV="1">
            <a:off x="9905970" y="5067330"/>
            <a:ext cx="1371600" cy="685800"/>
          </a:xfrm>
          <a:prstGeom prst="line">
            <a:avLst/>
          </a:prstGeom>
          <a:noFill/>
          <a:ln w="19050">
            <a:solidFill>
              <a:srgbClr val="9C4A3C"/>
            </a:solidFill>
            <a:prstDash val="solid"/>
          </a:ln>
        </p:spPr>
      </p:sp>
      <p:sp>
        <p:nvSpPr>
          <p:cNvPr id="5" name="Text 3"/>
          <p:cNvSpPr/>
          <p:nvPr/>
        </p:nvSpPr>
        <p:spPr>
          <a:xfrm>
            <a:off x="914400" y="457200"/>
            <a:ext cx="266730" cy="304770"/>
          </a:xfrm>
          <a:prstGeom prst="rect">
            <a:avLst/>
          </a:prstGeom>
          <a:noFill/>
          <a:ln>
            <a:noFill/>
          </a:ln>
        </p:spPr>
        <p:txBody>
          <a:bodyPr wrap="none" lIns="0" tIns="0" rIns="0" bIns="0" rtlCol="0" anchor="t"/>
          <a:lstStyle/>
          <a:p>
            <a:pPr algn="l" indent="0" marL="0">
              <a:lnSpc>
                <a:spcPct val="154000"/>
              </a:lnSpc>
              <a:buNone/>
            </a:pPr>
            <a:r>
              <a:rPr lang="en-US" sz="975" b="1" spc="156" kern="0" dirty="0">
                <a:solidFill>
                  <a:srgbClr val="9C4A3C"/>
                </a:solidFill>
                <a:latin typeface="Consolas" pitchFamily="34" charset="0"/>
                <a:ea typeface="Noto Sans JP" pitchFamily="34" charset="-122"/>
                <a:cs typeface="Consolas" pitchFamily="34" charset="-120"/>
              </a:rPr>
              <a:t>S03</a:t>
            </a:r>
            <a:endParaRPr lang="en-US" sz="975" b="1" spc="156" kern="0" dirty="0">
              <a:solidFill>
                <a:srgbClr val="9C4A3C"/>
              </a:solidFill>
              <a:latin typeface="Consolas" pitchFamily="34" charset="0"/>
              <a:ea typeface="Noto Sans JP" pitchFamily="34" charset="-122"/>
              <a:cs typeface="Consolas" pitchFamily="34" charset="-120"/>
            </a:endParaRPr>
          </a:p>
        </p:txBody>
      </p:sp>
      <p:sp>
        <p:nvSpPr>
          <p:cNvPr id="6" name="Text 4"/>
          <p:cNvSpPr/>
          <p:nvPr/>
        </p:nvSpPr>
        <p:spPr>
          <a:xfrm>
            <a:off x="1333470" y="438180"/>
            <a:ext cx="2000250" cy="314371"/>
          </a:xfrm>
          <a:prstGeom prst="rect">
            <a:avLst/>
          </a:prstGeom>
          <a:noFill/>
          <a:ln>
            <a:noFill/>
          </a:ln>
        </p:spPr>
        <p:txBody>
          <a:bodyPr wrap="none" lIns="0" tIns="0" rIns="0" bIns="0" rtlCol="0" anchor="t"/>
          <a:lstStyle/>
          <a:p>
            <a:pPr algn="l" indent="0" marL="0">
              <a:lnSpc>
                <a:spcPct val="150000"/>
              </a:lnSpc>
              <a:buNone/>
            </a:pPr>
            <a:r>
              <a:rPr lang="ja-JP" altLang="en-US" sz="1050" spc="126" kern="0" dirty="0">
                <a:solidFill>
                  <a:srgbClr val="33312A"/>
                </a:solidFill>
                <a:latin typeface="Noto Sans JP" pitchFamily="34" charset="0"/>
                <a:ea typeface="Noto Sans JP" pitchFamily="34" charset="-122"/>
                <a:cs typeface="Noto Sans JP" pitchFamily="34" charset="-120"/>
              </a:rPr>
              <a:t>1983年に起きた、二つのこと</a:t>
            </a:r>
            <a:endParaRPr lang="ja-JP" altLang="en-US" sz="1050" spc="126" kern="0" dirty="0">
              <a:solidFill>
                <a:srgbClr val="33312A"/>
              </a:solidFill>
              <a:latin typeface="Noto Sans JP" pitchFamily="34" charset="0"/>
              <a:ea typeface="Noto Sans JP" pitchFamily="34" charset="-122"/>
              <a:cs typeface="Noto Sans JP" pitchFamily="34" charset="-120"/>
            </a:endParaRPr>
          </a:p>
        </p:txBody>
      </p:sp>
      <p:sp>
        <p:nvSpPr>
          <p:cNvPr id="7" name="Text 5"/>
          <p:cNvSpPr/>
          <p:nvPr/>
        </p:nvSpPr>
        <p:spPr>
          <a:xfrm>
            <a:off x="10934670" y="457200"/>
            <a:ext cx="342900" cy="304770"/>
          </a:xfrm>
          <a:prstGeom prst="rect">
            <a:avLst/>
          </a:prstGeom>
          <a:noFill/>
          <a:ln>
            <a:noFill/>
          </a:ln>
        </p:spPr>
        <p:txBody>
          <a:bodyPr wrap="none" lIns="0" tIns="0" rIns="0" bIns="0" rtlCol="0" anchor="t"/>
          <a:lstStyle/>
          <a:p>
            <a:pPr algn="l" indent="0" marL="0">
              <a:lnSpc>
                <a:spcPct val="154000"/>
              </a:lnSpc>
              <a:buNone/>
            </a:pPr>
            <a:r>
              <a:rPr lang="en-US" sz="975" spc="137" kern="0" dirty="0">
                <a:solidFill>
                  <a:srgbClr val="6E6B60"/>
                </a:solidFill>
                <a:latin typeface="Consolas" pitchFamily="34" charset="0"/>
                <a:ea typeface="Noto Sans JP" pitchFamily="34" charset="-122"/>
                <a:cs typeface="Consolas" pitchFamily="34" charset="-120"/>
              </a:rPr>
              <a:t>1983</a:t>
            </a:r>
            <a:endParaRPr lang="en-US" sz="975" spc="137" kern="0" dirty="0">
              <a:solidFill>
                <a:srgbClr val="6E6B60"/>
              </a:solidFill>
              <a:latin typeface="Consolas" pitchFamily="34" charset="0"/>
              <a:ea typeface="Noto Sans JP" pitchFamily="34" charset="-122"/>
              <a:cs typeface="Consolas" pitchFamily="34" charset="-120"/>
            </a:endParaRPr>
          </a:p>
        </p:txBody>
      </p:sp>
      <p:sp>
        <p:nvSpPr>
          <p:cNvPr id="8" name="Shape 6"/>
          <p:cNvSpPr/>
          <p:nvPr/>
        </p:nvSpPr>
        <p:spPr>
          <a:xfrm>
            <a:off x="914400" y="800100"/>
            <a:ext cx="10363170" cy="9510"/>
          </a:xfrm>
          <a:prstGeom prst="rect">
            <a:avLst/>
          </a:prstGeom>
          <a:solidFill>
            <a:srgbClr val="C9C4B8"/>
          </a:solidFill>
          <a:ln>
            <a:noFill/>
          </a:ln>
        </p:spPr>
      </p:sp>
      <p:sp>
        <p:nvSpPr>
          <p:cNvPr id="9" name="Text 7"/>
          <p:cNvSpPr/>
          <p:nvPr/>
        </p:nvSpPr>
        <p:spPr>
          <a:xfrm>
            <a:off x="914400" y="2352660"/>
            <a:ext cx="1676370" cy="367589"/>
          </a:xfrm>
          <a:prstGeom prst="rect">
            <a:avLst/>
          </a:prstGeom>
          <a:noFill/>
          <a:ln>
            <a:noFill/>
          </a:ln>
        </p:spPr>
        <p:txBody>
          <a:bodyPr wrap="none" lIns="0" tIns="0" rIns="0" bIns="0" rtlCol="0" anchor="t"/>
          <a:lstStyle/>
          <a:p>
            <a:pPr algn="l" indent="0" marL="0">
              <a:lnSpc>
                <a:spcPct val="142000"/>
              </a:lnSpc>
              <a:buNone/>
            </a:pPr>
            <a:r>
              <a:rPr lang="ja-JP" altLang="en-US" sz="1425" spc="171" kern="0" dirty="0">
                <a:solidFill>
                  <a:srgbClr val="5C5A50"/>
                </a:solidFill>
                <a:latin typeface="Noto Sans JP" pitchFamily="34" charset="0"/>
                <a:ea typeface="Noto Sans JP" pitchFamily="34" charset="-122"/>
                <a:cs typeface="Noto Sans JP" pitchFamily="34" charset="-120"/>
              </a:rPr>
              <a:t>アメリカ</a:t>
            </a:r>
            <a:endParaRPr lang="ja-JP" altLang="en-US" sz="1425" spc="171" kern="0" dirty="0">
              <a:solidFill>
                <a:srgbClr val="5C5A50"/>
              </a:solidFill>
              <a:latin typeface="Noto Sans JP" pitchFamily="34" charset="0"/>
              <a:ea typeface="Noto Sans JP" pitchFamily="34" charset="-122"/>
              <a:cs typeface="Noto Sans JP" pitchFamily="34" charset="-120"/>
            </a:endParaRPr>
          </a:p>
        </p:txBody>
      </p:sp>
      <p:sp>
        <p:nvSpPr>
          <p:cNvPr id="10" name="Text 8"/>
          <p:cNvSpPr/>
          <p:nvPr/>
        </p:nvSpPr>
        <p:spPr>
          <a:xfrm>
            <a:off x="2971800" y="2114550"/>
            <a:ext cx="8305770" cy="666780"/>
          </a:xfrm>
          <a:prstGeom prst="rect">
            <a:avLst/>
          </a:prstGeom>
          <a:noFill/>
          <a:ln>
            <a:noFill/>
          </a:ln>
        </p:spPr>
        <p:txBody>
          <a:bodyPr wrap="none" lIns="0" tIns="0" rIns="0" bIns="0" rtlCol="0" anchor="t"/>
          <a:lstStyle/>
          <a:p>
            <a:pPr algn="l" indent="0" marL="0">
              <a:lnSpc>
                <a:spcPct val="145000"/>
              </a:lnSpc>
              <a:buNone/>
            </a:pPr>
            <a:r>
              <a:rPr lang="ja-JP" altLang="en-US" sz="3000" spc="60" kern="0" dirty="0">
                <a:solidFill>
                  <a:srgbClr val="33312A"/>
                </a:solidFill>
                <a:latin typeface="Noto Serif JP Medium" pitchFamily="34" charset="0"/>
                <a:ea typeface="Noto Serif JP Medium" pitchFamily="34" charset="-122"/>
                <a:cs typeface="Noto Serif JP Medium" pitchFamily="34" charset="-120"/>
              </a:rPr>
              <a:t>ゲーム機の市場が、</a:t>
            </a:r>
            <a:r>
              <a:rPr lang="ja-JP" altLang="en-US" sz="3000" spc="60" kern="0" dirty="0">
                <a:solidFill>
                  <a:srgbClr val="9C4A3C"/>
                </a:solidFill>
                <a:latin typeface="Noto Serif JP SemiBold" pitchFamily="34" charset="0"/>
                <a:ea typeface="Noto Serif JP SemiBold" pitchFamily="34" charset="-122"/>
                <a:cs typeface="Noto Serif JP SemiBold" pitchFamily="34" charset="-120"/>
              </a:rPr>
              <a:t>死んだ</a:t>
            </a:r>
            <a:r>
              <a:rPr lang="ja-JP" altLang="en-US" sz="3000" spc="60" kern="0" dirty="0">
                <a:solidFill>
                  <a:srgbClr val="33312A"/>
                </a:solidFill>
                <a:latin typeface="Noto Serif JP Medium" pitchFamily="34" charset="0"/>
                <a:ea typeface="Noto Serif JP Medium" pitchFamily="34" charset="-122"/>
                <a:cs typeface="Noto Serif JP Medium" pitchFamily="34" charset="-120"/>
              </a:rPr>
              <a:t>。</a:t>
            </a:r>
            <a:endParaRPr lang="ja-JP" altLang="en-US" sz="3000" spc="60" kern="0" dirty="0">
              <a:solidFill>
                <a:srgbClr val="33312A"/>
              </a:solidFill>
              <a:latin typeface="Noto Serif JP Medium" pitchFamily="34" charset="0"/>
              <a:ea typeface="Noto Serif JP Medium" pitchFamily="34" charset="-122"/>
              <a:cs typeface="Noto Serif JP Medium" pitchFamily="34" charset="-120"/>
            </a:endParaRPr>
          </a:p>
        </p:txBody>
      </p:sp>
      <p:sp>
        <p:nvSpPr>
          <p:cNvPr id="11" name="Shape 9"/>
          <p:cNvSpPr/>
          <p:nvPr/>
        </p:nvSpPr>
        <p:spPr>
          <a:xfrm>
            <a:off x="914400" y="3009930"/>
            <a:ext cx="10363170" cy="9510"/>
          </a:xfrm>
          <a:prstGeom prst="rect">
            <a:avLst/>
          </a:prstGeom>
          <a:solidFill>
            <a:srgbClr val="C9C4B8"/>
          </a:solidFill>
          <a:ln>
            <a:noFill/>
          </a:ln>
        </p:spPr>
      </p:sp>
      <p:sp>
        <p:nvSpPr>
          <p:cNvPr id="12" name="Text 10"/>
          <p:cNvSpPr/>
          <p:nvPr/>
        </p:nvSpPr>
        <p:spPr>
          <a:xfrm>
            <a:off x="914400" y="3600450"/>
            <a:ext cx="1676370" cy="367589"/>
          </a:xfrm>
          <a:prstGeom prst="rect">
            <a:avLst/>
          </a:prstGeom>
          <a:noFill/>
          <a:ln>
            <a:noFill/>
          </a:ln>
        </p:spPr>
        <p:txBody>
          <a:bodyPr wrap="none" lIns="0" tIns="0" rIns="0" bIns="0" rtlCol="0" anchor="t"/>
          <a:lstStyle/>
          <a:p>
            <a:pPr algn="l" indent="0" marL="0">
              <a:lnSpc>
                <a:spcPct val="142000"/>
              </a:lnSpc>
              <a:buNone/>
            </a:pPr>
            <a:r>
              <a:rPr lang="ja-JP" altLang="en-US" sz="1425" spc="171" kern="0" dirty="0">
                <a:solidFill>
                  <a:srgbClr val="5C5A50"/>
                </a:solidFill>
                <a:latin typeface="Noto Sans JP" pitchFamily="34" charset="0"/>
                <a:ea typeface="Noto Sans JP" pitchFamily="34" charset="-122"/>
                <a:cs typeface="Noto Sans JP" pitchFamily="34" charset="-120"/>
              </a:rPr>
              <a:t>日本</a:t>
            </a:r>
            <a:endParaRPr lang="ja-JP" altLang="en-US" sz="1425" spc="171" kern="0" dirty="0">
              <a:solidFill>
                <a:srgbClr val="5C5A50"/>
              </a:solidFill>
              <a:latin typeface="Noto Sans JP" pitchFamily="34" charset="0"/>
              <a:ea typeface="Noto Sans JP" pitchFamily="34" charset="-122"/>
              <a:cs typeface="Noto Sans JP" pitchFamily="34" charset="-120"/>
            </a:endParaRPr>
          </a:p>
        </p:txBody>
      </p:sp>
      <p:sp>
        <p:nvSpPr>
          <p:cNvPr id="13" name="Text 11"/>
          <p:cNvSpPr/>
          <p:nvPr/>
        </p:nvSpPr>
        <p:spPr>
          <a:xfrm>
            <a:off x="2971800" y="3362340"/>
            <a:ext cx="8305770" cy="917235"/>
          </a:xfrm>
          <a:prstGeom prst="rect">
            <a:avLst/>
          </a:prstGeom>
          <a:noFill/>
          <a:ln>
            <a:noFill/>
          </a:ln>
        </p:spPr>
        <p:txBody>
          <a:bodyPr wrap="none" lIns="0" tIns="0" rIns="0" bIns="0" rtlCol="0" anchor="t"/>
          <a:lstStyle/>
          <a:p>
            <a:pPr algn="l" indent="0" marL="0">
              <a:lnSpc>
                <a:spcPct val="145000"/>
              </a:lnSpc>
              <a:buNone/>
            </a:pPr>
            <a:r>
              <a:rPr lang="ja-JP" altLang="en-US" sz="3000" spc="60" kern="0" dirty="0">
                <a:solidFill>
                  <a:srgbClr val="33312A"/>
                </a:solidFill>
                <a:latin typeface="Noto Serif JP Medium" pitchFamily="34" charset="0"/>
                <a:ea typeface="Noto Serif JP Medium" pitchFamily="34" charset="-122"/>
                <a:cs typeface="Noto Serif JP Medium" pitchFamily="34" charset="-120"/>
              </a:rPr>
              <a:t>ファミリーコンピュータが、</a:t>
            </a:r>
            <a:r>
              <a:rPr lang="ja-JP" altLang="en-US" sz="3000" spc="60" kern="0" dirty="0">
                <a:solidFill>
                  <a:srgbClr val="9C4A3C"/>
                </a:solidFill>
                <a:latin typeface="Noto Serif JP SemiBold" pitchFamily="34" charset="0"/>
                <a:ea typeface="Noto Serif JP SemiBold" pitchFamily="34" charset="-122"/>
                <a:cs typeface="Noto Serif JP SemiBold" pitchFamily="34" charset="-120"/>
              </a:rPr>
              <a:t>生まれた</a:t>
            </a:r>
            <a:r>
              <a:rPr lang="ja-JP" altLang="en-US" sz="3000" spc="60" kern="0" dirty="0">
                <a:solidFill>
                  <a:srgbClr val="33312A"/>
                </a:solidFill>
                <a:latin typeface="Noto Serif JP Medium" pitchFamily="34" charset="0"/>
                <a:ea typeface="Noto Serif JP Medium" pitchFamily="34" charset="-122"/>
                <a:cs typeface="Noto Serif JP Medium" pitchFamily="34" charset="-120"/>
              </a:rPr>
              <a:t>。</a:t>
            </a:r>
            <a:endParaRPr lang="ja-JP" altLang="en-US" sz="3000" spc="60" kern="0" dirty="0">
              <a:solidFill>
                <a:srgbClr val="33312A"/>
              </a:solidFill>
              <a:latin typeface="Noto Serif JP Medium" pitchFamily="34" charset="0"/>
              <a:ea typeface="Noto Serif JP Medium" pitchFamily="34" charset="-122"/>
              <a:cs typeface="Noto Serif JP Medium" pitchFamily="34" charset="-120"/>
            </a:endParaRPr>
          </a:p>
          <a:p>
            <a:pPr algn="l" indent="0" marL="0">
              <a:lnSpc>
                <a:spcPct val="145000"/>
              </a:lnSpc>
              <a:buNone/>
            </a:pPr>
            <a:r>
              <a:rPr lang="en-US" sz="1050" spc="21" kern="0" dirty="0">
                <a:solidFill>
                  <a:srgbClr val="6E6B60"/>
                </a:solidFill>
                <a:latin typeface="Consolas" pitchFamily="34" charset="0"/>
                <a:ea typeface="Noto Sans JP" pitchFamily="34" charset="-122"/>
                <a:cs typeface="Consolas" pitchFamily="34" charset="-120"/>
              </a:rPr>
              <a:t>FAMILY COMPUTER</a:t>
            </a:r>
            <a:endParaRPr lang="en-US" sz="1050" spc="21" kern="0" dirty="0">
              <a:solidFill>
                <a:srgbClr val="6E6B60"/>
              </a:solidFill>
              <a:latin typeface="Consolas" pitchFamily="34" charset="0"/>
              <a:ea typeface="Noto Sans JP" pitchFamily="34" charset="-122"/>
              <a:cs typeface="Consolas" pitchFamily="34" charset="-120"/>
            </a:endParaRPr>
          </a:p>
        </p:txBody>
      </p:sp>
      <p:sp>
        <p:nvSpPr>
          <p:cNvPr id="14" name="Text 12"/>
          <p:cNvSpPr/>
          <p:nvPr/>
        </p:nvSpPr>
        <p:spPr>
          <a:xfrm>
            <a:off x="914400" y="5295930"/>
            <a:ext cx="7239030" cy="438180"/>
          </a:xfrm>
          <a:prstGeom prst="rect">
            <a:avLst/>
          </a:prstGeom>
          <a:noFill/>
          <a:ln>
            <a:noFill/>
          </a:ln>
        </p:spPr>
        <p:txBody>
          <a:bodyPr wrap="none" lIns="0" tIns="0" rIns="0" bIns="0" rtlCol="0" anchor="t"/>
          <a:lstStyle/>
          <a:p>
            <a:pPr algn="l" indent="0" marL="0">
              <a:lnSpc>
                <a:spcPct val="179000"/>
              </a:lnSpc>
              <a:buNone/>
            </a:pPr>
            <a:r>
              <a:rPr lang="ja-JP" altLang="en-US" sz="1425" spc="43" kern="0" dirty="0">
                <a:solidFill>
                  <a:srgbClr val="5C5A50"/>
                </a:solidFill>
                <a:latin typeface="Noto Sans JP" pitchFamily="34" charset="0"/>
                <a:ea typeface="Noto Sans JP" pitchFamily="34" charset="-122"/>
                <a:cs typeface="Noto Sans JP" pitchFamily="34" charset="-120"/>
              </a:rPr>
              <a:t>この年は、片方の終わりで、もう片方の始まりだった。</a:t>
            </a:r>
            <a:endParaRPr lang="ja-JP" altLang="en-US" sz="1425" spc="43" kern="0" dirty="0">
              <a:solidFill>
                <a:srgbClr val="5C5A50"/>
              </a:solidFill>
              <a:latin typeface="Noto Sans JP" pitchFamily="34" charset="0"/>
              <a:ea typeface="Noto Sans JP" pitchFamily="34" charset="-122"/>
              <a:cs typeface="Noto Sans JP" pitchFamily="34" charset="-120"/>
            </a:endParaRPr>
          </a:p>
        </p:txBody>
      </p:sp>
      <p:sp>
        <p:nvSpPr>
          <p:cNvPr id="15" name="Text 13"/>
          <p:cNvSpPr/>
          <p:nvPr/>
        </p:nvSpPr>
        <p:spPr>
          <a:xfrm>
            <a:off x="9715500" y="4743450"/>
            <a:ext cx="357348" cy="323880"/>
          </a:xfrm>
          <a:prstGeom prst="rect">
            <a:avLst/>
          </a:prstGeom>
          <a:noFill/>
          <a:ln>
            <a:noFill/>
          </a:ln>
        </p:spPr>
        <p:txBody>
          <a:bodyPr wrap="none" lIns="0" tIns="0" rIns="0" bIns="0" rtlCol="0" anchor="t"/>
          <a:lstStyle/>
          <a:p>
            <a:pPr algn="l" indent="0" marL="0">
              <a:lnSpc>
                <a:spcPct val="157000"/>
              </a:lnSpc>
              <a:buNone/>
            </a:pPr>
            <a:r>
              <a:rPr lang="en-US" sz="1050" spc="126" kern="0" dirty="0">
                <a:solidFill>
                  <a:srgbClr val="6E6B60"/>
                </a:solidFill>
                <a:latin typeface="Consolas" pitchFamily="34" charset="0"/>
                <a:ea typeface="Noto Sans JP" pitchFamily="34" charset="-122"/>
                <a:cs typeface="Consolas" pitchFamily="34" charset="-120"/>
              </a:rPr>
              <a:t>1983</a:t>
            </a:r>
            <a:endParaRPr lang="en-US" sz="1050" spc="126" kern="0" dirty="0">
              <a:solidFill>
                <a:srgbClr val="6E6B60"/>
              </a:solidFill>
              <a:latin typeface="Consolas" pitchFamily="34" charset="0"/>
              <a:ea typeface="Noto Sans JP" pitchFamily="34" charset="-122"/>
              <a:cs typeface="Consolas" pitchFamily="34" charset="-120"/>
            </a:endParaRPr>
          </a:p>
        </p:txBody>
      </p:sp>
      <p:sp>
        <p:nvSpPr>
          <p:cNvPr id="16" name="Text 14"/>
          <p:cNvSpPr/>
          <p:nvPr/>
        </p:nvSpPr>
        <p:spPr>
          <a:xfrm>
            <a:off x="8572500" y="4895880"/>
            <a:ext cx="587319" cy="323880"/>
          </a:xfrm>
          <a:prstGeom prst="rect">
            <a:avLst/>
          </a:prstGeom>
          <a:noFill/>
          <a:ln>
            <a:noFill/>
          </a:ln>
        </p:spPr>
        <p:txBody>
          <a:bodyPr wrap="none" lIns="0" tIns="0" rIns="0" bIns="0" rtlCol="0" anchor="t"/>
          <a:lstStyle/>
          <a:p>
            <a:pPr algn="l" indent="0" marL="0">
              <a:lnSpc>
                <a:spcPct val="147000"/>
              </a:lnSpc>
              <a:buNone/>
            </a:pPr>
            <a:r>
              <a:rPr lang="ja-JP" altLang="en-US" sz="1125" spc="45" kern="0" dirty="0">
                <a:solidFill>
                  <a:srgbClr val="5C5A50"/>
                </a:solidFill>
                <a:latin typeface="Noto Sans JP" pitchFamily="34" charset="0"/>
                <a:ea typeface="Noto Sans JP" pitchFamily="34" charset="-122"/>
                <a:cs typeface="Noto Sans JP" pitchFamily="34" charset="-120"/>
              </a:rPr>
              <a:t>アメリカ</a:t>
            </a:r>
            <a:endParaRPr lang="ja-JP" altLang="en-US" sz="1125" spc="45" kern="0" dirty="0">
              <a:solidFill>
                <a:srgbClr val="5C5A50"/>
              </a:solidFill>
              <a:latin typeface="Noto Sans JP" pitchFamily="34" charset="0"/>
              <a:ea typeface="Noto Sans JP" pitchFamily="34" charset="-122"/>
              <a:cs typeface="Noto Sans JP" pitchFamily="34" charset="-120"/>
            </a:endParaRPr>
          </a:p>
        </p:txBody>
      </p:sp>
      <p:sp>
        <p:nvSpPr>
          <p:cNvPr id="17" name="Text 15"/>
          <p:cNvSpPr/>
          <p:nvPr/>
        </p:nvSpPr>
        <p:spPr>
          <a:xfrm>
            <a:off x="10980390" y="4743450"/>
            <a:ext cx="297180" cy="323880"/>
          </a:xfrm>
          <a:prstGeom prst="rect">
            <a:avLst/>
          </a:prstGeom>
          <a:noFill/>
          <a:ln>
            <a:noFill/>
          </a:ln>
        </p:spPr>
        <p:txBody>
          <a:bodyPr wrap="none" lIns="0" tIns="0" rIns="0" bIns="0" rtlCol="0" anchor="t"/>
          <a:lstStyle/>
          <a:p>
            <a:pPr algn="l" indent="0" marL="0">
              <a:lnSpc>
                <a:spcPct val="147000"/>
              </a:lnSpc>
              <a:buNone/>
            </a:pPr>
            <a:r>
              <a:rPr lang="ja-JP" altLang="en-US" sz="1125" spc="45" kern="0" dirty="0">
                <a:solidFill>
                  <a:srgbClr val="5C5A50"/>
                </a:solidFill>
                <a:latin typeface="Noto Sans JP" pitchFamily="34" charset="0"/>
                <a:ea typeface="Noto Sans JP" pitchFamily="34" charset="-122"/>
                <a:cs typeface="Noto Sans JP" pitchFamily="34" charset="-120"/>
              </a:rPr>
              <a:t>日本</a:t>
            </a:r>
            <a:endParaRPr lang="ja-JP" altLang="en-US" sz="1125" spc="45" kern="0" dirty="0">
              <a:solidFill>
                <a:srgbClr val="5C5A50"/>
              </a:solidFill>
              <a:latin typeface="Noto Sans JP" pitchFamily="34" charset="0"/>
              <a:ea typeface="Noto Sans JP" pitchFamily="34" charset="-122"/>
              <a:cs typeface="Noto Sans JP" pitchFamily="34" charset="-120"/>
            </a:endParaRPr>
          </a:p>
        </p:txBody>
      </p:sp>
      <p:sp>
        <p:nvSpPr>
          <p:cNvPr id="18" name="Text 16"/>
          <p:cNvSpPr/>
          <p:nvPr/>
        </p:nvSpPr>
        <p:spPr>
          <a:xfrm>
            <a:off x="8572500" y="6115050"/>
            <a:ext cx="431048" cy="285750"/>
          </a:xfrm>
          <a:prstGeom prst="rect">
            <a:avLst/>
          </a:prstGeom>
          <a:noFill/>
          <a:ln>
            <a:noFill/>
          </a:ln>
        </p:spPr>
        <p:txBody>
          <a:bodyPr wrap="none" lIns="0" tIns="0" rIns="0" bIns="0" rtlCol="0" anchor="t"/>
          <a:lstStyle/>
          <a:p>
            <a:pPr algn="l" indent="0" marL="0">
              <a:lnSpc>
                <a:spcPct val="138000"/>
              </a:lnSpc>
              <a:buNone/>
            </a:pPr>
            <a:r>
              <a:rPr lang="ja-JP" altLang="en-US" sz="975" spc="156" kern="0" dirty="0">
                <a:solidFill>
                  <a:srgbClr val="6E6B60"/>
                </a:solidFill>
                <a:latin typeface="Consolas" pitchFamily="34" charset="0"/>
                <a:ea typeface="Noto Sans JP" pitchFamily="34" charset="-122"/>
                <a:cs typeface="Consolas" pitchFamily="34" charset="-120"/>
              </a:rPr>
              <a:t>模式図</a:t>
            </a:r>
            <a:endParaRPr lang="ja-JP" altLang="en-US" sz="975" spc="156" kern="0" dirty="0">
              <a:solidFill>
                <a:srgbClr val="6E6B60"/>
              </a:solidFill>
              <a:latin typeface="Consolas" pitchFamily="34" charset="0"/>
              <a:ea typeface="Noto Sans JP" pitchFamily="34" charset="-122"/>
              <a:cs typeface="Consolas" pitchFamily="34" charset="-120"/>
            </a:endParaRPr>
          </a:p>
        </p:txBody>
      </p:sp>
      <p:sp>
        <p:nvSpPr>
          <p:cNvPr id="19" name="Shape 17"/>
          <p:cNvSpPr/>
          <p:nvPr/>
        </p:nvSpPr>
        <p:spPr>
          <a:xfrm>
            <a:off x="914400" y="790590"/>
            <a:ext cx="533370" cy="28621"/>
          </a:xfrm>
          <a:prstGeom prst="rect">
            <a:avLst/>
          </a:prstGeom>
          <a:solidFill>
            <a:srgbClr val="9C4A3C"/>
          </a:solidFill>
          <a:ln>
            <a:noFill/>
          </a:ln>
        </p:spPr>
      </p:sp>
      <p:sp>
        <p:nvSpPr>
          <p:cNvPr id="20" name="Text 18"/>
          <p:cNvSpPr/>
          <p:nvPr/>
        </p:nvSpPr>
        <p:spPr>
          <a:xfrm>
            <a:off x="8420070" y="6362670"/>
            <a:ext cx="2857500" cy="209580"/>
          </a:xfrm>
          <a:prstGeom prst="rect">
            <a:avLst/>
          </a:prstGeom>
          <a:noFill/>
          <a:ln>
            <a:noFill/>
          </a:ln>
        </p:spPr>
        <p:txBody>
          <a:bodyPr wrap="square" lIns="0" tIns="0" rIns="0" bIns="0" rtlCol="0" anchor="t"/>
          <a:lstStyle/>
          <a:p>
            <a:pPr algn="r" indent="0" marL="0">
              <a:buNone/>
            </a:pPr>
            <a:r>
              <a:rPr lang="en-US" sz="975" spc="160" kern="0" dirty="0">
                <a:solidFill>
                  <a:srgbClr val="6E6B60"/>
                </a:solidFill>
                <a:latin typeface="Consolas" pitchFamily="34" charset="0"/>
                <a:ea typeface="Noto Sans JP" pitchFamily="34" charset="-122"/>
                <a:cs typeface="Consolas" pitchFamily="34" charset="-120"/>
              </a:rPr>
              <a:t>03 / 23</a:t>
            </a:r>
            <a:endParaRPr lang="en-US" sz="975" spc="160" kern="0" dirty="0">
              <a:solidFill>
                <a:srgbClr val="6E6B60"/>
              </a:solidFill>
              <a:latin typeface="Consolas" pitchFamily="34" charset="0"/>
              <a:ea typeface="Noto Sans JP" pitchFamily="34" charset="-122"/>
              <a:cs typeface="Consolas" pitchFamily="34" charset="-12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7791420" y="4495830"/>
            <a:ext cx="914400" cy="457200"/>
          </a:xfrm>
          <a:custGeom>
            <a:avLst/>
            <a:gdLst/>
            <a:ahLst/>
            <a:cxnLst/>
            <a:rect l="l" t="t" r="r" b="b"/>
            <a:pathLst>
              <a:path w="914400" h="457200">
                <a:moveTo>
                  <a:pt x="0" y="0"/>
                </a:moveTo>
                <a:lnTo>
                  <a:pt x="914400" y="0"/>
                </a:lnTo>
                <a:lnTo>
                  <a:pt x="914400" y="457200"/>
                </a:lnTo>
                <a:lnTo>
                  <a:pt x="0" y="457200"/>
                </a:lnTo>
                <a:close/>
              </a:path>
            </a:pathLst>
          </a:custGeom>
          <a:noFill/>
          <a:ln w="14288">
            <a:solidFill>
              <a:srgbClr val="C9C4B8"/>
            </a:solidFill>
            <a:prstDash val="solid"/>
          </a:ln>
        </p:spPr>
      </p:sp>
      <p:sp>
        <p:nvSpPr>
          <p:cNvPr id="3" name="Shape 1"/>
          <p:cNvSpPr/>
          <p:nvPr/>
        </p:nvSpPr>
        <p:spPr>
          <a:xfrm>
            <a:off x="8915400" y="4495830"/>
            <a:ext cx="1066830" cy="457200"/>
          </a:xfrm>
          <a:custGeom>
            <a:avLst/>
            <a:gdLst/>
            <a:ahLst/>
            <a:cxnLst/>
            <a:rect l="l" t="t" r="r" b="b"/>
            <a:pathLst>
              <a:path w="1066830" h="457200">
                <a:moveTo>
                  <a:pt x="0" y="0"/>
                </a:moveTo>
                <a:lnTo>
                  <a:pt x="1066830" y="0"/>
                </a:lnTo>
                <a:lnTo>
                  <a:pt x="1066830" y="457200"/>
                </a:lnTo>
                <a:lnTo>
                  <a:pt x="0" y="457200"/>
                </a:lnTo>
                <a:close/>
              </a:path>
            </a:pathLst>
          </a:custGeom>
          <a:noFill/>
          <a:ln w="14288">
            <a:solidFill>
              <a:srgbClr val="C9C4B8"/>
            </a:solidFill>
            <a:prstDash val="dash"/>
          </a:ln>
        </p:spPr>
      </p:sp>
      <p:sp>
        <p:nvSpPr>
          <p:cNvPr id="4" name="Shape 2"/>
          <p:cNvSpPr/>
          <p:nvPr/>
        </p:nvSpPr>
        <p:spPr>
          <a:xfrm>
            <a:off x="8915400" y="4495830"/>
            <a:ext cx="1066830" cy="457200"/>
          </a:xfrm>
          <a:prstGeom prst="line">
            <a:avLst/>
          </a:prstGeom>
          <a:noFill/>
          <a:ln w="14288">
            <a:solidFill>
              <a:srgbClr val="9C4A3C"/>
            </a:solidFill>
            <a:prstDash val="solid"/>
          </a:ln>
        </p:spPr>
      </p:sp>
      <p:sp>
        <p:nvSpPr>
          <p:cNvPr id="5" name="Shape 3"/>
          <p:cNvSpPr/>
          <p:nvPr/>
        </p:nvSpPr>
        <p:spPr>
          <a:xfrm flipV="1">
            <a:off x="8915400" y="4495830"/>
            <a:ext cx="1066830" cy="457200"/>
          </a:xfrm>
          <a:prstGeom prst="line">
            <a:avLst/>
          </a:prstGeom>
          <a:noFill/>
          <a:ln w="14288">
            <a:solidFill>
              <a:srgbClr val="9C4A3C"/>
            </a:solidFill>
            <a:prstDash val="solid"/>
          </a:ln>
        </p:spPr>
      </p:sp>
      <p:sp>
        <p:nvSpPr>
          <p:cNvPr id="6" name="Shape 4"/>
          <p:cNvSpPr/>
          <p:nvPr/>
        </p:nvSpPr>
        <p:spPr>
          <a:xfrm>
            <a:off x="10191720" y="4495830"/>
            <a:ext cx="914400" cy="457200"/>
          </a:xfrm>
          <a:custGeom>
            <a:avLst/>
            <a:gdLst/>
            <a:ahLst/>
            <a:cxnLst/>
            <a:rect l="l" t="t" r="r" b="b"/>
            <a:pathLst>
              <a:path w="914400" h="457200">
                <a:moveTo>
                  <a:pt x="0" y="0"/>
                </a:moveTo>
                <a:lnTo>
                  <a:pt x="914400" y="0"/>
                </a:lnTo>
                <a:lnTo>
                  <a:pt x="914400" y="457200"/>
                </a:lnTo>
                <a:lnTo>
                  <a:pt x="0" y="457200"/>
                </a:lnTo>
                <a:close/>
              </a:path>
            </a:pathLst>
          </a:custGeom>
          <a:noFill/>
          <a:ln w="14288">
            <a:solidFill>
              <a:srgbClr val="C9C4B8"/>
            </a:solidFill>
            <a:prstDash val="solid"/>
          </a:ln>
        </p:spPr>
      </p:sp>
      <p:sp>
        <p:nvSpPr>
          <p:cNvPr id="7" name="Shape 5"/>
          <p:cNvSpPr/>
          <p:nvPr/>
        </p:nvSpPr>
        <p:spPr>
          <a:xfrm>
            <a:off x="7677120" y="4953030"/>
            <a:ext cx="3543300" cy="0"/>
          </a:xfrm>
          <a:prstGeom prst="line">
            <a:avLst/>
          </a:prstGeom>
          <a:noFill/>
          <a:ln w="19050">
            <a:solidFill>
              <a:srgbClr val="C9C4B8"/>
            </a:solidFill>
            <a:prstDash val="solid"/>
          </a:ln>
        </p:spPr>
      </p:sp>
      <p:sp>
        <p:nvSpPr>
          <p:cNvPr id="8" name="Text 6"/>
          <p:cNvSpPr/>
          <p:nvPr/>
        </p:nvSpPr>
        <p:spPr>
          <a:xfrm>
            <a:off x="914400" y="457200"/>
            <a:ext cx="266730" cy="304770"/>
          </a:xfrm>
          <a:prstGeom prst="rect">
            <a:avLst/>
          </a:prstGeom>
          <a:noFill/>
          <a:ln>
            <a:noFill/>
          </a:ln>
        </p:spPr>
        <p:txBody>
          <a:bodyPr wrap="none" lIns="0" tIns="0" rIns="0" bIns="0" rtlCol="0" anchor="t"/>
          <a:lstStyle/>
          <a:p>
            <a:pPr algn="l" indent="0" marL="0">
              <a:lnSpc>
                <a:spcPct val="154000"/>
              </a:lnSpc>
              <a:buNone/>
            </a:pPr>
            <a:r>
              <a:rPr lang="en-US" sz="975" b="1" spc="156" kern="0" dirty="0">
                <a:solidFill>
                  <a:srgbClr val="9C4A3C"/>
                </a:solidFill>
                <a:latin typeface="Consolas" pitchFamily="34" charset="0"/>
                <a:ea typeface="Noto Sans JP" pitchFamily="34" charset="-122"/>
                <a:cs typeface="Consolas" pitchFamily="34" charset="-120"/>
              </a:rPr>
              <a:t>S04</a:t>
            </a:r>
            <a:endParaRPr lang="en-US" sz="975" b="1" spc="156" kern="0" dirty="0">
              <a:solidFill>
                <a:srgbClr val="9C4A3C"/>
              </a:solidFill>
              <a:latin typeface="Consolas" pitchFamily="34" charset="0"/>
              <a:ea typeface="Noto Sans JP" pitchFamily="34" charset="-122"/>
              <a:cs typeface="Consolas" pitchFamily="34" charset="-120"/>
            </a:endParaRPr>
          </a:p>
        </p:txBody>
      </p:sp>
      <p:sp>
        <p:nvSpPr>
          <p:cNvPr id="9" name="Text 7"/>
          <p:cNvSpPr/>
          <p:nvPr/>
        </p:nvSpPr>
        <p:spPr>
          <a:xfrm>
            <a:off x="1333470" y="438180"/>
            <a:ext cx="742950" cy="314371"/>
          </a:xfrm>
          <a:prstGeom prst="rect">
            <a:avLst/>
          </a:prstGeom>
          <a:noFill/>
          <a:ln>
            <a:noFill/>
          </a:ln>
        </p:spPr>
        <p:txBody>
          <a:bodyPr wrap="none" lIns="0" tIns="0" rIns="0" bIns="0" rtlCol="0" anchor="t"/>
          <a:lstStyle/>
          <a:p>
            <a:pPr algn="l" indent="0" marL="0">
              <a:lnSpc>
                <a:spcPct val="150000"/>
              </a:lnSpc>
              <a:buNone/>
            </a:pPr>
            <a:r>
              <a:rPr lang="ja-JP" altLang="en-US" sz="1050" spc="126" kern="0" dirty="0">
                <a:solidFill>
                  <a:srgbClr val="33312A"/>
                </a:solidFill>
                <a:latin typeface="Noto Sans JP" pitchFamily="34" charset="0"/>
                <a:ea typeface="Noto Sans JP" pitchFamily="34" charset="-122"/>
                <a:cs typeface="Noto Sans JP" pitchFamily="34" charset="-120"/>
              </a:rPr>
              <a:t>死んだ市場</a:t>
            </a:r>
            <a:endParaRPr lang="ja-JP" altLang="en-US" sz="1050" spc="126" kern="0" dirty="0">
              <a:solidFill>
                <a:srgbClr val="33312A"/>
              </a:solidFill>
              <a:latin typeface="Noto Sans JP" pitchFamily="34" charset="0"/>
              <a:ea typeface="Noto Sans JP" pitchFamily="34" charset="-122"/>
              <a:cs typeface="Noto Sans JP" pitchFamily="34" charset="-120"/>
            </a:endParaRPr>
          </a:p>
        </p:txBody>
      </p:sp>
      <p:sp>
        <p:nvSpPr>
          <p:cNvPr id="10" name="Text 8"/>
          <p:cNvSpPr/>
          <p:nvPr/>
        </p:nvSpPr>
        <p:spPr>
          <a:xfrm>
            <a:off x="10934670" y="457200"/>
            <a:ext cx="342900" cy="304770"/>
          </a:xfrm>
          <a:prstGeom prst="rect">
            <a:avLst/>
          </a:prstGeom>
          <a:noFill/>
          <a:ln>
            <a:noFill/>
          </a:ln>
        </p:spPr>
        <p:txBody>
          <a:bodyPr wrap="none" lIns="0" tIns="0" rIns="0" bIns="0" rtlCol="0" anchor="t"/>
          <a:lstStyle/>
          <a:p>
            <a:pPr algn="l" indent="0" marL="0">
              <a:lnSpc>
                <a:spcPct val="154000"/>
              </a:lnSpc>
              <a:buNone/>
            </a:pPr>
            <a:r>
              <a:rPr lang="en-US" sz="975" spc="137" kern="0" dirty="0">
                <a:solidFill>
                  <a:srgbClr val="6E6B60"/>
                </a:solidFill>
                <a:latin typeface="Consolas" pitchFamily="34" charset="0"/>
                <a:ea typeface="Noto Sans JP" pitchFamily="34" charset="-122"/>
                <a:cs typeface="Consolas" pitchFamily="34" charset="-120"/>
              </a:rPr>
              <a:t>1985</a:t>
            </a:r>
            <a:endParaRPr lang="en-US" sz="975" spc="137" kern="0" dirty="0">
              <a:solidFill>
                <a:srgbClr val="6E6B60"/>
              </a:solidFill>
              <a:latin typeface="Consolas" pitchFamily="34" charset="0"/>
              <a:ea typeface="Noto Sans JP" pitchFamily="34" charset="-122"/>
              <a:cs typeface="Consolas" pitchFamily="34" charset="-120"/>
            </a:endParaRPr>
          </a:p>
        </p:txBody>
      </p:sp>
      <p:sp>
        <p:nvSpPr>
          <p:cNvPr id="11" name="Shape 9"/>
          <p:cNvSpPr/>
          <p:nvPr/>
        </p:nvSpPr>
        <p:spPr>
          <a:xfrm>
            <a:off x="914400" y="800100"/>
            <a:ext cx="10363170" cy="9510"/>
          </a:xfrm>
          <a:prstGeom prst="rect">
            <a:avLst/>
          </a:prstGeom>
          <a:solidFill>
            <a:srgbClr val="C9C4B8"/>
          </a:solidFill>
          <a:ln>
            <a:noFill/>
          </a:ln>
        </p:spPr>
      </p:sp>
      <p:sp>
        <p:nvSpPr>
          <p:cNvPr id="12" name="Text 10"/>
          <p:cNvSpPr/>
          <p:nvPr/>
        </p:nvSpPr>
        <p:spPr>
          <a:xfrm>
            <a:off x="914400" y="1428750"/>
            <a:ext cx="10363170" cy="1433048"/>
          </a:xfrm>
          <a:prstGeom prst="rect">
            <a:avLst/>
          </a:prstGeom>
          <a:noFill/>
          <a:ln>
            <a:noFill/>
          </a:ln>
        </p:spPr>
        <p:txBody>
          <a:bodyPr wrap="square" lIns="0" tIns="0" rIns="0" bIns="0" rtlCol="0" anchor="t"/>
          <a:lstStyle/>
          <a:p>
            <a:pPr algn="l" indent="0" marL="0">
              <a:lnSpc>
                <a:spcPct val="180000"/>
              </a:lnSpc>
              <a:buNone/>
            </a:pPr>
            <a:r>
              <a:rPr lang="ja-JP" altLang="en-US" sz="1425" dirty="0">
                <a:solidFill>
                  <a:srgbClr val="33312A"/>
                </a:solidFill>
                <a:latin typeface="Noto Sans JP" pitchFamily="34" charset="0"/>
                <a:ea typeface="Noto Sans JP" pitchFamily="34" charset="-122"/>
                <a:cs typeface="Noto Sans JP" pitchFamily="34" charset="-120"/>
              </a:rPr>
              <a:t>アメリカの小売店は、「ゲーム機」という商品を、もう店に置きたくなくなっていた。</a:t>
            </a:r>
            <a:endParaRPr lang="ja-JP" altLang="en-US" sz="1425" dirty="0">
              <a:solidFill>
                <a:srgbClr val="33312A"/>
              </a:solidFill>
              <a:latin typeface="Noto Sans JP" pitchFamily="34" charset="0"/>
              <a:ea typeface="Noto Sans JP" pitchFamily="34" charset="-122"/>
              <a:cs typeface="Noto Sans JP" pitchFamily="34" charset="-120"/>
            </a:endParaRPr>
          </a:p>
          <a:p>
            <a:pPr algn="l" indent="0" marL="0">
              <a:lnSpc>
                <a:spcPct val="180000"/>
              </a:lnSpc>
              <a:spcBef>
                <a:spcPts val="1050"/>
              </a:spcBef>
              <a:buNone/>
            </a:pPr>
            <a:r>
              <a:rPr lang="ja-JP" altLang="en-US" sz="1425" dirty="0">
                <a:solidFill>
                  <a:srgbClr val="33312A"/>
                </a:solidFill>
                <a:latin typeface="Noto Sans JP" pitchFamily="34" charset="0"/>
                <a:ea typeface="Noto Sans JP" pitchFamily="34" charset="-122"/>
                <a:cs typeface="Noto Sans JP" pitchFamily="34" charset="-120"/>
              </a:rPr>
              <a:t>任天堂がそのファミリーコンピュータを持って</a:t>
            </a:r>
            <a:r>
              <a:rPr lang="ja-JP" altLang="en-US" sz="1500" dirty="0">
                <a:solidFill>
                  <a:srgbClr val="33312A"/>
                </a:solidFill>
                <a:latin typeface="Noto Sans JP Medium" pitchFamily="34" charset="0"/>
                <a:ea typeface="Noto Sans JP Medium" pitchFamily="34" charset="-122"/>
                <a:cs typeface="Noto Sans JP Medium" pitchFamily="34" charset="-120"/>
              </a:rPr>
              <a:t>1985</a:t>
            </a:r>
            <a:r>
              <a:rPr lang="ja-JP" altLang="en-US" sz="1425" dirty="0">
                <a:solidFill>
                  <a:srgbClr val="33312A"/>
                </a:solidFill>
                <a:latin typeface="Noto Sans JP" pitchFamily="34" charset="0"/>
                <a:ea typeface="Noto Sans JP" pitchFamily="34" charset="-122"/>
                <a:cs typeface="Noto Sans JP" pitchFamily="34" charset="-120"/>
              </a:rPr>
              <a:t>年に入ろうとしたのは、この市場。</a:t>
            </a:r>
            <a:endParaRPr lang="ja-JP" altLang="en-US" sz="1425" dirty="0">
              <a:solidFill>
                <a:srgbClr val="33312A"/>
              </a:solidFill>
              <a:latin typeface="Noto Sans JP" pitchFamily="34" charset="0"/>
              <a:ea typeface="Noto Sans JP" pitchFamily="34" charset="-122"/>
              <a:cs typeface="Noto Sans JP" pitchFamily="34" charset="-120"/>
            </a:endParaRPr>
          </a:p>
          <a:p>
            <a:pPr algn="l" indent="0" marL="0">
              <a:lnSpc>
                <a:spcPct val="180000"/>
              </a:lnSpc>
              <a:spcBef>
                <a:spcPts val="1050"/>
              </a:spcBef>
              <a:buNone/>
            </a:pPr>
            <a:r>
              <a:rPr lang="ja-JP" altLang="en-US" sz="1425" dirty="0">
                <a:solidFill>
                  <a:srgbClr val="33312A"/>
                </a:solidFill>
                <a:latin typeface="Noto Sans JP" pitchFamily="34" charset="0"/>
                <a:ea typeface="Noto Sans JP" pitchFamily="34" charset="-122"/>
                <a:cs typeface="Noto Sans JP" pitchFamily="34" charset="-120"/>
              </a:rPr>
              <a:t>つまり、良い製品を作れば売れる状況ではなかった。</a:t>
            </a:r>
            <a:endParaRPr lang="ja-JP" altLang="en-US" sz="1425" dirty="0">
              <a:solidFill>
                <a:srgbClr val="33312A"/>
              </a:solidFill>
              <a:latin typeface="Noto Sans JP" pitchFamily="34" charset="0"/>
              <a:ea typeface="Noto Sans JP" pitchFamily="34" charset="-122"/>
              <a:cs typeface="Noto Sans JP" pitchFamily="34" charset="-120"/>
            </a:endParaRPr>
          </a:p>
        </p:txBody>
      </p:sp>
      <p:sp>
        <p:nvSpPr>
          <p:cNvPr id="13" name="Shape 11"/>
          <p:cNvSpPr/>
          <p:nvPr/>
        </p:nvSpPr>
        <p:spPr>
          <a:xfrm>
            <a:off x="914400" y="4095780"/>
            <a:ext cx="419070" cy="19020"/>
          </a:xfrm>
          <a:prstGeom prst="rect">
            <a:avLst/>
          </a:prstGeom>
          <a:solidFill>
            <a:srgbClr val="4A5D3A"/>
          </a:solidFill>
          <a:ln>
            <a:noFill/>
          </a:ln>
        </p:spPr>
      </p:sp>
      <p:sp>
        <p:nvSpPr>
          <p:cNvPr id="14" name="Text 12"/>
          <p:cNvSpPr/>
          <p:nvPr/>
        </p:nvSpPr>
        <p:spPr>
          <a:xfrm>
            <a:off x="914400" y="4476720"/>
            <a:ext cx="5829574" cy="666780"/>
          </a:xfrm>
          <a:prstGeom prst="rect">
            <a:avLst/>
          </a:prstGeom>
          <a:noFill/>
          <a:ln>
            <a:noFill/>
          </a:ln>
        </p:spPr>
        <p:txBody>
          <a:bodyPr wrap="none" lIns="0" tIns="0" rIns="0" bIns="0" rtlCol="0" anchor="t"/>
          <a:lstStyle/>
          <a:p>
            <a:pPr algn="l" indent="0" marL="0">
              <a:lnSpc>
                <a:spcPct val="145000"/>
              </a:lnSpc>
              <a:buNone/>
            </a:pPr>
            <a:r>
              <a:rPr lang="ja-JP" altLang="en-US" sz="3000" spc="60" kern="0" dirty="0">
                <a:solidFill>
                  <a:srgbClr val="1B1A16"/>
                </a:solidFill>
                <a:latin typeface="Noto Serif JP Medium" pitchFamily="34" charset="0"/>
                <a:ea typeface="Noto Serif JP Medium" pitchFamily="34" charset="-122"/>
                <a:cs typeface="Noto Serif JP Medium" pitchFamily="34" charset="-120"/>
              </a:rPr>
              <a:t>そもそも店に</a:t>
            </a:r>
            <a:r>
              <a:rPr lang="ja-JP" altLang="en-US" sz="3000" spc="60" kern="0" dirty="0">
                <a:solidFill>
                  <a:srgbClr val="9C4A3C"/>
                </a:solidFill>
                <a:latin typeface="Noto Serif JP SemiBold" pitchFamily="34" charset="0"/>
                <a:ea typeface="Noto Serif JP SemiBold" pitchFamily="34" charset="-122"/>
                <a:cs typeface="Noto Serif JP SemiBold" pitchFamily="34" charset="-120"/>
              </a:rPr>
              <a:t>置いてもらえない</a:t>
            </a:r>
            <a:r>
              <a:rPr lang="ja-JP" altLang="en-US" sz="3000" spc="60" kern="0" dirty="0">
                <a:solidFill>
                  <a:srgbClr val="1B1A16"/>
                </a:solidFill>
                <a:latin typeface="Noto Serif JP Medium" pitchFamily="34" charset="0"/>
                <a:ea typeface="Noto Serif JP Medium" pitchFamily="34" charset="-122"/>
                <a:cs typeface="Noto Serif JP Medium" pitchFamily="34" charset="-120"/>
              </a:rPr>
              <a:t>。</a:t>
            </a:r>
            <a:endParaRPr lang="ja-JP" altLang="en-US" sz="3000" spc="60" kern="0" dirty="0">
              <a:solidFill>
                <a:srgbClr val="1B1A16"/>
              </a:solidFill>
              <a:latin typeface="Noto Serif JP Medium" pitchFamily="34" charset="0"/>
              <a:ea typeface="Noto Serif JP Medium" pitchFamily="34" charset="-122"/>
              <a:cs typeface="Noto Serif JP Medium" pitchFamily="34" charset="-120"/>
            </a:endParaRPr>
          </a:p>
        </p:txBody>
      </p:sp>
      <p:sp>
        <p:nvSpPr>
          <p:cNvPr id="15" name="Text 13"/>
          <p:cNvSpPr/>
          <p:nvPr/>
        </p:nvSpPr>
        <p:spPr>
          <a:xfrm>
            <a:off x="8915400" y="4171950"/>
            <a:ext cx="1066830" cy="342900"/>
          </a:xfrm>
          <a:prstGeom prst="rect">
            <a:avLst/>
          </a:prstGeom>
          <a:noFill/>
          <a:ln>
            <a:noFill/>
          </a:ln>
        </p:spPr>
        <p:txBody>
          <a:bodyPr wrap="none" lIns="0" tIns="0" rIns="0" bIns="0" rtlCol="0" anchor="t"/>
          <a:lstStyle/>
          <a:p>
            <a:pPr algn="ctr" indent="0" marL="0">
              <a:lnSpc>
                <a:spcPct val="160000"/>
              </a:lnSpc>
              <a:buNone/>
            </a:pPr>
            <a:r>
              <a:rPr lang="ja-JP" altLang="en-US" sz="1125" spc="45" kern="0" dirty="0">
                <a:solidFill>
                  <a:srgbClr val="6E6B60"/>
                </a:solidFill>
                <a:latin typeface="Noto Sans JP" pitchFamily="34" charset="0"/>
                <a:ea typeface="Noto Sans JP" pitchFamily="34" charset="-122"/>
                <a:cs typeface="Noto Sans JP" pitchFamily="34" charset="-120"/>
              </a:rPr>
              <a:t>ゲーム機</a:t>
            </a:r>
            <a:endParaRPr lang="ja-JP" altLang="en-US" sz="1125" spc="45" kern="0" dirty="0">
              <a:solidFill>
                <a:srgbClr val="6E6B60"/>
              </a:solidFill>
              <a:latin typeface="Noto Sans JP" pitchFamily="34" charset="0"/>
              <a:ea typeface="Noto Sans JP" pitchFamily="34" charset="-122"/>
              <a:cs typeface="Noto Sans JP" pitchFamily="34" charset="-120"/>
            </a:endParaRPr>
          </a:p>
        </p:txBody>
      </p:sp>
      <p:sp>
        <p:nvSpPr>
          <p:cNvPr id="16" name="Shape 14"/>
          <p:cNvSpPr/>
          <p:nvPr/>
        </p:nvSpPr>
        <p:spPr>
          <a:xfrm>
            <a:off x="914400" y="790590"/>
            <a:ext cx="533370" cy="28621"/>
          </a:xfrm>
          <a:prstGeom prst="rect">
            <a:avLst/>
          </a:prstGeom>
          <a:solidFill>
            <a:srgbClr val="9C4A3C"/>
          </a:solidFill>
          <a:ln>
            <a:noFill/>
          </a:ln>
        </p:spPr>
      </p:sp>
      <p:sp>
        <p:nvSpPr>
          <p:cNvPr id="17" name="Text 15"/>
          <p:cNvSpPr/>
          <p:nvPr/>
        </p:nvSpPr>
        <p:spPr>
          <a:xfrm>
            <a:off x="8420070" y="6362670"/>
            <a:ext cx="2857500" cy="209580"/>
          </a:xfrm>
          <a:prstGeom prst="rect">
            <a:avLst/>
          </a:prstGeom>
          <a:noFill/>
          <a:ln>
            <a:noFill/>
          </a:ln>
        </p:spPr>
        <p:txBody>
          <a:bodyPr wrap="square" lIns="0" tIns="0" rIns="0" bIns="0" rtlCol="0" anchor="t"/>
          <a:lstStyle/>
          <a:p>
            <a:pPr algn="r" indent="0" marL="0">
              <a:buNone/>
            </a:pPr>
            <a:r>
              <a:rPr lang="en-US" sz="975" spc="160" kern="0" dirty="0">
                <a:solidFill>
                  <a:srgbClr val="6E6B60"/>
                </a:solidFill>
                <a:latin typeface="Consolas" pitchFamily="34" charset="0"/>
                <a:ea typeface="Noto Sans JP" pitchFamily="34" charset="-122"/>
                <a:cs typeface="Consolas" pitchFamily="34" charset="-120"/>
              </a:rPr>
              <a:t>04 / 23</a:t>
            </a:r>
            <a:endParaRPr lang="en-US" sz="975" spc="160" kern="0" dirty="0">
              <a:solidFill>
                <a:srgbClr val="6E6B60"/>
              </a:solidFill>
              <a:latin typeface="Consolas" pitchFamily="34" charset="0"/>
              <a:ea typeface="Noto Sans JP" pitchFamily="34" charset="-122"/>
              <a:cs typeface="Consolas" pitchFamily="34" charset="-12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2057400" y="5791170"/>
            <a:ext cx="952530" cy="381030"/>
          </a:xfrm>
          <a:custGeom>
            <a:avLst/>
            <a:gdLst/>
            <a:ahLst/>
            <a:cxnLst/>
            <a:rect l="l" t="t" r="r" b="b"/>
            <a:pathLst>
              <a:path w="952530" h="381030">
                <a:moveTo>
                  <a:pt x="0" y="0"/>
                </a:moveTo>
                <a:lnTo>
                  <a:pt x="952530" y="0"/>
                </a:lnTo>
                <a:lnTo>
                  <a:pt x="952530" y="381030"/>
                </a:lnTo>
                <a:lnTo>
                  <a:pt x="0" y="381030"/>
                </a:lnTo>
                <a:close/>
              </a:path>
            </a:pathLst>
          </a:custGeom>
          <a:noFill/>
          <a:ln w="14288">
            <a:solidFill>
              <a:srgbClr val="C9C4B8"/>
            </a:solidFill>
            <a:prstDash val="solid"/>
          </a:ln>
        </p:spPr>
      </p:sp>
      <p:sp>
        <p:nvSpPr>
          <p:cNvPr id="3" name="Shape 1"/>
          <p:cNvSpPr/>
          <p:nvPr/>
        </p:nvSpPr>
        <p:spPr>
          <a:xfrm>
            <a:off x="3124230" y="5791170"/>
            <a:ext cx="685800" cy="381030"/>
          </a:xfrm>
          <a:custGeom>
            <a:avLst/>
            <a:gdLst/>
            <a:ahLst/>
            <a:cxnLst/>
            <a:rect l="l" t="t" r="r" b="b"/>
            <a:pathLst>
              <a:path w="685800" h="381030">
                <a:moveTo>
                  <a:pt x="0" y="0"/>
                </a:moveTo>
                <a:lnTo>
                  <a:pt x="685800" y="0"/>
                </a:lnTo>
                <a:lnTo>
                  <a:pt x="685800" y="381030"/>
                </a:lnTo>
                <a:lnTo>
                  <a:pt x="0" y="381030"/>
                </a:lnTo>
                <a:close/>
              </a:path>
            </a:pathLst>
          </a:custGeom>
          <a:noFill/>
          <a:ln w="14288">
            <a:solidFill>
              <a:srgbClr val="C9C4B8"/>
            </a:solidFill>
            <a:prstDash val="dash"/>
          </a:ln>
        </p:spPr>
      </p:sp>
      <p:sp>
        <p:nvSpPr>
          <p:cNvPr id="4" name="Shape 2"/>
          <p:cNvSpPr/>
          <p:nvPr/>
        </p:nvSpPr>
        <p:spPr>
          <a:xfrm>
            <a:off x="3924330" y="5791170"/>
            <a:ext cx="952530" cy="381030"/>
          </a:xfrm>
          <a:custGeom>
            <a:avLst/>
            <a:gdLst/>
            <a:ahLst/>
            <a:cxnLst/>
            <a:rect l="l" t="t" r="r" b="b"/>
            <a:pathLst>
              <a:path w="952530" h="381030">
                <a:moveTo>
                  <a:pt x="0" y="0"/>
                </a:moveTo>
                <a:lnTo>
                  <a:pt x="952530" y="0"/>
                </a:lnTo>
                <a:lnTo>
                  <a:pt x="952530" y="381030"/>
                </a:lnTo>
                <a:lnTo>
                  <a:pt x="0" y="381030"/>
                </a:lnTo>
                <a:close/>
              </a:path>
            </a:pathLst>
          </a:custGeom>
          <a:noFill/>
          <a:ln w="14288">
            <a:solidFill>
              <a:srgbClr val="C9C4B8"/>
            </a:solidFill>
            <a:prstDash val="solid"/>
          </a:ln>
        </p:spPr>
      </p:sp>
      <p:sp>
        <p:nvSpPr>
          <p:cNvPr id="5" name="Shape 3"/>
          <p:cNvSpPr/>
          <p:nvPr/>
        </p:nvSpPr>
        <p:spPr>
          <a:xfrm>
            <a:off x="1943100" y="6172200"/>
            <a:ext cx="3047970" cy="0"/>
          </a:xfrm>
          <a:prstGeom prst="line">
            <a:avLst/>
          </a:prstGeom>
          <a:noFill/>
          <a:ln w="19050">
            <a:solidFill>
              <a:srgbClr val="C9C4B8"/>
            </a:solidFill>
            <a:prstDash val="dash"/>
          </a:ln>
        </p:spPr>
      </p:sp>
      <p:sp>
        <p:nvSpPr>
          <p:cNvPr id="6" name="Shape 4"/>
          <p:cNvSpPr/>
          <p:nvPr/>
        </p:nvSpPr>
        <p:spPr>
          <a:xfrm>
            <a:off x="5181630" y="5953110"/>
            <a:ext cx="571500" cy="66660"/>
          </a:xfrm>
          <a:custGeom>
            <a:avLst/>
            <a:gdLst/>
            <a:ahLst/>
            <a:cxnLst/>
            <a:rect l="l" t="t" r="r" b="b"/>
            <a:pathLst>
              <a:path w="571500" h="66660">
                <a:moveTo>
                  <a:pt x="0" y="28621"/>
                </a:moveTo>
                <a:lnTo>
                  <a:pt x="95280" y="28621"/>
                </a:lnTo>
                <a:lnTo>
                  <a:pt x="190470" y="28621"/>
                </a:lnTo>
                <a:lnTo>
                  <a:pt x="285750" y="28621"/>
                </a:lnTo>
                <a:lnTo>
                  <a:pt x="381030" y="28621"/>
                </a:lnTo>
                <a:lnTo>
                  <a:pt x="485821" y="28621"/>
                </a:lnTo>
                <a:lnTo>
                  <a:pt x="571500" y="28621"/>
                </a:lnTo>
                <a:lnTo>
                  <a:pt x="561990" y="28621"/>
                </a:lnTo>
                <a:lnTo>
                  <a:pt x="514350" y="0"/>
                </a:lnTo>
                <a:lnTo>
                  <a:pt x="542971" y="9510"/>
                </a:lnTo>
                <a:lnTo>
                  <a:pt x="571500" y="28621"/>
                </a:lnTo>
                <a:lnTo>
                  <a:pt x="514350" y="66660"/>
                </a:lnTo>
              </a:path>
            </a:pathLst>
          </a:custGeom>
          <a:noFill/>
          <a:ln w="14288">
            <a:solidFill>
              <a:srgbClr val="33312A"/>
            </a:solidFill>
            <a:prstDash val="solid"/>
          </a:ln>
        </p:spPr>
      </p:sp>
      <p:sp>
        <p:nvSpPr>
          <p:cNvPr id="7" name="Shape 5"/>
          <p:cNvSpPr/>
          <p:nvPr/>
        </p:nvSpPr>
        <p:spPr>
          <a:xfrm>
            <a:off x="6057900" y="5791170"/>
            <a:ext cx="952530" cy="381030"/>
          </a:xfrm>
          <a:custGeom>
            <a:avLst/>
            <a:gdLst/>
            <a:ahLst/>
            <a:cxnLst/>
            <a:rect l="l" t="t" r="r" b="b"/>
            <a:pathLst>
              <a:path w="952530" h="381030">
                <a:moveTo>
                  <a:pt x="0" y="0"/>
                </a:moveTo>
                <a:lnTo>
                  <a:pt x="952530" y="0"/>
                </a:lnTo>
                <a:lnTo>
                  <a:pt x="952530" y="381030"/>
                </a:lnTo>
                <a:lnTo>
                  <a:pt x="0" y="381030"/>
                </a:lnTo>
                <a:close/>
              </a:path>
            </a:pathLst>
          </a:custGeom>
          <a:noFill/>
          <a:ln w="14288">
            <a:solidFill>
              <a:srgbClr val="C9C4B8"/>
            </a:solidFill>
            <a:prstDash val="solid"/>
          </a:ln>
        </p:spPr>
      </p:sp>
      <p:sp>
        <p:nvSpPr>
          <p:cNvPr id="8" name="Shape 6"/>
          <p:cNvSpPr/>
          <p:nvPr/>
        </p:nvSpPr>
        <p:spPr>
          <a:xfrm>
            <a:off x="7124730" y="5791170"/>
            <a:ext cx="685800" cy="381030"/>
          </a:xfrm>
          <a:custGeom>
            <a:avLst/>
            <a:gdLst/>
            <a:ahLst/>
            <a:cxnLst/>
            <a:rect l="l" t="t" r="r" b="b"/>
            <a:pathLst>
              <a:path w="685800" h="381030">
                <a:moveTo>
                  <a:pt x="0" y="0"/>
                </a:moveTo>
                <a:lnTo>
                  <a:pt x="685800" y="0"/>
                </a:lnTo>
                <a:lnTo>
                  <a:pt x="685800" y="381030"/>
                </a:lnTo>
                <a:lnTo>
                  <a:pt x="0" y="381030"/>
                </a:lnTo>
                <a:close/>
              </a:path>
            </a:pathLst>
          </a:custGeom>
          <a:solidFill>
            <a:srgbClr val="9C4A3C">
              <a:alpha val="10000"/>
            </a:srgbClr>
          </a:solidFill>
          <a:ln w="19050">
            <a:solidFill>
              <a:srgbClr val="9C4A3C"/>
            </a:solidFill>
            <a:prstDash val="solid"/>
          </a:ln>
        </p:spPr>
      </p:sp>
      <p:sp>
        <p:nvSpPr>
          <p:cNvPr id="9" name="Shape 7"/>
          <p:cNvSpPr/>
          <p:nvPr/>
        </p:nvSpPr>
        <p:spPr>
          <a:xfrm>
            <a:off x="7924830" y="5791170"/>
            <a:ext cx="952530" cy="381030"/>
          </a:xfrm>
          <a:custGeom>
            <a:avLst/>
            <a:gdLst/>
            <a:ahLst/>
            <a:cxnLst/>
            <a:rect l="l" t="t" r="r" b="b"/>
            <a:pathLst>
              <a:path w="952530" h="381030">
                <a:moveTo>
                  <a:pt x="0" y="0"/>
                </a:moveTo>
                <a:lnTo>
                  <a:pt x="952530" y="0"/>
                </a:lnTo>
                <a:lnTo>
                  <a:pt x="952530" y="381030"/>
                </a:lnTo>
                <a:lnTo>
                  <a:pt x="0" y="381030"/>
                </a:lnTo>
                <a:close/>
              </a:path>
            </a:pathLst>
          </a:custGeom>
          <a:noFill/>
          <a:ln w="14288">
            <a:solidFill>
              <a:srgbClr val="C9C4B8"/>
            </a:solidFill>
            <a:prstDash val="solid"/>
          </a:ln>
        </p:spPr>
      </p:sp>
      <p:sp>
        <p:nvSpPr>
          <p:cNvPr id="10" name="Shape 8"/>
          <p:cNvSpPr/>
          <p:nvPr/>
        </p:nvSpPr>
        <p:spPr>
          <a:xfrm>
            <a:off x="5943600" y="6172200"/>
            <a:ext cx="3047970" cy="0"/>
          </a:xfrm>
          <a:prstGeom prst="line">
            <a:avLst/>
          </a:prstGeom>
          <a:noFill/>
          <a:ln w="19050">
            <a:solidFill>
              <a:srgbClr val="33312A"/>
            </a:solidFill>
            <a:prstDash val="solid"/>
          </a:ln>
        </p:spPr>
      </p:sp>
      <p:sp>
        <p:nvSpPr>
          <p:cNvPr id="11" name="Shape 9"/>
          <p:cNvSpPr/>
          <p:nvPr/>
        </p:nvSpPr>
        <p:spPr>
          <a:xfrm>
            <a:off x="6572250" y="5591190"/>
            <a:ext cx="857250" cy="66660"/>
          </a:xfrm>
          <a:custGeom>
            <a:avLst/>
            <a:gdLst/>
            <a:ahLst/>
            <a:cxnLst/>
            <a:rect l="l" t="t" r="r" b="b"/>
            <a:pathLst>
              <a:path w="857250" h="66660">
                <a:moveTo>
                  <a:pt x="57150" y="0"/>
                </a:moveTo>
                <a:lnTo>
                  <a:pt x="0" y="28621"/>
                </a:lnTo>
                <a:lnTo>
                  <a:pt x="57150" y="66660"/>
                </a:lnTo>
                <a:lnTo>
                  <a:pt x="47640" y="57150"/>
                </a:lnTo>
                <a:lnTo>
                  <a:pt x="0" y="28621"/>
                </a:lnTo>
                <a:lnTo>
                  <a:pt x="76170" y="28621"/>
                </a:lnTo>
                <a:lnTo>
                  <a:pt x="219090" y="28621"/>
                </a:lnTo>
                <a:lnTo>
                  <a:pt x="361920" y="28621"/>
                </a:lnTo>
                <a:lnTo>
                  <a:pt x="495330" y="28621"/>
                </a:lnTo>
                <a:lnTo>
                  <a:pt x="638160" y="28621"/>
                </a:lnTo>
                <a:lnTo>
                  <a:pt x="781080" y="28621"/>
                </a:lnTo>
                <a:lnTo>
                  <a:pt x="857250" y="28621"/>
                </a:lnTo>
                <a:lnTo>
                  <a:pt x="809610" y="0"/>
                </a:lnTo>
                <a:lnTo>
                  <a:pt x="800100" y="0"/>
                </a:lnTo>
                <a:lnTo>
                  <a:pt x="857250" y="28621"/>
                </a:lnTo>
                <a:lnTo>
                  <a:pt x="800100" y="66660"/>
                </a:lnTo>
              </a:path>
            </a:pathLst>
          </a:custGeom>
          <a:noFill/>
          <a:ln w="14288">
            <a:solidFill>
              <a:srgbClr val="4A5D3A"/>
            </a:solidFill>
            <a:prstDash val="solid"/>
          </a:ln>
        </p:spPr>
      </p:sp>
      <p:sp>
        <p:nvSpPr>
          <p:cNvPr id="12" name="Shape 10"/>
          <p:cNvSpPr/>
          <p:nvPr/>
        </p:nvSpPr>
        <p:spPr>
          <a:xfrm>
            <a:off x="7505670" y="5591190"/>
            <a:ext cx="857250" cy="66660"/>
          </a:xfrm>
          <a:custGeom>
            <a:avLst/>
            <a:gdLst/>
            <a:ahLst/>
            <a:cxnLst/>
            <a:rect l="l" t="t" r="r" b="b"/>
            <a:pathLst>
              <a:path w="857250" h="66660">
                <a:moveTo>
                  <a:pt x="57150" y="0"/>
                </a:moveTo>
                <a:lnTo>
                  <a:pt x="0" y="28621"/>
                </a:lnTo>
                <a:lnTo>
                  <a:pt x="57150" y="66660"/>
                </a:lnTo>
                <a:lnTo>
                  <a:pt x="47640" y="57150"/>
                </a:lnTo>
                <a:lnTo>
                  <a:pt x="0" y="28621"/>
                </a:lnTo>
                <a:lnTo>
                  <a:pt x="76170" y="28621"/>
                </a:lnTo>
                <a:lnTo>
                  <a:pt x="219090" y="28621"/>
                </a:lnTo>
                <a:lnTo>
                  <a:pt x="361920" y="28621"/>
                </a:lnTo>
                <a:lnTo>
                  <a:pt x="495330" y="28621"/>
                </a:lnTo>
                <a:lnTo>
                  <a:pt x="638160" y="28621"/>
                </a:lnTo>
                <a:lnTo>
                  <a:pt x="781080" y="28621"/>
                </a:lnTo>
                <a:lnTo>
                  <a:pt x="857250" y="28621"/>
                </a:lnTo>
                <a:lnTo>
                  <a:pt x="809610" y="0"/>
                </a:lnTo>
                <a:lnTo>
                  <a:pt x="800100" y="0"/>
                </a:lnTo>
                <a:lnTo>
                  <a:pt x="857250" y="28621"/>
                </a:lnTo>
                <a:lnTo>
                  <a:pt x="800100" y="66660"/>
                </a:lnTo>
              </a:path>
            </a:pathLst>
          </a:custGeom>
          <a:noFill/>
          <a:ln w="14288">
            <a:solidFill>
              <a:srgbClr val="4A5D3A"/>
            </a:solidFill>
            <a:prstDash val="solid"/>
          </a:ln>
        </p:spPr>
      </p:sp>
      <p:sp>
        <p:nvSpPr>
          <p:cNvPr id="13" name="Text 11"/>
          <p:cNvSpPr/>
          <p:nvPr/>
        </p:nvSpPr>
        <p:spPr>
          <a:xfrm>
            <a:off x="914400" y="457200"/>
            <a:ext cx="266730" cy="304770"/>
          </a:xfrm>
          <a:prstGeom prst="rect">
            <a:avLst/>
          </a:prstGeom>
          <a:noFill/>
          <a:ln>
            <a:noFill/>
          </a:ln>
        </p:spPr>
        <p:txBody>
          <a:bodyPr wrap="none" lIns="0" tIns="0" rIns="0" bIns="0" rtlCol="0" anchor="t"/>
          <a:lstStyle/>
          <a:p>
            <a:pPr algn="l" indent="0" marL="0">
              <a:lnSpc>
                <a:spcPct val="154000"/>
              </a:lnSpc>
              <a:buNone/>
            </a:pPr>
            <a:r>
              <a:rPr lang="en-US" sz="975" b="1" spc="156" kern="0" dirty="0">
                <a:solidFill>
                  <a:srgbClr val="9C4A3C"/>
                </a:solidFill>
                <a:latin typeface="Consolas" pitchFamily="34" charset="0"/>
                <a:ea typeface="Noto Sans JP" pitchFamily="34" charset="-122"/>
                <a:cs typeface="Consolas" pitchFamily="34" charset="-120"/>
              </a:rPr>
              <a:t>S05</a:t>
            </a:r>
            <a:endParaRPr lang="en-US" sz="975" b="1" spc="156" kern="0" dirty="0">
              <a:solidFill>
                <a:srgbClr val="9C4A3C"/>
              </a:solidFill>
              <a:latin typeface="Consolas" pitchFamily="34" charset="0"/>
              <a:ea typeface="Noto Sans JP" pitchFamily="34" charset="-122"/>
              <a:cs typeface="Consolas" pitchFamily="34" charset="-120"/>
            </a:endParaRPr>
          </a:p>
        </p:txBody>
      </p:sp>
      <p:sp>
        <p:nvSpPr>
          <p:cNvPr id="14" name="Text 12"/>
          <p:cNvSpPr/>
          <p:nvPr/>
        </p:nvSpPr>
        <p:spPr>
          <a:xfrm>
            <a:off x="1333470" y="438180"/>
            <a:ext cx="895380" cy="314371"/>
          </a:xfrm>
          <a:prstGeom prst="rect">
            <a:avLst/>
          </a:prstGeom>
          <a:noFill/>
          <a:ln>
            <a:noFill/>
          </a:ln>
        </p:spPr>
        <p:txBody>
          <a:bodyPr wrap="none" lIns="0" tIns="0" rIns="0" bIns="0" rtlCol="0" anchor="t"/>
          <a:lstStyle/>
          <a:p>
            <a:pPr algn="l" indent="0" marL="0">
              <a:lnSpc>
                <a:spcPct val="150000"/>
              </a:lnSpc>
              <a:buNone/>
            </a:pPr>
            <a:r>
              <a:rPr lang="ja-JP" altLang="en-US" sz="1050" spc="126" kern="0" dirty="0">
                <a:solidFill>
                  <a:srgbClr val="33312A"/>
                </a:solidFill>
                <a:latin typeface="Noto Sans JP" pitchFamily="34" charset="0"/>
                <a:ea typeface="Noto Sans JP" pitchFamily="34" charset="-122"/>
                <a:cs typeface="Noto Sans JP" pitchFamily="34" charset="-120"/>
              </a:rPr>
              <a:t>任天堂の解法</a:t>
            </a:r>
            <a:endParaRPr lang="ja-JP" altLang="en-US" sz="1050" spc="126" kern="0" dirty="0">
              <a:solidFill>
                <a:srgbClr val="33312A"/>
              </a:solidFill>
              <a:latin typeface="Noto Sans JP" pitchFamily="34" charset="0"/>
              <a:ea typeface="Noto Sans JP" pitchFamily="34" charset="-122"/>
              <a:cs typeface="Noto Sans JP" pitchFamily="34" charset="-120"/>
            </a:endParaRPr>
          </a:p>
        </p:txBody>
      </p:sp>
      <p:sp>
        <p:nvSpPr>
          <p:cNvPr id="15" name="Text 13"/>
          <p:cNvSpPr/>
          <p:nvPr/>
        </p:nvSpPr>
        <p:spPr>
          <a:xfrm>
            <a:off x="8801100" y="457200"/>
            <a:ext cx="2476470" cy="304770"/>
          </a:xfrm>
          <a:prstGeom prst="rect">
            <a:avLst/>
          </a:prstGeom>
          <a:noFill/>
          <a:ln>
            <a:noFill/>
          </a:ln>
        </p:spPr>
        <p:txBody>
          <a:bodyPr wrap="none" lIns="0" tIns="0" rIns="0" bIns="0" rtlCol="0" anchor="t"/>
          <a:lstStyle/>
          <a:p>
            <a:pPr algn="l" indent="0" marL="0">
              <a:lnSpc>
                <a:spcPct val="154000"/>
              </a:lnSpc>
              <a:buNone/>
            </a:pPr>
            <a:r>
              <a:rPr lang="en-US" sz="975" spc="137" kern="0" dirty="0">
                <a:solidFill>
                  <a:srgbClr val="6E6B60"/>
                </a:solidFill>
                <a:latin typeface="Consolas" pitchFamily="34" charset="0"/>
                <a:ea typeface="Noto Sans JP" pitchFamily="34" charset="-122"/>
                <a:cs typeface="Consolas" pitchFamily="34" charset="-120"/>
              </a:rPr>
              <a:t>NINTENDO ENTERTAINMENT SYSTEM</a:t>
            </a:r>
            <a:endParaRPr lang="en-US" sz="975" spc="137" kern="0" dirty="0">
              <a:solidFill>
                <a:srgbClr val="6E6B60"/>
              </a:solidFill>
              <a:latin typeface="Consolas" pitchFamily="34" charset="0"/>
              <a:ea typeface="Noto Sans JP" pitchFamily="34" charset="-122"/>
              <a:cs typeface="Consolas" pitchFamily="34" charset="-120"/>
            </a:endParaRPr>
          </a:p>
        </p:txBody>
      </p:sp>
      <p:sp>
        <p:nvSpPr>
          <p:cNvPr id="16" name="Shape 14"/>
          <p:cNvSpPr/>
          <p:nvPr/>
        </p:nvSpPr>
        <p:spPr>
          <a:xfrm>
            <a:off x="914400" y="800100"/>
            <a:ext cx="10363170" cy="9510"/>
          </a:xfrm>
          <a:prstGeom prst="rect">
            <a:avLst/>
          </a:prstGeom>
          <a:solidFill>
            <a:srgbClr val="C9C4B8"/>
          </a:solidFill>
          <a:ln>
            <a:noFill/>
          </a:ln>
        </p:spPr>
      </p:sp>
      <p:sp>
        <p:nvSpPr>
          <p:cNvPr id="17" name="Text 15"/>
          <p:cNvSpPr/>
          <p:nvPr/>
        </p:nvSpPr>
        <p:spPr>
          <a:xfrm>
            <a:off x="914400" y="1066830"/>
            <a:ext cx="10363170" cy="542971"/>
          </a:xfrm>
          <a:prstGeom prst="rect">
            <a:avLst/>
          </a:prstGeom>
          <a:noFill/>
          <a:ln>
            <a:noFill/>
          </a:ln>
        </p:spPr>
        <p:txBody>
          <a:bodyPr wrap="none" lIns="0" tIns="0" rIns="0" bIns="0" rtlCol="0" anchor="t"/>
          <a:lstStyle/>
          <a:p>
            <a:pPr algn="l" indent="0" marL="0">
              <a:lnSpc>
                <a:spcPct val="150000"/>
              </a:lnSpc>
              <a:buNone/>
            </a:pPr>
            <a:r>
              <a:rPr lang="ja-JP" altLang="en-US" sz="2250" spc="68" kern="0" dirty="0">
                <a:solidFill>
                  <a:srgbClr val="1B1A16"/>
                </a:solidFill>
                <a:latin typeface="Noto Serif JP SemiBold" pitchFamily="34" charset="0"/>
                <a:ea typeface="Noto Serif JP SemiBold" pitchFamily="34" charset="-122"/>
                <a:cs typeface="Noto Serif JP SemiBold" pitchFamily="34" charset="-120"/>
              </a:rPr>
              <a:t>ゲーム機として売るのを</a:t>
            </a:r>
            <a:r>
              <a:rPr lang="ja-JP" altLang="en-US" sz="2250" spc="68" kern="0" dirty="0">
                <a:solidFill>
                  <a:srgbClr val="9C4A3C"/>
                </a:solidFill>
                <a:latin typeface="Noto Serif JP SemiBold" pitchFamily="34" charset="0"/>
                <a:ea typeface="Noto Serif JP SemiBold" pitchFamily="34" charset="-122"/>
                <a:cs typeface="Noto Serif JP SemiBold" pitchFamily="34" charset="-120"/>
              </a:rPr>
              <a:t>やめた</a:t>
            </a:r>
            <a:r>
              <a:rPr lang="ja-JP" altLang="en-US" sz="2250" spc="68" kern="0" dirty="0">
                <a:solidFill>
                  <a:srgbClr val="1B1A16"/>
                </a:solidFill>
                <a:latin typeface="Noto Serif JP SemiBold" pitchFamily="34" charset="0"/>
                <a:ea typeface="Noto Serif JP SemiBold" pitchFamily="34" charset="-122"/>
                <a:cs typeface="Noto Serif JP SemiBold" pitchFamily="34" charset="-120"/>
              </a:rPr>
              <a:t>。</a:t>
            </a:r>
            <a:endParaRPr lang="ja-JP" altLang="en-US" sz="2250" spc="68" kern="0" dirty="0">
              <a:solidFill>
                <a:srgbClr val="1B1A16"/>
              </a:solidFill>
              <a:latin typeface="Noto Serif JP SemiBold" pitchFamily="34" charset="0"/>
              <a:ea typeface="Noto Serif JP SemiBold" pitchFamily="34" charset="-122"/>
              <a:cs typeface="Noto Serif JP SemiBold" pitchFamily="34" charset="-120"/>
            </a:endParaRPr>
          </a:p>
        </p:txBody>
      </p:sp>
      <p:sp>
        <p:nvSpPr>
          <p:cNvPr id="18" name="Text 16"/>
          <p:cNvSpPr/>
          <p:nvPr/>
        </p:nvSpPr>
        <p:spPr>
          <a:xfrm>
            <a:off x="1943100" y="1733520"/>
            <a:ext cx="5524530" cy="342900"/>
          </a:xfrm>
          <a:prstGeom prst="rect">
            <a:avLst/>
          </a:prstGeom>
          <a:noFill/>
          <a:ln>
            <a:noFill/>
          </a:ln>
        </p:spPr>
        <p:txBody>
          <a:bodyPr wrap="none" lIns="0" tIns="0" rIns="0" bIns="0" rtlCol="0" anchor="t"/>
          <a:lstStyle/>
          <a:p>
            <a:pPr algn="l" indent="0" marL="0">
              <a:lnSpc>
                <a:spcPct val="153000"/>
              </a:lnSpc>
              <a:buNone/>
            </a:pPr>
            <a:r>
              <a:rPr lang="ja-JP" altLang="en-US" sz="1125" dirty="0">
                <a:solidFill>
                  <a:srgbClr val="5C5A50"/>
                </a:solidFill>
                <a:latin typeface="Noto Sans JP" pitchFamily="34" charset="0"/>
                <a:ea typeface="Noto Sans JP" pitchFamily="34" charset="-122"/>
                <a:cs typeface="Noto Sans JP" pitchFamily="34" charset="-120"/>
              </a:rPr>
              <a:t>施策</a:t>
            </a:r>
            <a:endParaRPr lang="ja-JP" altLang="en-US" sz="1125" dirty="0">
              <a:solidFill>
                <a:srgbClr val="5C5A50"/>
              </a:solidFill>
              <a:latin typeface="Noto Sans JP" pitchFamily="34" charset="0"/>
              <a:ea typeface="Noto Sans JP" pitchFamily="34" charset="-122"/>
              <a:cs typeface="Noto Sans JP" pitchFamily="34" charset="-120"/>
            </a:endParaRPr>
          </a:p>
        </p:txBody>
      </p:sp>
      <p:sp>
        <p:nvSpPr>
          <p:cNvPr id="19" name="Text 17"/>
          <p:cNvSpPr/>
          <p:nvPr/>
        </p:nvSpPr>
        <p:spPr>
          <a:xfrm>
            <a:off x="8077170" y="1733520"/>
            <a:ext cx="3200400" cy="342900"/>
          </a:xfrm>
          <a:prstGeom prst="rect">
            <a:avLst/>
          </a:prstGeom>
          <a:noFill/>
          <a:ln>
            <a:noFill/>
          </a:ln>
        </p:spPr>
        <p:txBody>
          <a:bodyPr wrap="none" lIns="0" tIns="0" rIns="0" bIns="0" rtlCol="0" anchor="t"/>
          <a:lstStyle/>
          <a:p>
            <a:pPr algn="l" indent="0" marL="0">
              <a:lnSpc>
                <a:spcPct val="153000"/>
              </a:lnSpc>
              <a:buNone/>
            </a:pPr>
            <a:r>
              <a:rPr lang="ja-JP" altLang="en-US" sz="1125" dirty="0">
                <a:solidFill>
                  <a:srgbClr val="5C5A50"/>
                </a:solidFill>
                <a:latin typeface="Noto Sans JP" pitchFamily="34" charset="0"/>
                <a:ea typeface="Noto Sans JP" pitchFamily="34" charset="-122"/>
                <a:cs typeface="Noto Sans JP" pitchFamily="34" charset="-120"/>
              </a:rPr>
              <a:t>狙い</a:t>
            </a:r>
            <a:endParaRPr lang="ja-JP" altLang="en-US" sz="1125" dirty="0">
              <a:solidFill>
                <a:srgbClr val="5C5A50"/>
              </a:solidFill>
              <a:latin typeface="Noto Sans JP" pitchFamily="34" charset="0"/>
              <a:ea typeface="Noto Sans JP" pitchFamily="34" charset="-122"/>
              <a:cs typeface="Noto Sans JP" pitchFamily="34" charset="-120"/>
            </a:endParaRPr>
          </a:p>
        </p:txBody>
      </p:sp>
      <p:sp>
        <p:nvSpPr>
          <p:cNvPr id="20" name="Shape 18"/>
          <p:cNvSpPr/>
          <p:nvPr/>
        </p:nvSpPr>
        <p:spPr>
          <a:xfrm>
            <a:off x="914400" y="4736043"/>
            <a:ext cx="10363170" cy="9510"/>
          </a:xfrm>
          <a:prstGeom prst="rect">
            <a:avLst/>
          </a:prstGeom>
          <a:solidFill>
            <a:srgbClr val="C9C4B8"/>
          </a:solidFill>
          <a:ln>
            <a:noFill/>
          </a:ln>
        </p:spPr>
      </p:sp>
      <p:sp>
        <p:nvSpPr>
          <p:cNvPr id="21" name="Shape 19"/>
          <p:cNvSpPr/>
          <p:nvPr/>
        </p:nvSpPr>
        <p:spPr>
          <a:xfrm>
            <a:off x="914400" y="2057400"/>
            <a:ext cx="10363170" cy="9510"/>
          </a:xfrm>
          <a:prstGeom prst="rect">
            <a:avLst/>
          </a:prstGeom>
          <a:solidFill>
            <a:srgbClr val="C9C4B8"/>
          </a:solidFill>
          <a:ln>
            <a:noFill/>
          </a:ln>
        </p:spPr>
      </p:sp>
      <p:sp>
        <p:nvSpPr>
          <p:cNvPr id="22" name="Text 20"/>
          <p:cNvSpPr/>
          <p:nvPr/>
        </p:nvSpPr>
        <p:spPr>
          <a:xfrm>
            <a:off x="914400" y="2295510"/>
            <a:ext cx="419070" cy="342900"/>
          </a:xfrm>
          <a:prstGeom prst="rect">
            <a:avLst/>
          </a:prstGeom>
          <a:noFill/>
          <a:ln>
            <a:noFill/>
          </a:ln>
        </p:spPr>
        <p:txBody>
          <a:bodyPr wrap="none" lIns="0" tIns="0" rIns="0" bIns="0" rtlCol="0" anchor="t"/>
          <a:lstStyle/>
          <a:p>
            <a:pPr algn="l" indent="0" marL="0">
              <a:lnSpc>
                <a:spcPct val="154000"/>
              </a:lnSpc>
              <a:buNone/>
            </a:pPr>
            <a:r>
              <a:rPr lang="en-US" sz="975" dirty="0">
                <a:solidFill>
                  <a:srgbClr val="4A5D3A"/>
                </a:solidFill>
                <a:latin typeface="Consolas" pitchFamily="34" charset="0"/>
                <a:ea typeface="Noto Sans JP" pitchFamily="34" charset="-122"/>
                <a:cs typeface="Consolas" pitchFamily="34" charset="-120"/>
              </a:rPr>
              <a:t>01</a:t>
            </a:r>
            <a:endParaRPr lang="en-US" sz="975" dirty="0">
              <a:solidFill>
                <a:srgbClr val="4A5D3A"/>
              </a:solidFill>
              <a:latin typeface="Consolas" pitchFamily="34" charset="0"/>
              <a:ea typeface="Noto Sans JP" pitchFamily="34" charset="-122"/>
              <a:cs typeface="Consolas" pitchFamily="34" charset="-120"/>
            </a:endParaRPr>
          </a:p>
        </p:txBody>
      </p:sp>
      <p:sp>
        <p:nvSpPr>
          <p:cNvPr id="23" name="Text 21"/>
          <p:cNvSpPr/>
          <p:nvPr/>
        </p:nvSpPr>
        <p:spPr>
          <a:xfrm>
            <a:off x="1943100" y="2238360"/>
            <a:ext cx="5524530" cy="419070"/>
          </a:xfrm>
          <a:prstGeom prst="rect">
            <a:avLst/>
          </a:prstGeom>
          <a:noFill/>
          <a:ln>
            <a:noFill/>
          </a:ln>
        </p:spPr>
        <p:txBody>
          <a:bodyPr wrap="none" lIns="0" tIns="0" rIns="0" bIns="0" rtlCol="0" anchor="t"/>
          <a:lstStyle/>
          <a:p>
            <a:pPr algn="l" indent="0" marL="0">
              <a:lnSpc>
                <a:spcPct val="160000"/>
              </a:lnSpc>
              <a:buNone/>
            </a:pPr>
            <a:r>
              <a:rPr lang="ja-JP" altLang="en-US" sz="1425" spc="43" kern="0" dirty="0">
                <a:solidFill>
                  <a:srgbClr val="1B1A16"/>
                </a:solidFill>
                <a:latin typeface="Noto Sans JP Medium" pitchFamily="34" charset="0"/>
                <a:ea typeface="Noto Sans JP Medium" pitchFamily="34" charset="-122"/>
                <a:cs typeface="Noto Sans JP Medium" pitchFamily="34" charset="-120"/>
              </a:rPr>
              <a:t>名前を </a:t>
            </a:r>
            <a:r>
              <a:rPr lang="ja-JP" altLang="en-US" sz="1500" spc="45" kern="0" dirty="0">
                <a:solidFill>
                  <a:srgbClr val="1B1A16"/>
                </a:solidFill>
                <a:latin typeface="Noto Sans JP Medium" pitchFamily="34" charset="0"/>
                <a:ea typeface="Noto Sans JP Medium" pitchFamily="34" charset="-122"/>
                <a:cs typeface="Noto Sans JP Medium" pitchFamily="34" charset="-120"/>
              </a:rPr>
              <a:t>Entertainment System</a:t>
            </a:r>
            <a:r>
              <a:rPr lang="ja-JP" altLang="en-US" sz="1425" spc="43" kern="0" dirty="0">
                <a:solidFill>
                  <a:srgbClr val="1B1A16"/>
                </a:solidFill>
                <a:latin typeface="Noto Sans JP Medium" pitchFamily="34" charset="0"/>
                <a:ea typeface="Noto Sans JP Medium" pitchFamily="34" charset="-122"/>
                <a:cs typeface="Noto Sans JP Medium" pitchFamily="34" charset="-120"/>
              </a:rPr>
              <a:t> に</a:t>
            </a:r>
            <a:endParaRPr lang="ja-JP" altLang="en-US" sz="1425" spc="43" kern="0" dirty="0">
              <a:solidFill>
                <a:srgbClr val="1B1A16"/>
              </a:solidFill>
              <a:latin typeface="Noto Sans JP Medium" pitchFamily="34" charset="0"/>
              <a:ea typeface="Noto Sans JP Medium" pitchFamily="34" charset="-122"/>
              <a:cs typeface="Noto Sans JP Medium" pitchFamily="34" charset="-120"/>
            </a:endParaRPr>
          </a:p>
        </p:txBody>
      </p:sp>
      <p:sp>
        <p:nvSpPr>
          <p:cNvPr id="24" name="Text 22"/>
          <p:cNvSpPr/>
          <p:nvPr/>
        </p:nvSpPr>
        <p:spPr>
          <a:xfrm>
            <a:off x="8077170" y="2247870"/>
            <a:ext cx="3200400" cy="400050"/>
          </a:xfrm>
          <a:prstGeom prst="rect">
            <a:avLst/>
          </a:prstGeom>
          <a:noFill/>
          <a:ln>
            <a:noFill/>
          </a:ln>
        </p:spPr>
        <p:txBody>
          <a:bodyPr wrap="none" lIns="0" tIns="0" rIns="0" bIns="0" rtlCol="0" anchor="t"/>
          <a:lstStyle/>
          <a:p>
            <a:pPr algn="l" indent="0" marL="0">
              <a:lnSpc>
                <a:spcPct val="158000"/>
              </a:lnSpc>
              <a:buNone/>
            </a:pPr>
            <a:r>
              <a:rPr lang="ja-JP" altLang="en-US" sz="1425" spc="43" kern="0" dirty="0">
                <a:solidFill>
                  <a:srgbClr val="33312A"/>
                </a:solidFill>
                <a:latin typeface="Noto Sans JP" pitchFamily="34" charset="0"/>
                <a:ea typeface="Noto Sans JP" pitchFamily="34" charset="-122"/>
                <a:cs typeface="Noto Sans JP" pitchFamily="34" charset="-120"/>
              </a:rPr>
              <a:t>「ゲーム機」という言葉を避けた</a:t>
            </a:r>
            <a:endParaRPr lang="ja-JP" altLang="en-US" sz="1425" spc="43" kern="0" dirty="0">
              <a:solidFill>
                <a:srgbClr val="33312A"/>
              </a:solidFill>
              <a:latin typeface="Noto Sans JP" pitchFamily="34" charset="0"/>
              <a:ea typeface="Noto Sans JP" pitchFamily="34" charset="-122"/>
              <a:cs typeface="Noto Sans JP" pitchFamily="34" charset="-120"/>
            </a:endParaRPr>
          </a:p>
        </p:txBody>
      </p:sp>
      <p:sp>
        <p:nvSpPr>
          <p:cNvPr id="25" name="Shape 23"/>
          <p:cNvSpPr/>
          <p:nvPr/>
        </p:nvSpPr>
        <p:spPr>
          <a:xfrm>
            <a:off x="914400" y="2735793"/>
            <a:ext cx="10363170" cy="9510"/>
          </a:xfrm>
          <a:prstGeom prst="rect">
            <a:avLst/>
          </a:prstGeom>
          <a:solidFill>
            <a:srgbClr val="C9C4B8"/>
          </a:solidFill>
          <a:ln>
            <a:noFill/>
          </a:ln>
        </p:spPr>
      </p:sp>
      <p:sp>
        <p:nvSpPr>
          <p:cNvPr id="26" name="Text 24"/>
          <p:cNvSpPr/>
          <p:nvPr/>
        </p:nvSpPr>
        <p:spPr>
          <a:xfrm>
            <a:off x="914400" y="2962290"/>
            <a:ext cx="419070" cy="342900"/>
          </a:xfrm>
          <a:prstGeom prst="rect">
            <a:avLst/>
          </a:prstGeom>
          <a:noFill/>
          <a:ln>
            <a:noFill/>
          </a:ln>
        </p:spPr>
        <p:txBody>
          <a:bodyPr wrap="none" lIns="0" tIns="0" rIns="0" bIns="0" rtlCol="0" anchor="t"/>
          <a:lstStyle/>
          <a:p>
            <a:pPr algn="l" indent="0" marL="0">
              <a:lnSpc>
                <a:spcPct val="154000"/>
              </a:lnSpc>
              <a:buNone/>
            </a:pPr>
            <a:r>
              <a:rPr lang="en-US" sz="975" dirty="0">
                <a:solidFill>
                  <a:srgbClr val="4A5D3A"/>
                </a:solidFill>
                <a:latin typeface="Consolas" pitchFamily="34" charset="0"/>
                <a:ea typeface="Noto Sans JP" pitchFamily="34" charset="-122"/>
                <a:cs typeface="Consolas" pitchFamily="34" charset="-120"/>
              </a:rPr>
              <a:t>02</a:t>
            </a:r>
            <a:endParaRPr lang="en-US" sz="975" dirty="0">
              <a:solidFill>
                <a:srgbClr val="4A5D3A"/>
              </a:solidFill>
              <a:latin typeface="Consolas" pitchFamily="34" charset="0"/>
              <a:ea typeface="Noto Sans JP" pitchFamily="34" charset="-122"/>
              <a:cs typeface="Consolas" pitchFamily="34" charset="-120"/>
            </a:endParaRPr>
          </a:p>
        </p:txBody>
      </p:sp>
      <p:sp>
        <p:nvSpPr>
          <p:cNvPr id="27" name="Text 25"/>
          <p:cNvSpPr/>
          <p:nvPr/>
        </p:nvSpPr>
        <p:spPr>
          <a:xfrm>
            <a:off x="1943100" y="2914650"/>
            <a:ext cx="5524530" cy="400050"/>
          </a:xfrm>
          <a:prstGeom prst="rect">
            <a:avLst/>
          </a:prstGeom>
          <a:noFill/>
          <a:ln>
            <a:noFill/>
          </a:ln>
        </p:spPr>
        <p:txBody>
          <a:bodyPr wrap="none" lIns="0" tIns="0" rIns="0" bIns="0" rtlCol="0" anchor="t"/>
          <a:lstStyle/>
          <a:p>
            <a:pPr algn="l" indent="0" marL="0">
              <a:lnSpc>
                <a:spcPct val="158000"/>
              </a:lnSpc>
              <a:buNone/>
            </a:pPr>
            <a:r>
              <a:rPr lang="ja-JP" altLang="en-US" sz="1425" spc="43" kern="0" dirty="0">
                <a:solidFill>
                  <a:srgbClr val="1B1A16"/>
                </a:solidFill>
                <a:latin typeface="Noto Sans JP Medium" pitchFamily="34" charset="0"/>
                <a:ea typeface="Noto Sans JP Medium" pitchFamily="34" charset="-122"/>
                <a:cs typeface="Noto Sans JP Medium" pitchFamily="34" charset="-120"/>
              </a:rPr>
              <a:t>見た目をビデオデッキ風に</a:t>
            </a:r>
            <a:endParaRPr lang="ja-JP" altLang="en-US" sz="1425" spc="43" kern="0" dirty="0">
              <a:solidFill>
                <a:srgbClr val="1B1A16"/>
              </a:solidFill>
              <a:latin typeface="Noto Sans JP Medium" pitchFamily="34" charset="0"/>
              <a:ea typeface="Noto Sans JP Medium" pitchFamily="34" charset="-122"/>
              <a:cs typeface="Noto Sans JP Medium" pitchFamily="34" charset="-120"/>
            </a:endParaRPr>
          </a:p>
        </p:txBody>
      </p:sp>
      <p:sp>
        <p:nvSpPr>
          <p:cNvPr id="28" name="Text 26"/>
          <p:cNvSpPr/>
          <p:nvPr/>
        </p:nvSpPr>
        <p:spPr>
          <a:xfrm>
            <a:off x="8077170" y="2914650"/>
            <a:ext cx="3200400" cy="400050"/>
          </a:xfrm>
          <a:prstGeom prst="rect">
            <a:avLst/>
          </a:prstGeom>
          <a:noFill/>
          <a:ln>
            <a:noFill/>
          </a:ln>
        </p:spPr>
        <p:txBody>
          <a:bodyPr wrap="none" lIns="0" tIns="0" rIns="0" bIns="0" rtlCol="0" anchor="t"/>
          <a:lstStyle/>
          <a:p>
            <a:pPr algn="l" indent="0" marL="0">
              <a:lnSpc>
                <a:spcPct val="158000"/>
              </a:lnSpc>
              <a:buNone/>
            </a:pPr>
            <a:r>
              <a:rPr lang="ja-JP" altLang="en-US" sz="1425" spc="43" kern="0" dirty="0">
                <a:solidFill>
                  <a:srgbClr val="33312A"/>
                </a:solidFill>
                <a:latin typeface="Noto Sans JP" pitchFamily="34" charset="0"/>
                <a:ea typeface="Noto Sans JP" pitchFamily="34" charset="-122"/>
                <a:cs typeface="Noto Sans JP" pitchFamily="34" charset="-120"/>
              </a:rPr>
              <a:t>家電に見せた</a:t>
            </a:r>
            <a:endParaRPr lang="ja-JP" altLang="en-US" sz="1425" spc="43" kern="0" dirty="0">
              <a:solidFill>
                <a:srgbClr val="33312A"/>
              </a:solidFill>
              <a:latin typeface="Noto Sans JP" pitchFamily="34" charset="0"/>
              <a:ea typeface="Noto Sans JP" pitchFamily="34" charset="-122"/>
              <a:cs typeface="Noto Sans JP" pitchFamily="34" charset="-120"/>
            </a:endParaRPr>
          </a:p>
        </p:txBody>
      </p:sp>
      <p:sp>
        <p:nvSpPr>
          <p:cNvPr id="29" name="Shape 27"/>
          <p:cNvSpPr/>
          <p:nvPr/>
        </p:nvSpPr>
        <p:spPr>
          <a:xfrm>
            <a:off x="914400" y="3396722"/>
            <a:ext cx="10363170" cy="9510"/>
          </a:xfrm>
          <a:prstGeom prst="rect">
            <a:avLst/>
          </a:prstGeom>
          <a:solidFill>
            <a:srgbClr val="C9C4B8"/>
          </a:solidFill>
          <a:ln>
            <a:noFill/>
          </a:ln>
        </p:spPr>
      </p:sp>
      <p:sp>
        <p:nvSpPr>
          <p:cNvPr id="30" name="Text 28"/>
          <p:cNvSpPr/>
          <p:nvPr/>
        </p:nvSpPr>
        <p:spPr>
          <a:xfrm>
            <a:off x="914400" y="3629071"/>
            <a:ext cx="419070" cy="342900"/>
          </a:xfrm>
          <a:prstGeom prst="rect">
            <a:avLst/>
          </a:prstGeom>
          <a:noFill/>
          <a:ln>
            <a:noFill/>
          </a:ln>
        </p:spPr>
        <p:txBody>
          <a:bodyPr wrap="none" lIns="0" tIns="0" rIns="0" bIns="0" rtlCol="0" anchor="t"/>
          <a:lstStyle/>
          <a:p>
            <a:pPr algn="l" indent="0" marL="0">
              <a:lnSpc>
                <a:spcPct val="154000"/>
              </a:lnSpc>
              <a:buNone/>
            </a:pPr>
            <a:r>
              <a:rPr lang="en-US" sz="975" dirty="0">
                <a:solidFill>
                  <a:srgbClr val="4A5D3A"/>
                </a:solidFill>
                <a:latin typeface="Consolas" pitchFamily="34" charset="0"/>
                <a:ea typeface="Noto Sans JP" pitchFamily="34" charset="-122"/>
                <a:cs typeface="Consolas" pitchFamily="34" charset="-120"/>
              </a:rPr>
              <a:t>03</a:t>
            </a:r>
            <a:endParaRPr lang="en-US" sz="975" dirty="0">
              <a:solidFill>
                <a:srgbClr val="4A5D3A"/>
              </a:solidFill>
              <a:latin typeface="Consolas" pitchFamily="34" charset="0"/>
              <a:ea typeface="Noto Sans JP" pitchFamily="34" charset="-122"/>
              <a:cs typeface="Consolas" pitchFamily="34" charset="-120"/>
            </a:endParaRPr>
          </a:p>
        </p:txBody>
      </p:sp>
      <p:sp>
        <p:nvSpPr>
          <p:cNvPr id="31" name="Text 29"/>
          <p:cNvSpPr/>
          <p:nvPr/>
        </p:nvSpPr>
        <p:spPr>
          <a:xfrm>
            <a:off x="1943100" y="3571921"/>
            <a:ext cx="5524530" cy="419070"/>
          </a:xfrm>
          <a:prstGeom prst="rect">
            <a:avLst/>
          </a:prstGeom>
          <a:noFill/>
          <a:ln>
            <a:noFill/>
          </a:ln>
        </p:spPr>
        <p:txBody>
          <a:bodyPr wrap="none" lIns="0" tIns="0" rIns="0" bIns="0" rtlCol="0" anchor="t"/>
          <a:lstStyle/>
          <a:p>
            <a:pPr algn="l" indent="0" marL="0">
              <a:lnSpc>
                <a:spcPct val="160000"/>
              </a:lnSpc>
              <a:buNone/>
            </a:pPr>
            <a:r>
              <a:rPr lang="ja-JP" altLang="en-US" sz="1425" spc="43" kern="0" dirty="0">
                <a:solidFill>
                  <a:srgbClr val="1B1A16"/>
                </a:solidFill>
                <a:latin typeface="Noto Sans JP Medium" pitchFamily="34" charset="0"/>
                <a:ea typeface="Noto Sans JP Medium" pitchFamily="34" charset="-122"/>
                <a:cs typeface="Noto Sans JP Medium" pitchFamily="34" charset="-120"/>
              </a:rPr>
              <a:t>ロボット（</a:t>
            </a:r>
            <a:r>
              <a:rPr lang="ja-JP" altLang="en-US" sz="1500" spc="45" kern="0" dirty="0">
                <a:solidFill>
                  <a:srgbClr val="1B1A16"/>
                </a:solidFill>
                <a:latin typeface="Noto Sans JP Medium" pitchFamily="34" charset="0"/>
                <a:ea typeface="Noto Sans JP Medium" pitchFamily="34" charset="-122"/>
                <a:cs typeface="Noto Sans JP Medium" pitchFamily="34" charset="-120"/>
              </a:rPr>
              <a:t>R.O.B.</a:t>
            </a:r>
            <a:r>
              <a:rPr lang="ja-JP" altLang="en-US" sz="1425" spc="43" kern="0" dirty="0">
                <a:solidFill>
                  <a:srgbClr val="1B1A16"/>
                </a:solidFill>
                <a:latin typeface="Noto Sans JP Medium" pitchFamily="34" charset="0"/>
                <a:ea typeface="Noto Sans JP Medium" pitchFamily="34" charset="-122"/>
                <a:cs typeface="Noto Sans JP Medium" pitchFamily="34" charset="-120"/>
              </a:rPr>
              <a:t>）を同梱</a:t>
            </a:r>
            <a:endParaRPr lang="ja-JP" altLang="en-US" sz="1425" spc="43" kern="0" dirty="0">
              <a:solidFill>
                <a:srgbClr val="1B1A16"/>
              </a:solidFill>
              <a:latin typeface="Noto Sans JP Medium" pitchFamily="34" charset="0"/>
              <a:ea typeface="Noto Sans JP Medium" pitchFamily="34" charset="-122"/>
              <a:cs typeface="Noto Sans JP Medium" pitchFamily="34" charset="-120"/>
            </a:endParaRPr>
          </a:p>
        </p:txBody>
      </p:sp>
      <p:sp>
        <p:nvSpPr>
          <p:cNvPr id="32" name="Text 30"/>
          <p:cNvSpPr/>
          <p:nvPr/>
        </p:nvSpPr>
        <p:spPr>
          <a:xfrm>
            <a:off x="8077170" y="3590940"/>
            <a:ext cx="3200400" cy="400050"/>
          </a:xfrm>
          <a:prstGeom prst="rect">
            <a:avLst/>
          </a:prstGeom>
          <a:noFill/>
          <a:ln>
            <a:noFill/>
          </a:ln>
        </p:spPr>
        <p:txBody>
          <a:bodyPr wrap="none" lIns="0" tIns="0" rIns="0" bIns="0" rtlCol="0" anchor="t"/>
          <a:lstStyle/>
          <a:p>
            <a:pPr algn="l" indent="0" marL="0">
              <a:lnSpc>
                <a:spcPct val="158000"/>
              </a:lnSpc>
              <a:buNone/>
            </a:pPr>
            <a:r>
              <a:rPr lang="ja-JP" altLang="en-US" sz="1425" spc="43" kern="0" dirty="0">
                <a:solidFill>
                  <a:srgbClr val="33312A"/>
                </a:solidFill>
                <a:latin typeface="Noto Sans JP" pitchFamily="34" charset="0"/>
                <a:ea typeface="Noto Sans JP" pitchFamily="34" charset="-122"/>
                <a:cs typeface="Noto Sans JP" pitchFamily="34" charset="-120"/>
              </a:rPr>
              <a:t>玩具に見せた</a:t>
            </a:r>
            <a:endParaRPr lang="ja-JP" altLang="en-US" sz="1425" spc="43" kern="0" dirty="0">
              <a:solidFill>
                <a:srgbClr val="33312A"/>
              </a:solidFill>
              <a:latin typeface="Noto Sans JP" pitchFamily="34" charset="0"/>
              <a:ea typeface="Noto Sans JP" pitchFamily="34" charset="-122"/>
              <a:cs typeface="Noto Sans JP" pitchFamily="34" charset="-120"/>
            </a:endParaRPr>
          </a:p>
        </p:txBody>
      </p:sp>
      <p:sp>
        <p:nvSpPr>
          <p:cNvPr id="33" name="Shape 31"/>
          <p:cNvSpPr/>
          <p:nvPr/>
        </p:nvSpPr>
        <p:spPr>
          <a:xfrm>
            <a:off x="914400" y="4075115"/>
            <a:ext cx="10363170" cy="9510"/>
          </a:xfrm>
          <a:prstGeom prst="rect">
            <a:avLst/>
          </a:prstGeom>
          <a:solidFill>
            <a:srgbClr val="C9C4B8"/>
          </a:solidFill>
          <a:ln>
            <a:noFill/>
          </a:ln>
        </p:spPr>
      </p:sp>
      <p:sp>
        <p:nvSpPr>
          <p:cNvPr id="34" name="Text 32"/>
          <p:cNvSpPr/>
          <p:nvPr/>
        </p:nvSpPr>
        <p:spPr>
          <a:xfrm>
            <a:off x="914400" y="4295760"/>
            <a:ext cx="419070" cy="342900"/>
          </a:xfrm>
          <a:prstGeom prst="rect">
            <a:avLst/>
          </a:prstGeom>
          <a:noFill/>
          <a:ln>
            <a:noFill/>
          </a:ln>
        </p:spPr>
        <p:txBody>
          <a:bodyPr wrap="none" lIns="0" tIns="0" rIns="0" bIns="0" rtlCol="0" anchor="t"/>
          <a:lstStyle/>
          <a:p>
            <a:pPr algn="l" indent="0" marL="0">
              <a:lnSpc>
                <a:spcPct val="154000"/>
              </a:lnSpc>
              <a:buNone/>
            </a:pPr>
            <a:r>
              <a:rPr lang="en-US" sz="975" dirty="0">
                <a:solidFill>
                  <a:srgbClr val="4A5D3A"/>
                </a:solidFill>
                <a:latin typeface="Consolas" pitchFamily="34" charset="0"/>
                <a:ea typeface="Noto Sans JP" pitchFamily="34" charset="-122"/>
                <a:cs typeface="Consolas" pitchFamily="34" charset="-120"/>
              </a:rPr>
              <a:t>04</a:t>
            </a:r>
            <a:endParaRPr lang="en-US" sz="975" dirty="0">
              <a:solidFill>
                <a:srgbClr val="4A5D3A"/>
              </a:solidFill>
              <a:latin typeface="Consolas" pitchFamily="34" charset="0"/>
              <a:ea typeface="Noto Sans JP" pitchFamily="34" charset="-122"/>
              <a:cs typeface="Consolas" pitchFamily="34" charset="-120"/>
            </a:endParaRPr>
          </a:p>
        </p:txBody>
      </p:sp>
      <p:sp>
        <p:nvSpPr>
          <p:cNvPr id="35" name="Text 33"/>
          <p:cNvSpPr/>
          <p:nvPr/>
        </p:nvSpPr>
        <p:spPr>
          <a:xfrm>
            <a:off x="1943100" y="4248120"/>
            <a:ext cx="5524530" cy="400050"/>
          </a:xfrm>
          <a:prstGeom prst="rect">
            <a:avLst/>
          </a:prstGeom>
          <a:noFill/>
          <a:ln>
            <a:noFill/>
          </a:ln>
        </p:spPr>
        <p:txBody>
          <a:bodyPr wrap="none" lIns="0" tIns="0" rIns="0" bIns="0" rtlCol="0" anchor="t"/>
          <a:lstStyle/>
          <a:p>
            <a:pPr algn="l" indent="0" marL="0">
              <a:lnSpc>
                <a:spcPct val="158000"/>
              </a:lnSpc>
              <a:buNone/>
            </a:pPr>
            <a:r>
              <a:rPr lang="ja-JP" altLang="en-US" sz="1425" spc="43" kern="0" dirty="0">
                <a:solidFill>
                  <a:srgbClr val="1B1A16"/>
                </a:solidFill>
                <a:latin typeface="Noto Sans JP Medium" pitchFamily="34" charset="0"/>
                <a:ea typeface="Noto Sans JP Medium" pitchFamily="34" charset="-122"/>
                <a:cs typeface="Noto Sans JP Medium" pitchFamily="34" charset="-120"/>
              </a:rPr>
              <a:t>玩具店に置いてもらった</a:t>
            </a:r>
            <a:endParaRPr lang="ja-JP" altLang="en-US" sz="1425" spc="43" kern="0" dirty="0">
              <a:solidFill>
                <a:srgbClr val="1B1A16"/>
              </a:solidFill>
              <a:latin typeface="Noto Sans JP Medium" pitchFamily="34" charset="0"/>
              <a:ea typeface="Noto Sans JP Medium" pitchFamily="34" charset="-122"/>
              <a:cs typeface="Noto Sans JP Medium" pitchFamily="34" charset="-120"/>
            </a:endParaRPr>
          </a:p>
        </p:txBody>
      </p:sp>
      <p:sp>
        <p:nvSpPr>
          <p:cNvPr id="36" name="Text 34"/>
          <p:cNvSpPr/>
          <p:nvPr/>
        </p:nvSpPr>
        <p:spPr>
          <a:xfrm>
            <a:off x="8077170" y="4248120"/>
            <a:ext cx="3200400" cy="400050"/>
          </a:xfrm>
          <a:prstGeom prst="rect">
            <a:avLst/>
          </a:prstGeom>
          <a:noFill/>
          <a:ln>
            <a:noFill/>
          </a:ln>
        </p:spPr>
        <p:txBody>
          <a:bodyPr wrap="none" lIns="0" tIns="0" rIns="0" bIns="0" rtlCol="0" anchor="t"/>
          <a:lstStyle/>
          <a:p>
            <a:pPr algn="l" indent="0" marL="0">
              <a:lnSpc>
                <a:spcPct val="158000"/>
              </a:lnSpc>
              <a:buNone/>
            </a:pPr>
            <a:r>
              <a:rPr lang="ja-JP" altLang="en-US" sz="1425" spc="43" kern="0" dirty="0">
                <a:solidFill>
                  <a:srgbClr val="33312A"/>
                </a:solidFill>
                <a:latin typeface="Noto Sans JP" pitchFamily="34" charset="0"/>
                <a:ea typeface="Noto Sans JP" pitchFamily="34" charset="-122"/>
                <a:cs typeface="Noto Sans JP" pitchFamily="34" charset="-120"/>
              </a:rPr>
              <a:t>比較対象を変えた</a:t>
            </a:r>
            <a:endParaRPr lang="ja-JP" altLang="en-US" sz="1425" spc="43" kern="0" dirty="0">
              <a:solidFill>
                <a:srgbClr val="33312A"/>
              </a:solidFill>
              <a:latin typeface="Noto Sans JP" pitchFamily="34" charset="0"/>
              <a:ea typeface="Noto Sans JP" pitchFamily="34" charset="-122"/>
              <a:cs typeface="Noto Sans JP" pitchFamily="34" charset="-120"/>
            </a:endParaRPr>
          </a:p>
        </p:txBody>
      </p:sp>
      <p:sp>
        <p:nvSpPr>
          <p:cNvPr id="37" name="Text 35"/>
          <p:cNvSpPr/>
          <p:nvPr/>
        </p:nvSpPr>
        <p:spPr>
          <a:xfrm>
            <a:off x="2057400" y="5791170"/>
            <a:ext cx="952530" cy="495330"/>
          </a:xfrm>
          <a:prstGeom prst="rect">
            <a:avLst/>
          </a:prstGeom>
          <a:noFill/>
          <a:ln>
            <a:noFill/>
          </a:ln>
        </p:spPr>
        <p:txBody>
          <a:bodyPr wrap="none" lIns="0" tIns="0" rIns="0" bIns="0" rtlCol="0" anchor="t"/>
          <a:lstStyle/>
          <a:p>
            <a:pPr algn="ctr" indent="0" marL="0">
              <a:lnSpc>
                <a:spcPct val="267000"/>
              </a:lnSpc>
              <a:buNone/>
            </a:pPr>
            <a:r>
              <a:rPr lang="ja-JP" altLang="en-US" sz="1125" spc="45" kern="0" dirty="0">
                <a:solidFill>
                  <a:srgbClr val="5C5A50"/>
                </a:solidFill>
                <a:latin typeface="Noto Sans JP" pitchFamily="34" charset="0"/>
                <a:ea typeface="Noto Sans JP" pitchFamily="34" charset="-122"/>
                <a:cs typeface="Noto Sans JP" pitchFamily="34" charset="-120"/>
              </a:rPr>
              <a:t>ゲーム機</a:t>
            </a:r>
            <a:endParaRPr lang="ja-JP" altLang="en-US" sz="1125" spc="45" kern="0" dirty="0">
              <a:solidFill>
                <a:srgbClr val="5C5A50"/>
              </a:solidFill>
              <a:latin typeface="Noto Sans JP" pitchFamily="34" charset="0"/>
              <a:ea typeface="Noto Sans JP" pitchFamily="34" charset="-122"/>
              <a:cs typeface="Noto Sans JP" pitchFamily="34" charset="-120"/>
            </a:endParaRPr>
          </a:p>
        </p:txBody>
      </p:sp>
      <p:sp>
        <p:nvSpPr>
          <p:cNvPr id="38" name="Text 36"/>
          <p:cNvSpPr/>
          <p:nvPr/>
        </p:nvSpPr>
        <p:spPr>
          <a:xfrm>
            <a:off x="3124230" y="5791170"/>
            <a:ext cx="685800" cy="495330"/>
          </a:xfrm>
          <a:prstGeom prst="rect">
            <a:avLst/>
          </a:prstGeom>
          <a:noFill/>
          <a:ln>
            <a:noFill/>
          </a:ln>
        </p:spPr>
        <p:txBody>
          <a:bodyPr wrap="none" lIns="0" tIns="0" rIns="0" bIns="0" rtlCol="0" anchor="t"/>
          <a:lstStyle/>
          <a:p>
            <a:pPr algn="ctr" indent="0" marL="0">
              <a:lnSpc>
                <a:spcPct val="286000"/>
              </a:lnSpc>
              <a:buNone/>
            </a:pPr>
            <a:r>
              <a:rPr lang="en-US" sz="1050" spc="63" kern="0" dirty="0">
                <a:solidFill>
                  <a:srgbClr val="6E6B60"/>
                </a:solidFill>
                <a:latin typeface="Consolas" pitchFamily="34" charset="0"/>
                <a:ea typeface="Noto Sans JP" pitchFamily="34" charset="-122"/>
                <a:cs typeface="Consolas" pitchFamily="34" charset="-120"/>
              </a:rPr>
              <a:t>NES</a:t>
            </a:r>
            <a:endParaRPr lang="en-US" sz="1050" spc="63" kern="0" dirty="0">
              <a:solidFill>
                <a:srgbClr val="6E6B60"/>
              </a:solidFill>
              <a:latin typeface="Consolas" pitchFamily="34" charset="0"/>
              <a:ea typeface="Noto Sans JP" pitchFamily="34" charset="-122"/>
              <a:cs typeface="Consolas" pitchFamily="34" charset="-120"/>
            </a:endParaRPr>
          </a:p>
        </p:txBody>
      </p:sp>
      <p:sp>
        <p:nvSpPr>
          <p:cNvPr id="39" name="Text 37"/>
          <p:cNvSpPr/>
          <p:nvPr/>
        </p:nvSpPr>
        <p:spPr>
          <a:xfrm>
            <a:off x="3924330" y="5791170"/>
            <a:ext cx="952530" cy="495330"/>
          </a:xfrm>
          <a:prstGeom prst="rect">
            <a:avLst/>
          </a:prstGeom>
          <a:noFill/>
          <a:ln>
            <a:noFill/>
          </a:ln>
        </p:spPr>
        <p:txBody>
          <a:bodyPr wrap="none" lIns="0" tIns="0" rIns="0" bIns="0" rtlCol="0" anchor="t"/>
          <a:lstStyle/>
          <a:p>
            <a:pPr algn="ctr" indent="0" marL="0">
              <a:lnSpc>
                <a:spcPct val="267000"/>
              </a:lnSpc>
              <a:buNone/>
            </a:pPr>
            <a:r>
              <a:rPr lang="ja-JP" altLang="en-US" sz="1125" spc="45" kern="0" dirty="0">
                <a:solidFill>
                  <a:srgbClr val="5C5A50"/>
                </a:solidFill>
                <a:latin typeface="Noto Sans JP" pitchFamily="34" charset="0"/>
                <a:ea typeface="Noto Sans JP" pitchFamily="34" charset="-122"/>
                <a:cs typeface="Noto Sans JP" pitchFamily="34" charset="-120"/>
              </a:rPr>
              <a:t>ゲーム機</a:t>
            </a:r>
            <a:endParaRPr lang="ja-JP" altLang="en-US" sz="1125" spc="45" kern="0" dirty="0">
              <a:solidFill>
                <a:srgbClr val="5C5A50"/>
              </a:solidFill>
              <a:latin typeface="Noto Sans JP" pitchFamily="34" charset="0"/>
              <a:ea typeface="Noto Sans JP" pitchFamily="34" charset="-122"/>
              <a:cs typeface="Noto Sans JP" pitchFamily="34" charset="-120"/>
            </a:endParaRPr>
          </a:p>
        </p:txBody>
      </p:sp>
      <p:sp>
        <p:nvSpPr>
          <p:cNvPr id="40" name="Text 38"/>
          <p:cNvSpPr/>
          <p:nvPr/>
        </p:nvSpPr>
        <p:spPr>
          <a:xfrm>
            <a:off x="6057900" y="5791170"/>
            <a:ext cx="952530" cy="495330"/>
          </a:xfrm>
          <a:prstGeom prst="rect">
            <a:avLst/>
          </a:prstGeom>
          <a:noFill/>
          <a:ln>
            <a:noFill/>
          </a:ln>
        </p:spPr>
        <p:txBody>
          <a:bodyPr wrap="none" lIns="0" tIns="0" rIns="0" bIns="0" rtlCol="0" anchor="t"/>
          <a:lstStyle/>
          <a:p>
            <a:pPr algn="ctr" indent="0" marL="0">
              <a:lnSpc>
                <a:spcPct val="267000"/>
              </a:lnSpc>
              <a:buNone/>
            </a:pPr>
            <a:r>
              <a:rPr lang="ja-JP" altLang="en-US" sz="1125" spc="45" kern="0" dirty="0">
                <a:solidFill>
                  <a:srgbClr val="5C5A50"/>
                </a:solidFill>
                <a:latin typeface="Noto Sans JP" pitchFamily="34" charset="0"/>
                <a:ea typeface="Noto Sans JP" pitchFamily="34" charset="-122"/>
                <a:cs typeface="Noto Sans JP" pitchFamily="34" charset="-120"/>
              </a:rPr>
              <a:t>玩具</a:t>
            </a:r>
            <a:endParaRPr lang="ja-JP" altLang="en-US" sz="1125" spc="45" kern="0" dirty="0">
              <a:solidFill>
                <a:srgbClr val="5C5A50"/>
              </a:solidFill>
              <a:latin typeface="Noto Sans JP" pitchFamily="34" charset="0"/>
              <a:ea typeface="Noto Sans JP" pitchFamily="34" charset="-122"/>
              <a:cs typeface="Noto Sans JP" pitchFamily="34" charset="-120"/>
            </a:endParaRPr>
          </a:p>
        </p:txBody>
      </p:sp>
      <p:sp>
        <p:nvSpPr>
          <p:cNvPr id="41" name="Text 39"/>
          <p:cNvSpPr/>
          <p:nvPr/>
        </p:nvSpPr>
        <p:spPr>
          <a:xfrm>
            <a:off x="7124730" y="5791170"/>
            <a:ext cx="685800" cy="495330"/>
          </a:xfrm>
          <a:prstGeom prst="rect">
            <a:avLst/>
          </a:prstGeom>
          <a:noFill/>
          <a:ln>
            <a:noFill/>
          </a:ln>
        </p:spPr>
        <p:txBody>
          <a:bodyPr wrap="none" lIns="0" tIns="0" rIns="0" bIns="0" rtlCol="0" anchor="t"/>
          <a:lstStyle/>
          <a:p>
            <a:pPr algn="ctr" indent="0" marL="0">
              <a:lnSpc>
                <a:spcPct val="286000"/>
              </a:lnSpc>
              <a:buNone/>
            </a:pPr>
            <a:r>
              <a:rPr lang="en-US" sz="1050" b="1" spc="63" kern="0" dirty="0">
                <a:solidFill>
                  <a:srgbClr val="1B1A16"/>
                </a:solidFill>
                <a:latin typeface="Consolas" pitchFamily="34" charset="0"/>
                <a:ea typeface="Noto Sans JP" pitchFamily="34" charset="-122"/>
                <a:cs typeface="Consolas" pitchFamily="34" charset="-120"/>
              </a:rPr>
              <a:t>NES</a:t>
            </a:r>
            <a:endParaRPr lang="en-US" sz="1050" b="1" spc="63" kern="0" dirty="0">
              <a:solidFill>
                <a:srgbClr val="1B1A16"/>
              </a:solidFill>
              <a:latin typeface="Consolas" pitchFamily="34" charset="0"/>
              <a:ea typeface="Noto Sans JP" pitchFamily="34" charset="-122"/>
              <a:cs typeface="Consolas" pitchFamily="34" charset="-120"/>
            </a:endParaRPr>
          </a:p>
        </p:txBody>
      </p:sp>
      <p:sp>
        <p:nvSpPr>
          <p:cNvPr id="42" name="Text 40"/>
          <p:cNvSpPr/>
          <p:nvPr/>
        </p:nvSpPr>
        <p:spPr>
          <a:xfrm>
            <a:off x="7924830" y="5791170"/>
            <a:ext cx="952530" cy="495330"/>
          </a:xfrm>
          <a:prstGeom prst="rect">
            <a:avLst/>
          </a:prstGeom>
          <a:noFill/>
          <a:ln>
            <a:noFill/>
          </a:ln>
        </p:spPr>
        <p:txBody>
          <a:bodyPr wrap="none" lIns="0" tIns="0" rIns="0" bIns="0" rtlCol="0" anchor="t"/>
          <a:lstStyle/>
          <a:p>
            <a:pPr algn="ctr" indent="0" marL="0">
              <a:lnSpc>
                <a:spcPct val="267000"/>
              </a:lnSpc>
              <a:buNone/>
            </a:pPr>
            <a:r>
              <a:rPr lang="ja-JP" altLang="en-US" sz="1125" spc="45" kern="0" dirty="0">
                <a:solidFill>
                  <a:srgbClr val="5C5A50"/>
                </a:solidFill>
                <a:latin typeface="Noto Sans JP" pitchFamily="34" charset="0"/>
                <a:ea typeface="Noto Sans JP" pitchFamily="34" charset="-122"/>
                <a:cs typeface="Noto Sans JP" pitchFamily="34" charset="-120"/>
              </a:rPr>
              <a:t>玩具</a:t>
            </a:r>
            <a:endParaRPr lang="ja-JP" altLang="en-US" sz="1125" spc="45" kern="0" dirty="0">
              <a:solidFill>
                <a:srgbClr val="5C5A50"/>
              </a:solidFill>
              <a:latin typeface="Noto Sans JP" pitchFamily="34" charset="0"/>
              <a:ea typeface="Noto Sans JP" pitchFamily="34" charset="-122"/>
              <a:cs typeface="Noto Sans JP" pitchFamily="34" charset="-120"/>
            </a:endParaRPr>
          </a:p>
        </p:txBody>
      </p:sp>
      <p:sp>
        <p:nvSpPr>
          <p:cNvPr id="43" name="Text 41"/>
          <p:cNvSpPr/>
          <p:nvPr/>
        </p:nvSpPr>
        <p:spPr>
          <a:xfrm>
            <a:off x="914400" y="4991070"/>
            <a:ext cx="10363170" cy="365669"/>
          </a:xfrm>
          <a:prstGeom prst="rect">
            <a:avLst/>
          </a:prstGeom>
          <a:noFill/>
          <a:ln>
            <a:noFill/>
          </a:ln>
        </p:spPr>
        <p:txBody>
          <a:bodyPr wrap="none" lIns="0" tIns="0" rIns="0" bIns="0" rtlCol="0" anchor="t"/>
          <a:lstStyle/>
          <a:p>
            <a:pPr algn="l" indent="0" marL="0">
              <a:lnSpc>
                <a:spcPct val="171000"/>
              </a:lnSpc>
              <a:buNone/>
            </a:pPr>
            <a:r>
              <a:rPr lang="ja-JP" altLang="en-US" sz="1050" dirty="0">
                <a:solidFill>
                  <a:srgbClr val="5C5A50"/>
                </a:solidFill>
                <a:latin typeface="Noto Sans JP" pitchFamily="34" charset="0"/>
                <a:ea typeface="Noto Sans JP" pitchFamily="34" charset="-122"/>
                <a:cs typeface="Noto Sans JP" pitchFamily="34" charset="-120"/>
              </a:rPr>
              <a:t>北米市場での施策。</a:t>
            </a:r>
            <a:r>
              <a:rPr lang="ja-JP" altLang="en-US" sz="1200" dirty="0">
                <a:solidFill>
                  <a:srgbClr val="6E6B60"/>
                </a:solidFill>
                <a:latin typeface="Consolas" pitchFamily="34" charset="0"/>
                <a:ea typeface="Noto Sans JP" pitchFamily="34" charset="-122"/>
                <a:cs typeface="Consolas" pitchFamily="34" charset="-120"/>
              </a:rPr>
              <a:t>　</a:t>
            </a:r>
            <a:r>
              <a:rPr lang="ja-JP" altLang="en-US" sz="975" dirty="0">
                <a:solidFill>
                  <a:srgbClr val="6E6B60"/>
                </a:solidFill>
                <a:latin typeface="Consolas" pitchFamily="34" charset="0"/>
                <a:ea typeface="Noto Sans JP" pitchFamily="34" charset="-122"/>
                <a:cs typeface="Consolas" pitchFamily="34" charset="-120"/>
              </a:rPr>
              <a:t>1985.10 ニューヨークでのテスト販売時の構成</a:t>
            </a:r>
            <a:endParaRPr lang="ja-JP" altLang="en-US" sz="975" dirty="0">
              <a:solidFill>
                <a:srgbClr val="6E6B60"/>
              </a:solidFill>
              <a:latin typeface="Consolas" pitchFamily="34" charset="0"/>
              <a:ea typeface="Noto Sans JP" pitchFamily="34" charset="-122"/>
              <a:cs typeface="Consolas" pitchFamily="34" charset="-120"/>
            </a:endParaRPr>
          </a:p>
        </p:txBody>
      </p:sp>
      <p:sp>
        <p:nvSpPr>
          <p:cNvPr id="44" name="Shape 42"/>
          <p:cNvSpPr/>
          <p:nvPr/>
        </p:nvSpPr>
        <p:spPr>
          <a:xfrm>
            <a:off x="914400" y="790590"/>
            <a:ext cx="533370" cy="28621"/>
          </a:xfrm>
          <a:prstGeom prst="rect">
            <a:avLst/>
          </a:prstGeom>
          <a:solidFill>
            <a:srgbClr val="9C4A3C"/>
          </a:solidFill>
          <a:ln>
            <a:noFill/>
          </a:ln>
        </p:spPr>
      </p:sp>
      <p:sp>
        <p:nvSpPr>
          <p:cNvPr id="45" name="Text 43"/>
          <p:cNvSpPr/>
          <p:nvPr/>
        </p:nvSpPr>
        <p:spPr>
          <a:xfrm>
            <a:off x="8420070" y="6362670"/>
            <a:ext cx="2857500" cy="209580"/>
          </a:xfrm>
          <a:prstGeom prst="rect">
            <a:avLst/>
          </a:prstGeom>
          <a:noFill/>
          <a:ln>
            <a:noFill/>
          </a:ln>
        </p:spPr>
        <p:txBody>
          <a:bodyPr wrap="square" lIns="0" tIns="0" rIns="0" bIns="0" rtlCol="0" anchor="t"/>
          <a:lstStyle/>
          <a:p>
            <a:pPr algn="r" indent="0" marL="0">
              <a:buNone/>
            </a:pPr>
            <a:r>
              <a:rPr lang="en-US" sz="975" spc="160" kern="0" dirty="0">
                <a:solidFill>
                  <a:srgbClr val="6E6B60"/>
                </a:solidFill>
                <a:latin typeface="Consolas" pitchFamily="34" charset="0"/>
                <a:ea typeface="Noto Sans JP" pitchFamily="34" charset="-122"/>
                <a:cs typeface="Consolas" pitchFamily="34" charset="-120"/>
              </a:rPr>
              <a:t>05 / 23</a:t>
            </a:r>
            <a:endParaRPr lang="en-US" sz="975" spc="160" kern="0" dirty="0">
              <a:solidFill>
                <a:srgbClr val="6E6B60"/>
              </a:solidFill>
              <a:latin typeface="Consolas" pitchFamily="34" charset="0"/>
              <a:ea typeface="Noto Sans JP" pitchFamily="34" charset="-122"/>
              <a:cs typeface="Consolas" pitchFamily="34" charset="-12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1743121" y="5153010"/>
            <a:ext cx="819120" cy="457200"/>
          </a:xfrm>
          <a:custGeom>
            <a:avLst/>
            <a:gdLst/>
            <a:ahLst/>
            <a:cxnLst/>
            <a:rect l="l" t="t" r="r" b="b"/>
            <a:pathLst>
              <a:path w="819120" h="457200">
                <a:moveTo>
                  <a:pt x="0" y="0"/>
                </a:moveTo>
                <a:lnTo>
                  <a:pt x="819120" y="0"/>
                </a:lnTo>
                <a:lnTo>
                  <a:pt x="819120" y="457200"/>
                </a:lnTo>
                <a:lnTo>
                  <a:pt x="0" y="457200"/>
                </a:lnTo>
                <a:close/>
              </a:path>
            </a:pathLst>
          </a:custGeom>
          <a:noFill/>
          <a:ln w="14288">
            <a:solidFill>
              <a:srgbClr val="C9C4B8"/>
            </a:solidFill>
            <a:prstDash val="solid"/>
          </a:ln>
        </p:spPr>
      </p:sp>
      <p:sp>
        <p:nvSpPr>
          <p:cNvPr id="3" name="Shape 1"/>
          <p:cNvSpPr/>
          <p:nvPr/>
        </p:nvSpPr>
        <p:spPr>
          <a:xfrm>
            <a:off x="914400" y="5610210"/>
            <a:ext cx="2476470" cy="0"/>
          </a:xfrm>
          <a:prstGeom prst="line">
            <a:avLst/>
          </a:prstGeom>
          <a:noFill/>
          <a:ln w="19050">
            <a:solidFill>
              <a:srgbClr val="C9C4B8"/>
            </a:solidFill>
            <a:prstDash val="solid"/>
          </a:ln>
        </p:spPr>
      </p:sp>
      <p:sp>
        <p:nvSpPr>
          <p:cNvPr id="4" name="Shape 2"/>
          <p:cNvSpPr/>
          <p:nvPr/>
        </p:nvSpPr>
        <p:spPr>
          <a:xfrm>
            <a:off x="4352910" y="5153010"/>
            <a:ext cx="933420" cy="457200"/>
          </a:xfrm>
          <a:custGeom>
            <a:avLst/>
            <a:gdLst/>
            <a:ahLst/>
            <a:cxnLst/>
            <a:rect l="l" t="t" r="r" b="b"/>
            <a:pathLst>
              <a:path w="933420" h="457200">
                <a:moveTo>
                  <a:pt x="0" y="0"/>
                </a:moveTo>
                <a:lnTo>
                  <a:pt x="933420" y="0"/>
                </a:lnTo>
                <a:lnTo>
                  <a:pt x="933420" y="457200"/>
                </a:lnTo>
                <a:lnTo>
                  <a:pt x="0" y="457200"/>
                </a:lnTo>
                <a:close/>
              </a:path>
            </a:pathLst>
          </a:custGeom>
          <a:noFill/>
          <a:ln w="14288">
            <a:solidFill>
              <a:srgbClr val="C9C4B8"/>
            </a:solidFill>
            <a:prstDash val="solid"/>
          </a:ln>
        </p:spPr>
      </p:sp>
      <p:sp>
        <p:nvSpPr>
          <p:cNvPr id="5" name="Shape 3"/>
          <p:cNvSpPr/>
          <p:nvPr/>
        </p:nvSpPr>
        <p:spPr>
          <a:xfrm>
            <a:off x="5515021" y="5153010"/>
            <a:ext cx="933420" cy="457200"/>
          </a:xfrm>
          <a:custGeom>
            <a:avLst/>
            <a:gdLst/>
            <a:ahLst/>
            <a:cxnLst/>
            <a:rect l="l" t="t" r="r" b="b"/>
            <a:pathLst>
              <a:path w="933420" h="457200">
                <a:moveTo>
                  <a:pt x="0" y="0"/>
                </a:moveTo>
                <a:lnTo>
                  <a:pt x="933420" y="0"/>
                </a:lnTo>
                <a:lnTo>
                  <a:pt x="933420" y="457200"/>
                </a:lnTo>
                <a:lnTo>
                  <a:pt x="0" y="457200"/>
                </a:lnTo>
                <a:close/>
              </a:path>
            </a:pathLst>
          </a:custGeom>
          <a:solidFill>
            <a:srgbClr val="9C4A3C">
              <a:alpha val="10000"/>
            </a:srgbClr>
          </a:solidFill>
          <a:ln w="19050">
            <a:solidFill>
              <a:srgbClr val="9C4A3C"/>
            </a:solidFill>
            <a:prstDash val="solid"/>
          </a:ln>
        </p:spPr>
      </p:sp>
      <p:sp>
        <p:nvSpPr>
          <p:cNvPr id="6" name="Shape 4"/>
          <p:cNvSpPr/>
          <p:nvPr/>
        </p:nvSpPr>
        <p:spPr>
          <a:xfrm>
            <a:off x="6677040" y="5153010"/>
            <a:ext cx="933420" cy="457200"/>
          </a:xfrm>
          <a:custGeom>
            <a:avLst/>
            <a:gdLst/>
            <a:ahLst/>
            <a:cxnLst/>
            <a:rect l="l" t="t" r="r" b="b"/>
            <a:pathLst>
              <a:path w="933420" h="457200">
                <a:moveTo>
                  <a:pt x="0" y="0"/>
                </a:moveTo>
                <a:lnTo>
                  <a:pt x="933420" y="0"/>
                </a:lnTo>
                <a:lnTo>
                  <a:pt x="933420" y="457200"/>
                </a:lnTo>
                <a:lnTo>
                  <a:pt x="0" y="457200"/>
                </a:lnTo>
                <a:close/>
              </a:path>
            </a:pathLst>
          </a:custGeom>
          <a:noFill/>
          <a:ln w="14288">
            <a:solidFill>
              <a:srgbClr val="C9C4B8"/>
            </a:solidFill>
            <a:prstDash val="solid"/>
          </a:ln>
        </p:spPr>
      </p:sp>
      <p:sp>
        <p:nvSpPr>
          <p:cNvPr id="7" name="Shape 5"/>
          <p:cNvSpPr/>
          <p:nvPr/>
        </p:nvSpPr>
        <p:spPr>
          <a:xfrm>
            <a:off x="7839060" y="5153010"/>
            <a:ext cx="933420" cy="457200"/>
          </a:xfrm>
          <a:custGeom>
            <a:avLst/>
            <a:gdLst/>
            <a:ahLst/>
            <a:cxnLst/>
            <a:rect l="l" t="t" r="r" b="b"/>
            <a:pathLst>
              <a:path w="933420" h="457200">
                <a:moveTo>
                  <a:pt x="0" y="0"/>
                </a:moveTo>
                <a:lnTo>
                  <a:pt x="933420" y="0"/>
                </a:lnTo>
                <a:lnTo>
                  <a:pt x="933420" y="457200"/>
                </a:lnTo>
                <a:lnTo>
                  <a:pt x="0" y="457200"/>
                </a:lnTo>
                <a:close/>
              </a:path>
            </a:pathLst>
          </a:custGeom>
          <a:noFill/>
          <a:ln w="14288">
            <a:solidFill>
              <a:srgbClr val="C9C4B8"/>
            </a:solidFill>
            <a:prstDash val="solid"/>
          </a:ln>
        </p:spPr>
      </p:sp>
      <p:sp>
        <p:nvSpPr>
          <p:cNvPr id="8" name="Shape 6"/>
          <p:cNvSpPr/>
          <p:nvPr/>
        </p:nvSpPr>
        <p:spPr>
          <a:xfrm>
            <a:off x="4238610" y="5610210"/>
            <a:ext cx="4648170" cy="0"/>
          </a:xfrm>
          <a:prstGeom prst="line">
            <a:avLst/>
          </a:prstGeom>
          <a:noFill/>
          <a:ln w="19050">
            <a:solidFill>
              <a:srgbClr val="33312A"/>
            </a:solidFill>
            <a:prstDash val="solid"/>
          </a:ln>
        </p:spPr>
      </p:sp>
      <p:sp>
        <p:nvSpPr>
          <p:cNvPr id="9" name="Shape 7"/>
          <p:cNvSpPr/>
          <p:nvPr/>
        </p:nvSpPr>
        <p:spPr>
          <a:xfrm>
            <a:off x="4857750" y="4953030"/>
            <a:ext cx="1085850" cy="66660"/>
          </a:xfrm>
          <a:custGeom>
            <a:avLst/>
            <a:gdLst/>
            <a:ahLst/>
            <a:cxnLst/>
            <a:rect l="l" t="t" r="r" b="b"/>
            <a:pathLst>
              <a:path w="1085850" h="66660">
                <a:moveTo>
                  <a:pt x="57150" y="0"/>
                </a:moveTo>
                <a:lnTo>
                  <a:pt x="0" y="28621"/>
                </a:lnTo>
                <a:lnTo>
                  <a:pt x="57150" y="66660"/>
                </a:lnTo>
                <a:lnTo>
                  <a:pt x="47640" y="57150"/>
                </a:lnTo>
                <a:lnTo>
                  <a:pt x="0" y="28621"/>
                </a:lnTo>
                <a:lnTo>
                  <a:pt x="95280" y="28621"/>
                </a:lnTo>
                <a:lnTo>
                  <a:pt x="247620" y="28621"/>
                </a:lnTo>
                <a:lnTo>
                  <a:pt x="390540" y="28621"/>
                </a:lnTo>
                <a:lnTo>
                  <a:pt x="542971" y="28621"/>
                </a:lnTo>
                <a:lnTo>
                  <a:pt x="695310" y="28621"/>
                </a:lnTo>
                <a:lnTo>
                  <a:pt x="838230" y="28621"/>
                </a:lnTo>
                <a:lnTo>
                  <a:pt x="990570" y="28621"/>
                </a:lnTo>
                <a:lnTo>
                  <a:pt x="1085850" y="28621"/>
                </a:lnTo>
                <a:lnTo>
                  <a:pt x="1038210" y="0"/>
                </a:lnTo>
                <a:lnTo>
                  <a:pt x="1028700" y="0"/>
                </a:lnTo>
                <a:lnTo>
                  <a:pt x="1085850" y="28621"/>
                </a:lnTo>
                <a:lnTo>
                  <a:pt x="1028700" y="66660"/>
                </a:lnTo>
              </a:path>
            </a:pathLst>
          </a:custGeom>
          <a:noFill/>
          <a:ln w="14288">
            <a:solidFill>
              <a:srgbClr val="4A5D3A"/>
            </a:solidFill>
            <a:prstDash val="solid"/>
          </a:ln>
        </p:spPr>
      </p:sp>
      <p:sp>
        <p:nvSpPr>
          <p:cNvPr id="10" name="Shape 8"/>
          <p:cNvSpPr/>
          <p:nvPr/>
        </p:nvSpPr>
        <p:spPr>
          <a:xfrm>
            <a:off x="6019770" y="4953030"/>
            <a:ext cx="1085850" cy="66660"/>
          </a:xfrm>
          <a:custGeom>
            <a:avLst/>
            <a:gdLst/>
            <a:ahLst/>
            <a:cxnLst/>
            <a:rect l="l" t="t" r="r" b="b"/>
            <a:pathLst>
              <a:path w="1085850" h="66660">
                <a:moveTo>
                  <a:pt x="57150" y="0"/>
                </a:moveTo>
                <a:lnTo>
                  <a:pt x="0" y="28621"/>
                </a:lnTo>
                <a:lnTo>
                  <a:pt x="57150" y="66660"/>
                </a:lnTo>
                <a:lnTo>
                  <a:pt x="47640" y="57150"/>
                </a:lnTo>
                <a:lnTo>
                  <a:pt x="0" y="28621"/>
                </a:lnTo>
                <a:lnTo>
                  <a:pt x="95280" y="28621"/>
                </a:lnTo>
                <a:lnTo>
                  <a:pt x="247620" y="28621"/>
                </a:lnTo>
                <a:lnTo>
                  <a:pt x="390540" y="28621"/>
                </a:lnTo>
                <a:lnTo>
                  <a:pt x="542971" y="28621"/>
                </a:lnTo>
                <a:lnTo>
                  <a:pt x="695310" y="28621"/>
                </a:lnTo>
                <a:lnTo>
                  <a:pt x="838230" y="28621"/>
                </a:lnTo>
                <a:lnTo>
                  <a:pt x="990570" y="28621"/>
                </a:lnTo>
                <a:lnTo>
                  <a:pt x="1085850" y="28621"/>
                </a:lnTo>
                <a:lnTo>
                  <a:pt x="1038210" y="0"/>
                </a:lnTo>
                <a:lnTo>
                  <a:pt x="1028700" y="0"/>
                </a:lnTo>
                <a:lnTo>
                  <a:pt x="1085850" y="28621"/>
                </a:lnTo>
                <a:lnTo>
                  <a:pt x="1028700" y="66660"/>
                </a:lnTo>
              </a:path>
            </a:pathLst>
          </a:custGeom>
          <a:noFill/>
          <a:ln w="14288">
            <a:solidFill>
              <a:srgbClr val="4A5D3A"/>
            </a:solidFill>
            <a:prstDash val="solid"/>
          </a:ln>
        </p:spPr>
      </p:sp>
      <p:sp>
        <p:nvSpPr>
          <p:cNvPr id="11" name="Text 9"/>
          <p:cNvSpPr/>
          <p:nvPr/>
        </p:nvSpPr>
        <p:spPr>
          <a:xfrm>
            <a:off x="914400" y="457200"/>
            <a:ext cx="266730" cy="304770"/>
          </a:xfrm>
          <a:prstGeom prst="rect">
            <a:avLst/>
          </a:prstGeom>
          <a:noFill/>
          <a:ln>
            <a:noFill/>
          </a:ln>
        </p:spPr>
        <p:txBody>
          <a:bodyPr wrap="none" lIns="0" tIns="0" rIns="0" bIns="0" rtlCol="0" anchor="t"/>
          <a:lstStyle/>
          <a:p>
            <a:pPr algn="l" indent="0" marL="0">
              <a:lnSpc>
                <a:spcPct val="154000"/>
              </a:lnSpc>
              <a:buNone/>
            </a:pPr>
            <a:r>
              <a:rPr lang="en-US" sz="975" b="1" spc="156" kern="0" dirty="0">
                <a:solidFill>
                  <a:srgbClr val="9C4A3C"/>
                </a:solidFill>
                <a:latin typeface="Consolas" pitchFamily="34" charset="0"/>
                <a:ea typeface="Noto Sans JP" pitchFamily="34" charset="-122"/>
                <a:cs typeface="Consolas" pitchFamily="34" charset="-120"/>
              </a:rPr>
              <a:t>S06</a:t>
            </a:r>
            <a:endParaRPr lang="en-US" sz="975" b="1" spc="156" kern="0" dirty="0">
              <a:solidFill>
                <a:srgbClr val="9C4A3C"/>
              </a:solidFill>
              <a:latin typeface="Consolas" pitchFamily="34" charset="0"/>
              <a:ea typeface="Noto Sans JP" pitchFamily="34" charset="-122"/>
              <a:cs typeface="Consolas" pitchFamily="34" charset="-120"/>
            </a:endParaRPr>
          </a:p>
        </p:txBody>
      </p:sp>
      <p:sp>
        <p:nvSpPr>
          <p:cNvPr id="12" name="Text 10"/>
          <p:cNvSpPr/>
          <p:nvPr/>
        </p:nvSpPr>
        <p:spPr>
          <a:xfrm>
            <a:off x="1333470" y="438180"/>
            <a:ext cx="742950" cy="314371"/>
          </a:xfrm>
          <a:prstGeom prst="rect">
            <a:avLst/>
          </a:prstGeom>
          <a:noFill/>
          <a:ln>
            <a:noFill/>
          </a:ln>
        </p:spPr>
        <p:txBody>
          <a:bodyPr wrap="none" lIns="0" tIns="0" rIns="0" bIns="0" rtlCol="0" anchor="t"/>
          <a:lstStyle/>
          <a:p>
            <a:pPr algn="l" indent="0" marL="0">
              <a:lnSpc>
                <a:spcPct val="150000"/>
              </a:lnSpc>
              <a:buNone/>
            </a:pPr>
            <a:r>
              <a:rPr lang="ja-JP" altLang="en-US" sz="1050" spc="126" kern="0" dirty="0">
                <a:solidFill>
                  <a:srgbClr val="33312A"/>
                </a:solidFill>
                <a:latin typeface="Noto Sans JP" pitchFamily="34" charset="0"/>
                <a:ea typeface="Noto Sans JP" pitchFamily="34" charset="-122"/>
                <a:cs typeface="Noto Sans JP" pitchFamily="34" charset="-120"/>
              </a:rPr>
              <a:t>棚とは何か</a:t>
            </a:r>
            <a:endParaRPr lang="ja-JP" altLang="en-US" sz="1050" spc="126" kern="0" dirty="0">
              <a:solidFill>
                <a:srgbClr val="33312A"/>
              </a:solidFill>
              <a:latin typeface="Noto Sans JP" pitchFamily="34" charset="0"/>
              <a:ea typeface="Noto Sans JP" pitchFamily="34" charset="-122"/>
              <a:cs typeface="Noto Sans JP" pitchFamily="34" charset="-120"/>
            </a:endParaRPr>
          </a:p>
        </p:txBody>
      </p:sp>
      <p:sp>
        <p:nvSpPr>
          <p:cNvPr id="13" name="Shape 11"/>
          <p:cNvSpPr/>
          <p:nvPr/>
        </p:nvSpPr>
        <p:spPr>
          <a:xfrm>
            <a:off x="914400" y="800100"/>
            <a:ext cx="10363170" cy="9510"/>
          </a:xfrm>
          <a:prstGeom prst="rect">
            <a:avLst/>
          </a:prstGeom>
          <a:solidFill>
            <a:srgbClr val="C9C4B8"/>
          </a:solidFill>
          <a:ln>
            <a:noFill/>
          </a:ln>
        </p:spPr>
      </p:sp>
      <p:sp>
        <p:nvSpPr>
          <p:cNvPr id="14" name="Text 12"/>
          <p:cNvSpPr/>
          <p:nvPr/>
        </p:nvSpPr>
        <p:spPr>
          <a:xfrm>
            <a:off x="914400" y="2819370"/>
            <a:ext cx="6305520" cy="1181130"/>
          </a:xfrm>
          <a:prstGeom prst="rect">
            <a:avLst/>
          </a:prstGeom>
          <a:noFill/>
          <a:ln>
            <a:noFill/>
          </a:ln>
        </p:spPr>
        <p:txBody>
          <a:bodyPr wrap="square" lIns="0" tIns="0" rIns="0" bIns="0" rtlCol="0" anchor="t"/>
          <a:lstStyle/>
          <a:p>
            <a:pPr algn="l" indent="0" marL="0">
              <a:lnSpc>
                <a:spcPct val="140000"/>
              </a:lnSpc>
              <a:buNone/>
            </a:pPr>
            <a:r>
              <a:rPr lang="ja-JP" altLang="en-US" sz="3000" spc="60" kern="0" dirty="0">
                <a:solidFill>
                  <a:srgbClr val="1B1A16"/>
                </a:solidFill>
                <a:latin typeface="Noto Serif JP Medium" pitchFamily="34" charset="0"/>
                <a:ea typeface="Noto Serif JP Medium" pitchFamily="34" charset="-122"/>
                <a:cs typeface="Noto Serif JP Medium" pitchFamily="34" charset="-120"/>
              </a:rPr>
              <a:t>変えたのは遊びの中身ではなく、</a:t>
            </a:r>
            <a:endParaRPr lang="ja-JP" altLang="en-US" sz="3000" spc="60" kern="0" dirty="0">
              <a:solidFill>
                <a:srgbClr val="1B1A16"/>
              </a:solidFill>
              <a:latin typeface="Noto Serif JP Medium" pitchFamily="34" charset="0"/>
              <a:ea typeface="Noto Serif JP Medium" pitchFamily="34" charset="-122"/>
              <a:cs typeface="Noto Serif JP Medium" pitchFamily="34" charset="-120"/>
            </a:endParaRPr>
          </a:p>
          <a:p>
            <a:pPr algn="l" indent="0" marL="0">
              <a:lnSpc>
                <a:spcPct val="140000"/>
              </a:lnSpc>
              <a:buNone/>
            </a:pPr>
            <a:r>
              <a:rPr lang="ja-JP" altLang="en-US" sz="3000" spc="60" kern="0" dirty="0">
                <a:solidFill>
                  <a:srgbClr val="1B1A16"/>
                </a:solidFill>
                <a:latin typeface="Noto Serif JP Medium" pitchFamily="34" charset="0"/>
                <a:ea typeface="Noto Serif JP Medium" pitchFamily="34" charset="-122"/>
                <a:cs typeface="Noto Serif JP Medium" pitchFamily="34" charset="-120"/>
              </a:rPr>
              <a:t>誰と並べて</a:t>
            </a:r>
            <a:r>
              <a:rPr lang="ja-JP" altLang="en-US" sz="3000" spc="60" kern="0" dirty="0">
                <a:solidFill>
                  <a:srgbClr val="9C4A3C"/>
                </a:solidFill>
                <a:latin typeface="Noto Serif JP SemiBold" pitchFamily="34" charset="0"/>
                <a:ea typeface="Noto Serif JP SemiBold" pitchFamily="34" charset="-122"/>
                <a:cs typeface="Noto Serif JP SemiBold" pitchFamily="34" charset="-120"/>
              </a:rPr>
              <a:t>比べられるか</a:t>
            </a:r>
            <a:r>
              <a:rPr lang="ja-JP" altLang="en-US" sz="3000" spc="60" kern="0" dirty="0">
                <a:solidFill>
                  <a:srgbClr val="1B1A16"/>
                </a:solidFill>
                <a:latin typeface="Noto Serif JP Medium" pitchFamily="34" charset="0"/>
                <a:ea typeface="Noto Serif JP Medium" pitchFamily="34" charset="-122"/>
                <a:cs typeface="Noto Serif JP Medium" pitchFamily="34" charset="-120"/>
              </a:rPr>
              <a:t>。</a:t>
            </a:r>
            <a:endParaRPr lang="ja-JP" altLang="en-US" sz="3000" spc="60" kern="0" dirty="0">
              <a:solidFill>
                <a:srgbClr val="1B1A16"/>
              </a:solidFill>
              <a:latin typeface="Noto Serif JP Medium" pitchFamily="34" charset="0"/>
              <a:ea typeface="Noto Serif JP Medium" pitchFamily="34" charset="-122"/>
              <a:cs typeface="Noto Serif JP Medium" pitchFamily="34" charset="-120"/>
            </a:endParaRPr>
          </a:p>
        </p:txBody>
      </p:sp>
      <p:sp>
        <p:nvSpPr>
          <p:cNvPr id="15" name="Text 13"/>
          <p:cNvSpPr/>
          <p:nvPr/>
        </p:nvSpPr>
        <p:spPr>
          <a:xfrm>
            <a:off x="914400" y="4248120"/>
            <a:ext cx="8191470" cy="438180"/>
          </a:xfrm>
          <a:prstGeom prst="rect">
            <a:avLst/>
          </a:prstGeom>
          <a:noFill/>
          <a:ln>
            <a:noFill/>
          </a:ln>
        </p:spPr>
        <p:txBody>
          <a:bodyPr wrap="none" lIns="0" tIns="0" rIns="0" bIns="0" rtlCol="0" anchor="t"/>
          <a:lstStyle/>
          <a:p>
            <a:pPr algn="l" indent="0" marL="0">
              <a:lnSpc>
                <a:spcPct val="179000"/>
              </a:lnSpc>
              <a:buNone/>
            </a:pPr>
            <a:r>
              <a:rPr lang="ja-JP" altLang="en-US" sz="1425" spc="43" kern="0" dirty="0">
                <a:solidFill>
                  <a:srgbClr val="5C5A50"/>
                </a:solidFill>
                <a:latin typeface="Noto Sans JP" pitchFamily="34" charset="0"/>
                <a:ea typeface="Noto Sans JP" pitchFamily="34" charset="-122"/>
                <a:cs typeface="Noto Sans JP" pitchFamily="34" charset="-120"/>
              </a:rPr>
              <a:t>置いてもらえるかどうかではなく、誰と並べて比べられるか。これを今日は</a:t>
            </a:r>
            <a:r>
              <a:rPr lang="ja-JP" altLang="en-US" sz="1425" b="1" spc="43" kern="0" dirty="0">
                <a:solidFill>
                  <a:srgbClr val="4A5D3A"/>
                </a:solidFill>
                <a:latin typeface="Noto Sans JP" pitchFamily="34" charset="0"/>
                <a:ea typeface="Noto Sans JP" pitchFamily="34" charset="-122"/>
                <a:cs typeface="Noto Sans JP" pitchFamily="34" charset="-120"/>
              </a:rPr>
              <a:t>棚</a:t>
            </a:r>
            <a:r>
              <a:rPr lang="ja-JP" altLang="en-US" sz="1425" spc="43" kern="0" dirty="0">
                <a:solidFill>
                  <a:srgbClr val="5C5A50"/>
                </a:solidFill>
                <a:latin typeface="Noto Sans JP" pitchFamily="34" charset="0"/>
                <a:ea typeface="Noto Sans JP" pitchFamily="34" charset="-122"/>
                <a:cs typeface="Noto Sans JP" pitchFamily="34" charset="-120"/>
              </a:rPr>
              <a:t>と呼びます。</a:t>
            </a:r>
            <a:endParaRPr lang="ja-JP" altLang="en-US" sz="1425" spc="43" kern="0" dirty="0">
              <a:solidFill>
                <a:srgbClr val="5C5A50"/>
              </a:solidFill>
              <a:latin typeface="Noto Sans JP" pitchFamily="34" charset="0"/>
              <a:ea typeface="Noto Sans JP" pitchFamily="34" charset="-122"/>
              <a:cs typeface="Noto Sans JP" pitchFamily="34" charset="-120"/>
            </a:endParaRPr>
          </a:p>
        </p:txBody>
      </p:sp>
      <p:sp>
        <p:nvSpPr>
          <p:cNvPr id="16" name="Text 14"/>
          <p:cNvSpPr/>
          <p:nvPr/>
        </p:nvSpPr>
        <p:spPr>
          <a:xfrm>
            <a:off x="1743121" y="5153010"/>
            <a:ext cx="819120" cy="571500"/>
          </a:xfrm>
          <a:prstGeom prst="rect">
            <a:avLst/>
          </a:prstGeom>
          <a:noFill/>
          <a:ln>
            <a:noFill/>
          </a:ln>
        </p:spPr>
        <p:txBody>
          <a:bodyPr wrap="none" lIns="0" tIns="0" rIns="0" bIns="0" rtlCol="0" anchor="t"/>
          <a:lstStyle/>
          <a:p>
            <a:pPr algn="ctr" indent="0" marL="0">
              <a:lnSpc>
                <a:spcPct val="343000"/>
              </a:lnSpc>
              <a:buNone/>
            </a:pPr>
            <a:r>
              <a:rPr lang="en-US" sz="1050" spc="63" kern="0" dirty="0">
                <a:solidFill>
                  <a:srgbClr val="5C5A50"/>
                </a:solidFill>
                <a:latin typeface="Consolas" pitchFamily="34" charset="0"/>
                <a:ea typeface="Noto Sans JP" pitchFamily="34" charset="-122"/>
                <a:cs typeface="Consolas" pitchFamily="34" charset="-120"/>
              </a:rPr>
              <a:t>NES</a:t>
            </a:r>
            <a:endParaRPr lang="en-US" sz="1050" spc="63" kern="0" dirty="0">
              <a:solidFill>
                <a:srgbClr val="5C5A50"/>
              </a:solidFill>
              <a:latin typeface="Consolas" pitchFamily="34" charset="0"/>
              <a:ea typeface="Noto Sans JP" pitchFamily="34" charset="-122"/>
              <a:cs typeface="Consolas" pitchFamily="34" charset="-120"/>
            </a:endParaRPr>
          </a:p>
        </p:txBody>
      </p:sp>
      <p:sp>
        <p:nvSpPr>
          <p:cNvPr id="17" name="Text 15"/>
          <p:cNvSpPr/>
          <p:nvPr/>
        </p:nvSpPr>
        <p:spPr>
          <a:xfrm>
            <a:off x="4352910" y="5153010"/>
            <a:ext cx="933420" cy="571500"/>
          </a:xfrm>
          <a:prstGeom prst="rect">
            <a:avLst/>
          </a:prstGeom>
          <a:noFill/>
          <a:ln>
            <a:noFill/>
          </a:ln>
        </p:spPr>
        <p:txBody>
          <a:bodyPr wrap="none" lIns="0" tIns="0" rIns="0" bIns="0" rtlCol="0" anchor="t"/>
          <a:lstStyle/>
          <a:p>
            <a:pPr algn="ctr" indent="0" marL="0">
              <a:lnSpc>
                <a:spcPct val="320000"/>
              </a:lnSpc>
              <a:buNone/>
            </a:pPr>
            <a:r>
              <a:rPr lang="ja-JP" altLang="en-US" sz="1125" spc="45" kern="0" dirty="0">
                <a:solidFill>
                  <a:srgbClr val="5C5A50"/>
                </a:solidFill>
                <a:latin typeface="Noto Sans JP" pitchFamily="34" charset="0"/>
                <a:ea typeface="Noto Sans JP" pitchFamily="34" charset="-122"/>
                <a:cs typeface="Noto Sans JP" pitchFamily="34" charset="-120"/>
              </a:rPr>
              <a:t>玩具</a:t>
            </a:r>
            <a:endParaRPr lang="ja-JP" altLang="en-US" sz="1125" spc="45" kern="0" dirty="0">
              <a:solidFill>
                <a:srgbClr val="5C5A50"/>
              </a:solidFill>
              <a:latin typeface="Noto Sans JP" pitchFamily="34" charset="0"/>
              <a:ea typeface="Noto Sans JP" pitchFamily="34" charset="-122"/>
              <a:cs typeface="Noto Sans JP" pitchFamily="34" charset="-120"/>
            </a:endParaRPr>
          </a:p>
        </p:txBody>
      </p:sp>
      <p:sp>
        <p:nvSpPr>
          <p:cNvPr id="18" name="Text 16"/>
          <p:cNvSpPr/>
          <p:nvPr/>
        </p:nvSpPr>
        <p:spPr>
          <a:xfrm>
            <a:off x="5515021" y="5153010"/>
            <a:ext cx="933420" cy="571500"/>
          </a:xfrm>
          <a:prstGeom prst="rect">
            <a:avLst/>
          </a:prstGeom>
          <a:noFill/>
          <a:ln>
            <a:noFill/>
          </a:ln>
        </p:spPr>
        <p:txBody>
          <a:bodyPr wrap="none" lIns="0" tIns="0" rIns="0" bIns="0" rtlCol="0" anchor="t"/>
          <a:lstStyle/>
          <a:p>
            <a:pPr algn="ctr" indent="0" marL="0">
              <a:lnSpc>
                <a:spcPct val="343000"/>
              </a:lnSpc>
              <a:buNone/>
            </a:pPr>
            <a:r>
              <a:rPr lang="en-US" sz="1050" b="1" spc="63" kern="0" dirty="0">
                <a:solidFill>
                  <a:srgbClr val="1B1A16"/>
                </a:solidFill>
                <a:latin typeface="Consolas" pitchFamily="34" charset="0"/>
                <a:ea typeface="Noto Sans JP" pitchFamily="34" charset="-122"/>
                <a:cs typeface="Consolas" pitchFamily="34" charset="-120"/>
              </a:rPr>
              <a:t>NES</a:t>
            </a:r>
            <a:endParaRPr lang="en-US" sz="1050" b="1" spc="63" kern="0" dirty="0">
              <a:solidFill>
                <a:srgbClr val="1B1A16"/>
              </a:solidFill>
              <a:latin typeface="Consolas" pitchFamily="34" charset="0"/>
              <a:ea typeface="Noto Sans JP" pitchFamily="34" charset="-122"/>
              <a:cs typeface="Consolas" pitchFamily="34" charset="-120"/>
            </a:endParaRPr>
          </a:p>
        </p:txBody>
      </p:sp>
      <p:sp>
        <p:nvSpPr>
          <p:cNvPr id="19" name="Text 17"/>
          <p:cNvSpPr/>
          <p:nvPr/>
        </p:nvSpPr>
        <p:spPr>
          <a:xfrm>
            <a:off x="6677040" y="5153010"/>
            <a:ext cx="933420" cy="571500"/>
          </a:xfrm>
          <a:prstGeom prst="rect">
            <a:avLst/>
          </a:prstGeom>
          <a:noFill/>
          <a:ln>
            <a:noFill/>
          </a:ln>
        </p:spPr>
        <p:txBody>
          <a:bodyPr wrap="none" lIns="0" tIns="0" rIns="0" bIns="0" rtlCol="0" anchor="t"/>
          <a:lstStyle/>
          <a:p>
            <a:pPr algn="ctr" indent="0" marL="0">
              <a:lnSpc>
                <a:spcPct val="320000"/>
              </a:lnSpc>
              <a:buNone/>
            </a:pPr>
            <a:r>
              <a:rPr lang="ja-JP" altLang="en-US" sz="1125" spc="45" kern="0" dirty="0">
                <a:solidFill>
                  <a:srgbClr val="5C5A50"/>
                </a:solidFill>
                <a:latin typeface="Noto Sans JP" pitchFamily="34" charset="0"/>
                <a:ea typeface="Noto Sans JP" pitchFamily="34" charset="-122"/>
                <a:cs typeface="Noto Sans JP" pitchFamily="34" charset="-120"/>
              </a:rPr>
              <a:t>玩具</a:t>
            </a:r>
            <a:endParaRPr lang="ja-JP" altLang="en-US" sz="1125" spc="45" kern="0" dirty="0">
              <a:solidFill>
                <a:srgbClr val="5C5A50"/>
              </a:solidFill>
              <a:latin typeface="Noto Sans JP" pitchFamily="34" charset="0"/>
              <a:ea typeface="Noto Sans JP" pitchFamily="34" charset="-122"/>
              <a:cs typeface="Noto Sans JP" pitchFamily="34" charset="-120"/>
            </a:endParaRPr>
          </a:p>
        </p:txBody>
      </p:sp>
      <p:sp>
        <p:nvSpPr>
          <p:cNvPr id="20" name="Text 18"/>
          <p:cNvSpPr/>
          <p:nvPr/>
        </p:nvSpPr>
        <p:spPr>
          <a:xfrm>
            <a:off x="7839060" y="5153010"/>
            <a:ext cx="933420" cy="571500"/>
          </a:xfrm>
          <a:prstGeom prst="rect">
            <a:avLst/>
          </a:prstGeom>
          <a:noFill/>
          <a:ln>
            <a:noFill/>
          </a:ln>
        </p:spPr>
        <p:txBody>
          <a:bodyPr wrap="none" lIns="0" tIns="0" rIns="0" bIns="0" rtlCol="0" anchor="t"/>
          <a:lstStyle/>
          <a:p>
            <a:pPr algn="ctr" indent="0" marL="0">
              <a:lnSpc>
                <a:spcPct val="320000"/>
              </a:lnSpc>
              <a:buNone/>
            </a:pPr>
            <a:r>
              <a:rPr lang="ja-JP" altLang="en-US" sz="1125" spc="45" kern="0" dirty="0">
                <a:solidFill>
                  <a:srgbClr val="5C5A50"/>
                </a:solidFill>
                <a:latin typeface="Noto Sans JP" pitchFamily="34" charset="0"/>
                <a:ea typeface="Noto Sans JP" pitchFamily="34" charset="-122"/>
                <a:cs typeface="Noto Sans JP" pitchFamily="34" charset="-120"/>
              </a:rPr>
              <a:t>玩具</a:t>
            </a:r>
            <a:endParaRPr lang="ja-JP" altLang="en-US" sz="1125" spc="45" kern="0" dirty="0">
              <a:solidFill>
                <a:srgbClr val="5C5A50"/>
              </a:solidFill>
              <a:latin typeface="Noto Sans JP" pitchFamily="34" charset="0"/>
              <a:ea typeface="Noto Sans JP" pitchFamily="34" charset="-122"/>
              <a:cs typeface="Noto Sans JP" pitchFamily="34" charset="-120"/>
            </a:endParaRPr>
          </a:p>
        </p:txBody>
      </p:sp>
      <p:sp>
        <p:nvSpPr>
          <p:cNvPr id="21" name="Text 19"/>
          <p:cNvSpPr/>
          <p:nvPr/>
        </p:nvSpPr>
        <p:spPr>
          <a:xfrm>
            <a:off x="4238610" y="5724510"/>
            <a:ext cx="142921" cy="342900"/>
          </a:xfrm>
          <a:prstGeom prst="rect">
            <a:avLst/>
          </a:prstGeom>
          <a:noFill/>
          <a:ln>
            <a:noFill/>
          </a:ln>
        </p:spPr>
        <p:txBody>
          <a:bodyPr wrap="none" lIns="0" tIns="0" rIns="0" bIns="0" rtlCol="0" anchor="t"/>
          <a:lstStyle/>
          <a:p>
            <a:pPr algn="l" indent="0" marL="0">
              <a:lnSpc>
                <a:spcPct val="160000"/>
              </a:lnSpc>
              <a:buNone/>
            </a:pPr>
            <a:r>
              <a:rPr lang="ja-JP" altLang="en-US" sz="1125" b="1" dirty="0">
                <a:solidFill>
                  <a:srgbClr val="4A5D3A"/>
                </a:solidFill>
                <a:latin typeface="Noto Sans JP" pitchFamily="34" charset="0"/>
                <a:ea typeface="Noto Sans JP" pitchFamily="34" charset="-122"/>
                <a:cs typeface="Noto Sans JP" pitchFamily="34" charset="-120"/>
              </a:rPr>
              <a:t>棚</a:t>
            </a:r>
            <a:endParaRPr lang="ja-JP" altLang="en-US" sz="1125" b="1" dirty="0">
              <a:solidFill>
                <a:srgbClr val="4A5D3A"/>
              </a:solidFill>
              <a:latin typeface="Noto Sans JP" pitchFamily="34" charset="0"/>
              <a:ea typeface="Noto Sans JP" pitchFamily="34" charset="-122"/>
              <a:cs typeface="Noto Sans JP" pitchFamily="34" charset="-120"/>
            </a:endParaRPr>
          </a:p>
        </p:txBody>
      </p:sp>
      <p:sp>
        <p:nvSpPr>
          <p:cNvPr id="22" name="Text 20"/>
          <p:cNvSpPr/>
          <p:nvPr/>
        </p:nvSpPr>
        <p:spPr>
          <a:xfrm>
            <a:off x="4457700" y="5743621"/>
            <a:ext cx="446593" cy="342900"/>
          </a:xfrm>
          <a:prstGeom prst="rect">
            <a:avLst/>
          </a:prstGeom>
          <a:noFill/>
          <a:ln>
            <a:noFill/>
          </a:ln>
        </p:spPr>
        <p:txBody>
          <a:bodyPr wrap="none" lIns="0" tIns="0" rIns="0" bIns="0" rtlCol="0" anchor="t"/>
          <a:lstStyle/>
          <a:p>
            <a:pPr algn="l" indent="0" marL="0">
              <a:lnSpc>
                <a:spcPct val="171000"/>
              </a:lnSpc>
              <a:buNone/>
            </a:pPr>
            <a:r>
              <a:rPr lang="en-US" sz="1050" spc="126" kern="0" dirty="0">
                <a:solidFill>
                  <a:srgbClr val="6E6B60"/>
                </a:solidFill>
                <a:latin typeface="Consolas" pitchFamily="34" charset="0"/>
                <a:ea typeface="Noto Sans JP" pitchFamily="34" charset="-122"/>
                <a:cs typeface="Consolas" pitchFamily="34" charset="-120"/>
              </a:rPr>
              <a:t>SHELF</a:t>
            </a:r>
            <a:endParaRPr lang="en-US" sz="1050" spc="126" kern="0" dirty="0">
              <a:solidFill>
                <a:srgbClr val="6E6B60"/>
              </a:solidFill>
              <a:latin typeface="Consolas" pitchFamily="34" charset="0"/>
              <a:ea typeface="Noto Sans JP" pitchFamily="34" charset="-122"/>
              <a:cs typeface="Consolas" pitchFamily="34" charset="-120"/>
            </a:endParaRPr>
          </a:p>
        </p:txBody>
      </p:sp>
      <p:sp>
        <p:nvSpPr>
          <p:cNvPr id="23" name="Text 21"/>
          <p:cNvSpPr/>
          <p:nvPr/>
        </p:nvSpPr>
        <p:spPr>
          <a:xfrm>
            <a:off x="914400" y="5724510"/>
            <a:ext cx="605881" cy="342900"/>
          </a:xfrm>
          <a:prstGeom prst="rect">
            <a:avLst/>
          </a:prstGeom>
          <a:noFill/>
          <a:ln>
            <a:noFill/>
          </a:ln>
        </p:spPr>
        <p:txBody>
          <a:bodyPr wrap="none" lIns="0" tIns="0" rIns="0" bIns="0" rtlCol="0" anchor="t"/>
          <a:lstStyle/>
          <a:p>
            <a:pPr algn="l" indent="0" marL="0">
              <a:lnSpc>
                <a:spcPct val="160000"/>
              </a:lnSpc>
              <a:buNone/>
            </a:pPr>
            <a:r>
              <a:rPr lang="ja-JP" altLang="en-US" sz="1125" spc="68" kern="0" dirty="0">
                <a:solidFill>
                  <a:srgbClr val="5C5A50"/>
                </a:solidFill>
                <a:latin typeface="Noto Sans JP" pitchFamily="34" charset="0"/>
                <a:ea typeface="Noto Sans JP" pitchFamily="34" charset="-122"/>
                <a:cs typeface="Noto Sans JP" pitchFamily="34" charset="-120"/>
              </a:rPr>
              <a:t>置き場所</a:t>
            </a:r>
            <a:endParaRPr lang="ja-JP" altLang="en-US" sz="1125" spc="68" kern="0" dirty="0">
              <a:solidFill>
                <a:srgbClr val="5C5A50"/>
              </a:solidFill>
              <a:latin typeface="Noto Sans JP" pitchFamily="34" charset="0"/>
              <a:ea typeface="Noto Sans JP" pitchFamily="34" charset="-122"/>
              <a:cs typeface="Noto Sans JP" pitchFamily="34" charset="-120"/>
            </a:endParaRPr>
          </a:p>
        </p:txBody>
      </p:sp>
      <p:sp>
        <p:nvSpPr>
          <p:cNvPr id="24" name="Shape 22"/>
          <p:cNvSpPr/>
          <p:nvPr/>
        </p:nvSpPr>
        <p:spPr>
          <a:xfrm>
            <a:off x="914400" y="790590"/>
            <a:ext cx="533370" cy="28621"/>
          </a:xfrm>
          <a:prstGeom prst="rect">
            <a:avLst/>
          </a:prstGeom>
          <a:solidFill>
            <a:srgbClr val="9C4A3C"/>
          </a:solidFill>
          <a:ln>
            <a:noFill/>
          </a:ln>
        </p:spPr>
      </p:sp>
      <p:sp>
        <p:nvSpPr>
          <p:cNvPr id="25" name="Text 23"/>
          <p:cNvSpPr/>
          <p:nvPr/>
        </p:nvSpPr>
        <p:spPr>
          <a:xfrm>
            <a:off x="8420070" y="6362670"/>
            <a:ext cx="2857500" cy="209580"/>
          </a:xfrm>
          <a:prstGeom prst="rect">
            <a:avLst/>
          </a:prstGeom>
          <a:noFill/>
          <a:ln>
            <a:noFill/>
          </a:ln>
        </p:spPr>
        <p:txBody>
          <a:bodyPr wrap="square" lIns="0" tIns="0" rIns="0" bIns="0" rtlCol="0" anchor="t"/>
          <a:lstStyle/>
          <a:p>
            <a:pPr algn="r" indent="0" marL="0">
              <a:buNone/>
            </a:pPr>
            <a:r>
              <a:rPr lang="en-US" sz="975" spc="160" kern="0" dirty="0">
                <a:solidFill>
                  <a:srgbClr val="6E6B60"/>
                </a:solidFill>
                <a:latin typeface="Consolas" pitchFamily="34" charset="0"/>
                <a:ea typeface="Noto Sans JP" pitchFamily="34" charset="-122"/>
                <a:cs typeface="Consolas" pitchFamily="34" charset="-120"/>
              </a:rPr>
              <a:t>06 / 23</a:t>
            </a:r>
            <a:endParaRPr lang="en-US" sz="975" spc="160" kern="0" dirty="0">
              <a:solidFill>
                <a:srgbClr val="6E6B60"/>
              </a:solidFill>
              <a:latin typeface="Consolas" pitchFamily="34" charset="0"/>
              <a:ea typeface="Noto Sans JP" pitchFamily="34" charset="-122"/>
              <a:cs typeface="Consolas" pitchFamily="34" charset="-12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5333970" y="1400221"/>
            <a:ext cx="685800" cy="304770"/>
          </a:xfrm>
          <a:custGeom>
            <a:avLst/>
            <a:gdLst/>
            <a:ahLst/>
            <a:cxnLst/>
            <a:rect l="l" t="t" r="r" b="b"/>
            <a:pathLst>
              <a:path w="685800" h="304770">
                <a:moveTo>
                  <a:pt x="0" y="0"/>
                </a:moveTo>
                <a:lnTo>
                  <a:pt x="685800" y="0"/>
                </a:lnTo>
                <a:lnTo>
                  <a:pt x="685800" y="304770"/>
                </a:lnTo>
                <a:lnTo>
                  <a:pt x="0" y="304770"/>
                </a:lnTo>
                <a:close/>
              </a:path>
            </a:pathLst>
          </a:custGeom>
          <a:noFill/>
          <a:ln w="14288">
            <a:solidFill>
              <a:srgbClr val="33312A"/>
            </a:solidFill>
            <a:prstDash val="solid"/>
          </a:ln>
        </p:spPr>
      </p:sp>
      <p:sp>
        <p:nvSpPr>
          <p:cNvPr id="3" name="Shape 1"/>
          <p:cNvSpPr/>
          <p:nvPr/>
        </p:nvSpPr>
        <p:spPr>
          <a:xfrm>
            <a:off x="5333970" y="1924080"/>
            <a:ext cx="190470" cy="304770"/>
          </a:xfrm>
          <a:custGeom>
            <a:avLst/>
            <a:gdLst/>
            <a:ahLst/>
            <a:cxnLst/>
            <a:rect l="l" t="t" r="r" b="b"/>
            <a:pathLst>
              <a:path w="190470" h="304770">
                <a:moveTo>
                  <a:pt x="0" y="0"/>
                </a:moveTo>
                <a:lnTo>
                  <a:pt x="190470" y="0"/>
                </a:lnTo>
                <a:lnTo>
                  <a:pt x="190470" y="304770"/>
                </a:lnTo>
                <a:lnTo>
                  <a:pt x="0" y="304770"/>
                </a:lnTo>
                <a:close/>
              </a:path>
            </a:pathLst>
          </a:custGeom>
          <a:noFill/>
          <a:ln w="14288">
            <a:solidFill>
              <a:srgbClr val="9C4A3C"/>
            </a:solidFill>
            <a:prstDash val="solid"/>
          </a:ln>
        </p:spPr>
      </p:sp>
      <p:sp>
        <p:nvSpPr>
          <p:cNvPr id="4" name="Shape 2"/>
          <p:cNvSpPr/>
          <p:nvPr/>
        </p:nvSpPr>
        <p:spPr>
          <a:xfrm>
            <a:off x="5657850" y="1924080"/>
            <a:ext cx="190470" cy="304770"/>
          </a:xfrm>
          <a:custGeom>
            <a:avLst/>
            <a:gdLst/>
            <a:ahLst/>
            <a:cxnLst/>
            <a:rect l="l" t="t" r="r" b="b"/>
            <a:pathLst>
              <a:path w="190470" h="304770">
                <a:moveTo>
                  <a:pt x="0" y="0"/>
                </a:moveTo>
                <a:lnTo>
                  <a:pt x="190470" y="0"/>
                </a:lnTo>
                <a:lnTo>
                  <a:pt x="190470" y="304770"/>
                </a:lnTo>
                <a:lnTo>
                  <a:pt x="0" y="304770"/>
                </a:lnTo>
                <a:close/>
              </a:path>
            </a:pathLst>
          </a:custGeom>
          <a:noFill/>
          <a:ln w="14288">
            <a:solidFill>
              <a:srgbClr val="9C4A3C"/>
            </a:solidFill>
            <a:prstDash val="solid"/>
          </a:ln>
        </p:spPr>
      </p:sp>
      <p:sp>
        <p:nvSpPr>
          <p:cNvPr id="5" name="Shape 3"/>
          <p:cNvSpPr/>
          <p:nvPr/>
        </p:nvSpPr>
        <p:spPr>
          <a:xfrm>
            <a:off x="5981730" y="1924080"/>
            <a:ext cx="190470" cy="304770"/>
          </a:xfrm>
          <a:custGeom>
            <a:avLst/>
            <a:gdLst/>
            <a:ahLst/>
            <a:cxnLst/>
            <a:rect l="l" t="t" r="r" b="b"/>
            <a:pathLst>
              <a:path w="190470" h="304770">
                <a:moveTo>
                  <a:pt x="0" y="0"/>
                </a:moveTo>
                <a:lnTo>
                  <a:pt x="190470" y="0"/>
                </a:lnTo>
                <a:lnTo>
                  <a:pt x="190470" y="304770"/>
                </a:lnTo>
                <a:lnTo>
                  <a:pt x="0" y="304770"/>
                </a:lnTo>
                <a:close/>
              </a:path>
            </a:pathLst>
          </a:custGeom>
          <a:noFill/>
          <a:ln w="14288">
            <a:solidFill>
              <a:srgbClr val="9C4A3C"/>
            </a:solidFill>
            <a:prstDash val="solid"/>
          </a:ln>
        </p:spPr>
      </p:sp>
      <p:sp>
        <p:nvSpPr>
          <p:cNvPr id="6" name="Shape 4"/>
          <p:cNvSpPr/>
          <p:nvPr/>
        </p:nvSpPr>
        <p:spPr>
          <a:xfrm>
            <a:off x="6305520" y="1924080"/>
            <a:ext cx="190470" cy="304770"/>
          </a:xfrm>
          <a:custGeom>
            <a:avLst/>
            <a:gdLst/>
            <a:ahLst/>
            <a:cxnLst/>
            <a:rect l="l" t="t" r="r" b="b"/>
            <a:pathLst>
              <a:path w="190470" h="304770">
                <a:moveTo>
                  <a:pt x="0" y="0"/>
                </a:moveTo>
                <a:lnTo>
                  <a:pt x="190470" y="0"/>
                </a:lnTo>
                <a:lnTo>
                  <a:pt x="190470" y="304770"/>
                </a:lnTo>
                <a:lnTo>
                  <a:pt x="0" y="304770"/>
                </a:lnTo>
                <a:close/>
              </a:path>
            </a:pathLst>
          </a:custGeom>
          <a:noFill/>
          <a:ln w="14288">
            <a:solidFill>
              <a:srgbClr val="9C4A3C"/>
            </a:solidFill>
            <a:prstDash val="solid"/>
          </a:ln>
        </p:spPr>
      </p:sp>
      <p:sp>
        <p:nvSpPr>
          <p:cNvPr id="7" name="Shape 5"/>
          <p:cNvSpPr/>
          <p:nvPr/>
        </p:nvSpPr>
        <p:spPr>
          <a:xfrm>
            <a:off x="6629400" y="1924080"/>
            <a:ext cx="190470" cy="304770"/>
          </a:xfrm>
          <a:custGeom>
            <a:avLst/>
            <a:gdLst/>
            <a:ahLst/>
            <a:cxnLst/>
            <a:rect l="l" t="t" r="r" b="b"/>
            <a:pathLst>
              <a:path w="190470" h="304770">
                <a:moveTo>
                  <a:pt x="0" y="0"/>
                </a:moveTo>
                <a:lnTo>
                  <a:pt x="190470" y="0"/>
                </a:lnTo>
                <a:lnTo>
                  <a:pt x="190470" y="304770"/>
                </a:lnTo>
                <a:lnTo>
                  <a:pt x="0" y="304770"/>
                </a:lnTo>
                <a:close/>
              </a:path>
            </a:pathLst>
          </a:custGeom>
          <a:noFill/>
          <a:ln w="14288">
            <a:solidFill>
              <a:srgbClr val="9C4A3C"/>
            </a:solidFill>
            <a:prstDash val="solid"/>
          </a:ln>
        </p:spPr>
      </p:sp>
      <p:sp>
        <p:nvSpPr>
          <p:cNvPr id="8" name="Shape 6"/>
          <p:cNvSpPr/>
          <p:nvPr/>
        </p:nvSpPr>
        <p:spPr>
          <a:xfrm>
            <a:off x="6953280" y="1924080"/>
            <a:ext cx="190470" cy="304770"/>
          </a:xfrm>
          <a:custGeom>
            <a:avLst/>
            <a:gdLst/>
            <a:ahLst/>
            <a:cxnLst/>
            <a:rect l="l" t="t" r="r" b="b"/>
            <a:pathLst>
              <a:path w="190470" h="304770">
                <a:moveTo>
                  <a:pt x="0" y="0"/>
                </a:moveTo>
                <a:lnTo>
                  <a:pt x="190470" y="0"/>
                </a:lnTo>
                <a:lnTo>
                  <a:pt x="190470" y="304770"/>
                </a:lnTo>
                <a:lnTo>
                  <a:pt x="0" y="304770"/>
                </a:lnTo>
                <a:close/>
              </a:path>
            </a:pathLst>
          </a:custGeom>
          <a:noFill/>
          <a:ln w="14288">
            <a:solidFill>
              <a:srgbClr val="9C4A3C"/>
            </a:solidFill>
            <a:prstDash val="solid"/>
          </a:ln>
        </p:spPr>
      </p:sp>
      <p:sp>
        <p:nvSpPr>
          <p:cNvPr id="9" name="Shape 7"/>
          <p:cNvSpPr/>
          <p:nvPr/>
        </p:nvSpPr>
        <p:spPr>
          <a:xfrm>
            <a:off x="7277070" y="1924080"/>
            <a:ext cx="190470" cy="304770"/>
          </a:xfrm>
          <a:custGeom>
            <a:avLst/>
            <a:gdLst/>
            <a:ahLst/>
            <a:cxnLst/>
            <a:rect l="l" t="t" r="r" b="b"/>
            <a:pathLst>
              <a:path w="190470" h="304770">
                <a:moveTo>
                  <a:pt x="0" y="0"/>
                </a:moveTo>
                <a:lnTo>
                  <a:pt x="190470" y="0"/>
                </a:lnTo>
                <a:lnTo>
                  <a:pt x="190470" y="304770"/>
                </a:lnTo>
                <a:lnTo>
                  <a:pt x="0" y="304770"/>
                </a:lnTo>
                <a:close/>
              </a:path>
            </a:pathLst>
          </a:custGeom>
          <a:noFill/>
          <a:ln w="14288">
            <a:solidFill>
              <a:srgbClr val="C9C4B8"/>
            </a:solidFill>
            <a:prstDash val="dash"/>
          </a:ln>
        </p:spPr>
      </p:sp>
      <p:sp>
        <p:nvSpPr>
          <p:cNvPr id="10" name="Shape 8"/>
          <p:cNvSpPr/>
          <p:nvPr/>
        </p:nvSpPr>
        <p:spPr>
          <a:xfrm>
            <a:off x="7600950" y="1924080"/>
            <a:ext cx="190470" cy="304770"/>
          </a:xfrm>
          <a:custGeom>
            <a:avLst/>
            <a:gdLst/>
            <a:ahLst/>
            <a:cxnLst/>
            <a:rect l="l" t="t" r="r" b="b"/>
            <a:pathLst>
              <a:path w="190470" h="304770">
                <a:moveTo>
                  <a:pt x="0" y="0"/>
                </a:moveTo>
                <a:lnTo>
                  <a:pt x="190470" y="0"/>
                </a:lnTo>
                <a:lnTo>
                  <a:pt x="190470" y="304770"/>
                </a:lnTo>
                <a:lnTo>
                  <a:pt x="0" y="304770"/>
                </a:lnTo>
                <a:close/>
              </a:path>
            </a:pathLst>
          </a:custGeom>
          <a:noFill/>
          <a:ln w="14288">
            <a:solidFill>
              <a:srgbClr val="C9C4B8"/>
            </a:solidFill>
            <a:prstDash val="dash"/>
          </a:ln>
        </p:spPr>
      </p:sp>
      <p:sp>
        <p:nvSpPr>
          <p:cNvPr id="11" name="Shape 9"/>
          <p:cNvSpPr/>
          <p:nvPr/>
        </p:nvSpPr>
        <p:spPr>
          <a:xfrm>
            <a:off x="7924830" y="1924080"/>
            <a:ext cx="190470" cy="304770"/>
          </a:xfrm>
          <a:custGeom>
            <a:avLst/>
            <a:gdLst/>
            <a:ahLst/>
            <a:cxnLst/>
            <a:rect l="l" t="t" r="r" b="b"/>
            <a:pathLst>
              <a:path w="190470" h="304770">
                <a:moveTo>
                  <a:pt x="0" y="0"/>
                </a:moveTo>
                <a:lnTo>
                  <a:pt x="190470" y="0"/>
                </a:lnTo>
                <a:lnTo>
                  <a:pt x="190470" y="304770"/>
                </a:lnTo>
                <a:lnTo>
                  <a:pt x="0" y="304770"/>
                </a:lnTo>
                <a:close/>
              </a:path>
            </a:pathLst>
          </a:custGeom>
          <a:noFill/>
          <a:ln w="14288">
            <a:solidFill>
              <a:srgbClr val="C9C4B8"/>
            </a:solidFill>
            <a:prstDash val="dash"/>
          </a:ln>
        </p:spPr>
      </p:sp>
      <p:sp>
        <p:nvSpPr>
          <p:cNvPr id="12" name="Shape 10"/>
          <p:cNvSpPr/>
          <p:nvPr/>
        </p:nvSpPr>
        <p:spPr>
          <a:xfrm>
            <a:off x="8248620" y="2076420"/>
            <a:ext cx="895380" cy="0"/>
          </a:xfrm>
          <a:prstGeom prst="line">
            <a:avLst/>
          </a:prstGeom>
          <a:noFill/>
          <a:ln w="14288">
            <a:solidFill>
              <a:srgbClr val="C9C4B8"/>
            </a:solidFill>
            <a:prstDash val="dash"/>
          </a:ln>
        </p:spPr>
      </p:sp>
      <p:sp>
        <p:nvSpPr>
          <p:cNvPr id="13" name="Text 11"/>
          <p:cNvSpPr/>
          <p:nvPr/>
        </p:nvSpPr>
        <p:spPr>
          <a:xfrm>
            <a:off x="914400" y="457200"/>
            <a:ext cx="266730" cy="304770"/>
          </a:xfrm>
          <a:prstGeom prst="rect">
            <a:avLst/>
          </a:prstGeom>
          <a:noFill/>
          <a:ln>
            <a:noFill/>
          </a:ln>
        </p:spPr>
        <p:txBody>
          <a:bodyPr wrap="none" lIns="0" tIns="0" rIns="0" bIns="0" rtlCol="0" anchor="t"/>
          <a:lstStyle/>
          <a:p>
            <a:pPr algn="l" indent="0" marL="0">
              <a:lnSpc>
                <a:spcPct val="154000"/>
              </a:lnSpc>
              <a:buNone/>
            </a:pPr>
            <a:r>
              <a:rPr lang="en-US" sz="975" b="1" spc="156" kern="0" dirty="0">
                <a:solidFill>
                  <a:srgbClr val="9C4A3C"/>
                </a:solidFill>
                <a:latin typeface="Consolas" pitchFamily="34" charset="0"/>
                <a:ea typeface="Noto Sans JP" pitchFamily="34" charset="-122"/>
                <a:cs typeface="Consolas" pitchFamily="34" charset="-120"/>
              </a:rPr>
              <a:t>S07</a:t>
            </a:r>
            <a:endParaRPr lang="en-US" sz="975" b="1" spc="156" kern="0" dirty="0">
              <a:solidFill>
                <a:srgbClr val="9C4A3C"/>
              </a:solidFill>
              <a:latin typeface="Consolas" pitchFamily="34" charset="0"/>
              <a:ea typeface="Noto Sans JP" pitchFamily="34" charset="-122"/>
              <a:cs typeface="Consolas" pitchFamily="34" charset="-120"/>
            </a:endParaRPr>
          </a:p>
        </p:txBody>
      </p:sp>
      <p:sp>
        <p:nvSpPr>
          <p:cNvPr id="14" name="Text 12"/>
          <p:cNvSpPr/>
          <p:nvPr/>
        </p:nvSpPr>
        <p:spPr>
          <a:xfrm>
            <a:off x="1333470" y="438180"/>
            <a:ext cx="1190640" cy="314371"/>
          </a:xfrm>
          <a:prstGeom prst="rect">
            <a:avLst/>
          </a:prstGeom>
          <a:noFill/>
          <a:ln>
            <a:noFill/>
          </a:ln>
        </p:spPr>
        <p:txBody>
          <a:bodyPr wrap="none" lIns="0" tIns="0" rIns="0" bIns="0" rtlCol="0" anchor="t"/>
          <a:lstStyle/>
          <a:p>
            <a:pPr algn="l" indent="0" marL="0">
              <a:lnSpc>
                <a:spcPct val="150000"/>
              </a:lnSpc>
              <a:buNone/>
            </a:pPr>
            <a:r>
              <a:rPr lang="ja-JP" altLang="en-US" sz="1050" spc="126" kern="0" dirty="0">
                <a:solidFill>
                  <a:srgbClr val="33312A"/>
                </a:solidFill>
                <a:latin typeface="Noto Sans JP" pitchFamily="34" charset="0"/>
                <a:ea typeface="Noto Sans JP" pitchFamily="34" charset="-122"/>
                <a:cs typeface="Noto Sans JP" pitchFamily="34" charset="-120"/>
              </a:rPr>
              <a:t>もう一つの仕掛け</a:t>
            </a:r>
            <a:endParaRPr lang="ja-JP" altLang="en-US" sz="1050" spc="126" kern="0" dirty="0">
              <a:solidFill>
                <a:srgbClr val="33312A"/>
              </a:solidFill>
              <a:latin typeface="Noto Sans JP" pitchFamily="34" charset="0"/>
              <a:ea typeface="Noto Sans JP" pitchFamily="34" charset="-122"/>
              <a:cs typeface="Noto Sans JP" pitchFamily="34" charset="-120"/>
            </a:endParaRPr>
          </a:p>
        </p:txBody>
      </p:sp>
      <p:sp>
        <p:nvSpPr>
          <p:cNvPr id="15" name="Shape 13"/>
          <p:cNvSpPr/>
          <p:nvPr/>
        </p:nvSpPr>
        <p:spPr>
          <a:xfrm>
            <a:off x="914400" y="800100"/>
            <a:ext cx="10363170" cy="9510"/>
          </a:xfrm>
          <a:prstGeom prst="rect">
            <a:avLst/>
          </a:prstGeom>
          <a:solidFill>
            <a:srgbClr val="C9C4B8"/>
          </a:solidFill>
          <a:ln>
            <a:noFill/>
          </a:ln>
        </p:spPr>
      </p:sp>
      <p:sp>
        <p:nvSpPr>
          <p:cNvPr id="16" name="Text 14"/>
          <p:cNvSpPr/>
          <p:nvPr/>
        </p:nvSpPr>
        <p:spPr>
          <a:xfrm>
            <a:off x="914400" y="1371600"/>
            <a:ext cx="352410" cy="466710"/>
          </a:xfrm>
          <a:prstGeom prst="rect">
            <a:avLst/>
          </a:prstGeom>
          <a:noFill/>
          <a:ln>
            <a:noFill/>
          </a:ln>
        </p:spPr>
        <p:txBody>
          <a:bodyPr wrap="square" lIns="0" tIns="0" rIns="0" bIns="0" rtlCol="0" anchor="t"/>
          <a:lstStyle/>
          <a:p>
            <a:pPr algn="l" indent="0" marL="0">
              <a:lnSpc>
                <a:spcPct val="169000"/>
              </a:lnSpc>
              <a:buNone/>
            </a:pPr>
            <a:r>
              <a:rPr lang="en-US" sz="975" spc="29" kern="0" dirty="0">
                <a:solidFill>
                  <a:srgbClr val="4A5D3A"/>
                </a:solidFill>
                <a:latin typeface="Consolas" pitchFamily="34" charset="0"/>
                <a:ea typeface="Noto Sans JP" pitchFamily="34" charset="-122"/>
                <a:cs typeface="Consolas" pitchFamily="34" charset="-120"/>
              </a:rPr>
              <a:t>01</a:t>
            </a:r>
            <a:endParaRPr lang="en-US" sz="975" spc="29" kern="0" dirty="0">
              <a:solidFill>
                <a:srgbClr val="4A5D3A"/>
              </a:solidFill>
              <a:latin typeface="Consolas" pitchFamily="34" charset="0"/>
              <a:ea typeface="Noto Sans JP" pitchFamily="34" charset="-122"/>
              <a:cs typeface="Consolas" pitchFamily="34" charset="-120"/>
            </a:endParaRPr>
          </a:p>
        </p:txBody>
      </p:sp>
      <p:sp>
        <p:nvSpPr>
          <p:cNvPr id="17" name="Text 15"/>
          <p:cNvSpPr/>
          <p:nvPr/>
        </p:nvSpPr>
        <p:spPr>
          <a:xfrm>
            <a:off x="1371600" y="1371600"/>
            <a:ext cx="1724010" cy="466710"/>
          </a:xfrm>
          <a:prstGeom prst="rect">
            <a:avLst/>
          </a:prstGeom>
          <a:noFill/>
          <a:ln>
            <a:noFill/>
          </a:ln>
        </p:spPr>
        <p:txBody>
          <a:bodyPr wrap="none" lIns="0" tIns="0" rIns="0" bIns="0" rtlCol="0" anchor="t"/>
          <a:lstStyle/>
          <a:p>
            <a:pPr algn="l" indent="0" marL="0">
              <a:lnSpc>
                <a:spcPct val="168000"/>
              </a:lnSpc>
              <a:buNone/>
            </a:pPr>
            <a:r>
              <a:rPr lang="ja-JP" altLang="en-US" sz="1650" spc="50" kern="0" dirty="0">
                <a:solidFill>
                  <a:srgbClr val="33312A"/>
                </a:solidFill>
                <a:latin typeface="Noto Sans JP" pitchFamily="34" charset="0"/>
                <a:ea typeface="Noto Sans JP" pitchFamily="34" charset="-122"/>
                <a:cs typeface="Noto Sans JP" pitchFamily="34" charset="-120"/>
              </a:rPr>
              <a:t>本体は安く売る。</a:t>
            </a:r>
            <a:endParaRPr lang="ja-JP" altLang="en-US" sz="1650" spc="50" kern="0" dirty="0">
              <a:solidFill>
                <a:srgbClr val="33312A"/>
              </a:solidFill>
              <a:latin typeface="Noto Sans JP" pitchFamily="34" charset="0"/>
              <a:ea typeface="Noto Sans JP" pitchFamily="34" charset="-122"/>
              <a:cs typeface="Noto Sans JP" pitchFamily="34" charset="-120"/>
            </a:endParaRPr>
          </a:p>
        </p:txBody>
      </p:sp>
      <p:sp>
        <p:nvSpPr>
          <p:cNvPr id="18" name="Text 16"/>
          <p:cNvSpPr/>
          <p:nvPr/>
        </p:nvSpPr>
        <p:spPr>
          <a:xfrm>
            <a:off x="914400" y="1895460"/>
            <a:ext cx="352410" cy="466710"/>
          </a:xfrm>
          <a:prstGeom prst="rect">
            <a:avLst/>
          </a:prstGeom>
          <a:noFill/>
          <a:ln>
            <a:noFill/>
          </a:ln>
        </p:spPr>
        <p:txBody>
          <a:bodyPr wrap="square" lIns="0" tIns="0" rIns="0" bIns="0" rtlCol="0" anchor="t"/>
          <a:lstStyle/>
          <a:p>
            <a:pPr algn="l" indent="0" marL="0">
              <a:lnSpc>
                <a:spcPct val="169000"/>
              </a:lnSpc>
              <a:buNone/>
            </a:pPr>
            <a:r>
              <a:rPr lang="en-US" sz="975" spc="29" kern="0" dirty="0">
                <a:solidFill>
                  <a:srgbClr val="4A5D3A"/>
                </a:solidFill>
                <a:latin typeface="Consolas" pitchFamily="34" charset="0"/>
                <a:ea typeface="Noto Sans JP" pitchFamily="34" charset="-122"/>
                <a:cs typeface="Consolas" pitchFamily="34" charset="-120"/>
              </a:rPr>
              <a:t>02</a:t>
            </a:r>
            <a:endParaRPr lang="en-US" sz="975" spc="29" kern="0" dirty="0">
              <a:solidFill>
                <a:srgbClr val="4A5D3A"/>
              </a:solidFill>
              <a:latin typeface="Consolas" pitchFamily="34" charset="0"/>
              <a:ea typeface="Noto Sans JP" pitchFamily="34" charset="-122"/>
              <a:cs typeface="Consolas" pitchFamily="34" charset="-120"/>
            </a:endParaRPr>
          </a:p>
        </p:txBody>
      </p:sp>
      <p:sp>
        <p:nvSpPr>
          <p:cNvPr id="19" name="Text 17"/>
          <p:cNvSpPr/>
          <p:nvPr/>
        </p:nvSpPr>
        <p:spPr>
          <a:xfrm>
            <a:off x="1371600" y="1895460"/>
            <a:ext cx="2590770" cy="466710"/>
          </a:xfrm>
          <a:prstGeom prst="rect">
            <a:avLst/>
          </a:prstGeom>
          <a:noFill/>
          <a:ln>
            <a:noFill/>
          </a:ln>
        </p:spPr>
        <p:txBody>
          <a:bodyPr wrap="none" lIns="0" tIns="0" rIns="0" bIns="0" rtlCol="0" anchor="t"/>
          <a:lstStyle/>
          <a:p>
            <a:pPr algn="l" indent="0" marL="0">
              <a:lnSpc>
                <a:spcPct val="168000"/>
              </a:lnSpc>
              <a:buNone/>
            </a:pPr>
            <a:r>
              <a:rPr lang="ja-JP" altLang="en-US" sz="1650" spc="50" kern="0" dirty="0">
                <a:solidFill>
                  <a:srgbClr val="33312A"/>
                </a:solidFill>
                <a:latin typeface="Noto Sans JP" pitchFamily="34" charset="0"/>
                <a:ea typeface="Noto Sans JP" pitchFamily="34" charset="-122"/>
                <a:cs typeface="Noto Sans JP" pitchFamily="34" charset="-120"/>
              </a:rPr>
              <a:t>利益はソフトで回収する。</a:t>
            </a:r>
            <a:endParaRPr lang="ja-JP" altLang="en-US" sz="1650" spc="50" kern="0" dirty="0">
              <a:solidFill>
                <a:srgbClr val="33312A"/>
              </a:solidFill>
              <a:latin typeface="Noto Sans JP" pitchFamily="34" charset="0"/>
              <a:ea typeface="Noto Sans JP" pitchFamily="34" charset="-122"/>
              <a:cs typeface="Noto Sans JP" pitchFamily="34" charset="-120"/>
            </a:endParaRPr>
          </a:p>
        </p:txBody>
      </p:sp>
      <p:sp>
        <p:nvSpPr>
          <p:cNvPr id="20" name="Text 18"/>
          <p:cNvSpPr/>
          <p:nvPr/>
        </p:nvSpPr>
        <p:spPr>
          <a:xfrm>
            <a:off x="5333970" y="1400221"/>
            <a:ext cx="685800" cy="419070"/>
          </a:xfrm>
          <a:prstGeom prst="rect">
            <a:avLst/>
          </a:prstGeom>
          <a:noFill/>
          <a:ln>
            <a:noFill/>
          </a:ln>
        </p:spPr>
        <p:txBody>
          <a:bodyPr wrap="none" lIns="0" tIns="0" rIns="0" bIns="0" rtlCol="0" anchor="t"/>
          <a:lstStyle/>
          <a:p>
            <a:pPr algn="ctr" indent="0" marL="0">
              <a:lnSpc>
                <a:spcPct val="213000"/>
              </a:lnSpc>
              <a:buNone/>
            </a:pPr>
            <a:r>
              <a:rPr lang="ja-JP" altLang="en-US" sz="1125" spc="45" kern="0" dirty="0">
                <a:solidFill>
                  <a:srgbClr val="33312A"/>
                </a:solidFill>
                <a:latin typeface="Noto Sans JP" pitchFamily="34" charset="0"/>
                <a:ea typeface="Noto Sans JP" pitchFamily="34" charset="-122"/>
                <a:cs typeface="Noto Sans JP" pitchFamily="34" charset="-120"/>
              </a:rPr>
              <a:t>本体</a:t>
            </a:r>
            <a:endParaRPr lang="ja-JP" altLang="en-US" sz="1125" spc="45" kern="0" dirty="0">
              <a:solidFill>
                <a:srgbClr val="33312A"/>
              </a:solidFill>
              <a:latin typeface="Noto Sans JP" pitchFamily="34" charset="0"/>
              <a:ea typeface="Noto Sans JP" pitchFamily="34" charset="-122"/>
              <a:cs typeface="Noto Sans JP" pitchFamily="34" charset="-120"/>
            </a:endParaRPr>
          </a:p>
        </p:txBody>
      </p:sp>
      <p:sp>
        <p:nvSpPr>
          <p:cNvPr id="21" name="Text 19"/>
          <p:cNvSpPr/>
          <p:nvPr/>
        </p:nvSpPr>
        <p:spPr>
          <a:xfrm>
            <a:off x="9258300" y="1962120"/>
            <a:ext cx="445861" cy="342900"/>
          </a:xfrm>
          <a:prstGeom prst="rect">
            <a:avLst/>
          </a:prstGeom>
          <a:noFill/>
          <a:ln>
            <a:noFill/>
          </a:ln>
        </p:spPr>
        <p:txBody>
          <a:bodyPr wrap="none" lIns="0" tIns="0" rIns="0" bIns="0" rtlCol="0" anchor="t"/>
          <a:lstStyle/>
          <a:p>
            <a:pPr algn="ctr" indent="0" marL="0">
              <a:lnSpc>
                <a:spcPct val="160000"/>
              </a:lnSpc>
              <a:buNone/>
            </a:pPr>
            <a:r>
              <a:rPr lang="ja-JP" altLang="en-US" sz="1125" spc="45" kern="0" dirty="0">
                <a:solidFill>
                  <a:srgbClr val="5C5A50"/>
                </a:solidFill>
                <a:latin typeface="Noto Sans JP" pitchFamily="34" charset="0"/>
                <a:ea typeface="Noto Sans JP" pitchFamily="34" charset="-122"/>
                <a:cs typeface="Noto Sans JP" pitchFamily="34" charset="-120"/>
              </a:rPr>
              <a:t>ソフト</a:t>
            </a:r>
            <a:endParaRPr lang="ja-JP" altLang="en-US" sz="1125" spc="45" kern="0" dirty="0">
              <a:solidFill>
                <a:srgbClr val="5C5A50"/>
              </a:solidFill>
              <a:latin typeface="Noto Sans JP" pitchFamily="34" charset="0"/>
              <a:ea typeface="Noto Sans JP" pitchFamily="34" charset="-122"/>
              <a:cs typeface="Noto Sans JP" pitchFamily="34" charset="-120"/>
            </a:endParaRPr>
          </a:p>
        </p:txBody>
      </p:sp>
      <p:sp>
        <p:nvSpPr>
          <p:cNvPr id="22" name="Shape 20"/>
          <p:cNvSpPr/>
          <p:nvPr/>
        </p:nvSpPr>
        <p:spPr>
          <a:xfrm>
            <a:off x="914400" y="3086100"/>
            <a:ext cx="190470" cy="19020"/>
          </a:xfrm>
          <a:prstGeom prst="rect">
            <a:avLst/>
          </a:prstGeom>
          <a:solidFill>
            <a:srgbClr val="4A5D3A"/>
          </a:solidFill>
          <a:ln>
            <a:noFill/>
          </a:ln>
        </p:spPr>
      </p:sp>
      <p:sp>
        <p:nvSpPr>
          <p:cNvPr id="23" name="Text 21"/>
          <p:cNvSpPr/>
          <p:nvPr/>
        </p:nvSpPr>
        <p:spPr>
          <a:xfrm>
            <a:off x="914400" y="3276570"/>
            <a:ext cx="10363170" cy="1238280"/>
          </a:xfrm>
          <a:prstGeom prst="rect">
            <a:avLst/>
          </a:prstGeom>
          <a:noFill/>
          <a:ln>
            <a:noFill/>
          </a:ln>
        </p:spPr>
        <p:txBody>
          <a:bodyPr wrap="square" lIns="0" tIns="0" rIns="0" bIns="0" rtlCol="0" anchor="t"/>
          <a:lstStyle/>
          <a:p>
            <a:pPr algn="l" indent="0" marL="0">
              <a:lnSpc>
                <a:spcPct val="145000"/>
              </a:lnSpc>
              <a:buNone/>
            </a:pPr>
            <a:r>
              <a:rPr lang="ja-JP" altLang="en-US" sz="3000" dirty="0">
                <a:solidFill>
                  <a:srgbClr val="1B1A16"/>
                </a:solidFill>
                <a:latin typeface="Noto Serif JP Medium" pitchFamily="34" charset="0"/>
                <a:ea typeface="Noto Serif JP Medium" pitchFamily="34" charset="-122"/>
                <a:cs typeface="Noto Serif JP Medium" pitchFamily="34" charset="-120"/>
              </a:rPr>
              <a:t>売っていたのは機械ではなく、</a:t>
            </a:r>
            <a:endParaRPr lang="ja-JP" altLang="en-US" sz="3000" dirty="0">
              <a:solidFill>
                <a:srgbClr val="1B1A16"/>
              </a:solidFill>
              <a:latin typeface="Noto Serif JP Medium" pitchFamily="34" charset="0"/>
              <a:ea typeface="Noto Serif JP Medium" pitchFamily="34" charset="-122"/>
              <a:cs typeface="Noto Serif JP Medium" pitchFamily="34" charset="-120"/>
            </a:endParaRPr>
          </a:p>
          <a:p>
            <a:pPr algn="l" indent="0" marL="0">
              <a:lnSpc>
                <a:spcPct val="145000"/>
              </a:lnSpc>
              <a:buNone/>
            </a:pPr>
            <a:r>
              <a:rPr lang="ja-JP" altLang="en-US" sz="3000" dirty="0">
                <a:solidFill>
                  <a:srgbClr val="1B1A16"/>
                </a:solidFill>
                <a:latin typeface="Noto Serif JP Medium" pitchFamily="34" charset="0"/>
                <a:ea typeface="Noto Serif JP Medium" pitchFamily="34" charset="-122"/>
                <a:cs typeface="Noto Serif JP Medium" pitchFamily="34" charset="-120"/>
              </a:rPr>
              <a:t>遊びが</a:t>
            </a:r>
            <a:r>
              <a:rPr lang="ja-JP" altLang="en-US" sz="3000" dirty="0">
                <a:solidFill>
                  <a:srgbClr val="9C4A3C"/>
                </a:solidFill>
                <a:latin typeface="Noto Serif JP SemiBold" pitchFamily="34" charset="0"/>
                <a:ea typeface="Noto Serif JP SemiBold" pitchFamily="34" charset="-122"/>
                <a:cs typeface="Noto Serif JP SemiBold" pitchFamily="34" charset="-120"/>
              </a:rPr>
              <a:t>更新され続ける</a:t>
            </a:r>
            <a:r>
              <a:rPr lang="ja-JP" altLang="en-US" sz="3000" dirty="0">
                <a:solidFill>
                  <a:srgbClr val="1B1A16"/>
                </a:solidFill>
                <a:latin typeface="Noto Serif JP Medium" pitchFamily="34" charset="0"/>
                <a:ea typeface="Noto Serif JP Medium" pitchFamily="34" charset="-122"/>
                <a:cs typeface="Noto Serif JP Medium" pitchFamily="34" charset="-120"/>
              </a:rPr>
              <a:t>状態。</a:t>
            </a:r>
            <a:endParaRPr lang="ja-JP" altLang="en-US" sz="3000" dirty="0">
              <a:solidFill>
                <a:srgbClr val="1B1A16"/>
              </a:solidFill>
              <a:latin typeface="Noto Serif JP Medium" pitchFamily="34" charset="0"/>
              <a:ea typeface="Noto Serif JP Medium" pitchFamily="34" charset="-122"/>
              <a:cs typeface="Noto Serif JP Medium" pitchFamily="34" charset="-120"/>
            </a:endParaRPr>
          </a:p>
        </p:txBody>
      </p:sp>
      <p:sp>
        <p:nvSpPr>
          <p:cNvPr id="24" name="Text 22"/>
          <p:cNvSpPr/>
          <p:nvPr/>
        </p:nvSpPr>
        <p:spPr>
          <a:xfrm>
            <a:off x="914400" y="4524360"/>
            <a:ext cx="962040" cy="333390"/>
          </a:xfrm>
          <a:prstGeom prst="rect">
            <a:avLst/>
          </a:prstGeom>
          <a:noFill/>
          <a:ln>
            <a:noFill/>
          </a:ln>
        </p:spPr>
        <p:txBody>
          <a:bodyPr wrap="none" lIns="0" tIns="0" rIns="0" bIns="0" rtlCol="0" anchor="t"/>
          <a:lstStyle/>
          <a:p>
            <a:pPr algn="l" indent="0" marL="0">
              <a:lnSpc>
                <a:spcPct val="153000"/>
              </a:lnSpc>
              <a:buNone/>
            </a:pPr>
            <a:r>
              <a:rPr lang="ja-JP" altLang="en-US" sz="1125" spc="135" kern="0" dirty="0">
                <a:solidFill>
                  <a:srgbClr val="5C5A50"/>
                </a:solidFill>
                <a:latin typeface="Noto Sans JP" pitchFamily="34" charset="0"/>
                <a:ea typeface="Noto Sans JP" pitchFamily="34" charset="-122"/>
                <a:cs typeface="Noto Sans JP" pitchFamily="34" charset="-120"/>
              </a:rPr>
              <a:t>いまも同じ形</a:t>
            </a:r>
            <a:endParaRPr lang="ja-JP" altLang="en-US" sz="1125" spc="135" kern="0" dirty="0">
              <a:solidFill>
                <a:srgbClr val="5C5A50"/>
              </a:solidFill>
              <a:latin typeface="Noto Sans JP" pitchFamily="34" charset="0"/>
              <a:ea typeface="Noto Sans JP" pitchFamily="34" charset="-122"/>
              <a:cs typeface="Noto Sans JP" pitchFamily="34" charset="-120"/>
            </a:endParaRPr>
          </a:p>
        </p:txBody>
      </p:sp>
      <p:sp>
        <p:nvSpPr>
          <p:cNvPr id="25" name="Text 23"/>
          <p:cNvSpPr/>
          <p:nvPr/>
        </p:nvSpPr>
        <p:spPr>
          <a:xfrm>
            <a:off x="2295510" y="4514850"/>
            <a:ext cx="1333470" cy="342900"/>
          </a:xfrm>
          <a:prstGeom prst="rect">
            <a:avLst/>
          </a:prstGeom>
          <a:noFill/>
          <a:ln>
            <a:noFill/>
          </a:ln>
        </p:spPr>
        <p:txBody>
          <a:bodyPr wrap="none" lIns="0" tIns="0" rIns="0" bIns="0" rtlCol="0" anchor="t"/>
          <a:lstStyle/>
          <a:p>
            <a:pPr algn="l" indent="0" marL="0">
              <a:lnSpc>
                <a:spcPct val="160000"/>
              </a:lnSpc>
              <a:buNone/>
            </a:pPr>
            <a:r>
              <a:rPr lang="ja-JP" altLang="en-US" sz="1125" spc="45" kern="0" dirty="0">
                <a:solidFill>
                  <a:srgbClr val="33312A"/>
                </a:solidFill>
                <a:latin typeface="Noto Sans JP" pitchFamily="34" charset="0"/>
                <a:ea typeface="Noto Sans JP" pitchFamily="34" charset="-122"/>
                <a:cs typeface="Noto Sans JP" pitchFamily="34" charset="-120"/>
              </a:rPr>
              <a:t>サブスクリプション</a:t>
            </a:r>
            <a:endParaRPr lang="ja-JP" altLang="en-US" sz="1125" spc="45" kern="0" dirty="0">
              <a:solidFill>
                <a:srgbClr val="33312A"/>
              </a:solidFill>
              <a:latin typeface="Noto Sans JP" pitchFamily="34" charset="0"/>
              <a:ea typeface="Noto Sans JP" pitchFamily="34" charset="-122"/>
              <a:cs typeface="Noto Sans JP" pitchFamily="34" charset="-120"/>
            </a:endParaRPr>
          </a:p>
        </p:txBody>
      </p:sp>
      <p:sp>
        <p:nvSpPr>
          <p:cNvPr id="26" name="Text 24"/>
          <p:cNvSpPr/>
          <p:nvPr/>
        </p:nvSpPr>
        <p:spPr>
          <a:xfrm>
            <a:off x="4048140" y="4514850"/>
            <a:ext cx="1333470" cy="342900"/>
          </a:xfrm>
          <a:prstGeom prst="rect">
            <a:avLst/>
          </a:prstGeom>
          <a:noFill/>
          <a:ln>
            <a:noFill/>
          </a:ln>
        </p:spPr>
        <p:txBody>
          <a:bodyPr wrap="none" lIns="0" tIns="0" rIns="0" bIns="0" rtlCol="0" anchor="t"/>
          <a:lstStyle/>
          <a:p>
            <a:pPr algn="l" indent="0" marL="0">
              <a:lnSpc>
                <a:spcPct val="160000"/>
              </a:lnSpc>
              <a:buNone/>
            </a:pPr>
            <a:r>
              <a:rPr lang="ja-JP" altLang="en-US" sz="1125" spc="45" kern="0" dirty="0">
                <a:solidFill>
                  <a:srgbClr val="33312A"/>
                </a:solidFill>
                <a:latin typeface="Noto Sans JP" pitchFamily="34" charset="0"/>
                <a:ea typeface="Noto Sans JP" pitchFamily="34" charset="-122"/>
                <a:cs typeface="Noto Sans JP" pitchFamily="34" charset="-120"/>
              </a:rPr>
              <a:t>プリンターとインク</a:t>
            </a:r>
            <a:endParaRPr lang="ja-JP" altLang="en-US" sz="1125" spc="45" kern="0" dirty="0">
              <a:solidFill>
                <a:srgbClr val="33312A"/>
              </a:solidFill>
              <a:latin typeface="Noto Sans JP" pitchFamily="34" charset="0"/>
              <a:ea typeface="Noto Sans JP" pitchFamily="34" charset="-122"/>
              <a:cs typeface="Noto Sans JP" pitchFamily="34" charset="-120"/>
            </a:endParaRPr>
          </a:p>
        </p:txBody>
      </p:sp>
      <p:sp>
        <p:nvSpPr>
          <p:cNvPr id="27" name="Shape 25"/>
          <p:cNvSpPr/>
          <p:nvPr/>
        </p:nvSpPr>
        <p:spPr>
          <a:xfrm>
            <a:off x="914400" y="790590"/>
            <a:ext cx="533370" cy="28621"/>
          </a:xfrm>
          <a:prstGeom prst="rect">
            <a:avLst/>
          </a:prstGeom>
          <a:solidFill>
            <a:srgbClr val="9C4A3C"/>
          </a:solidFill>
          <a:ln>
            <a:noFill/>
          </a:ln>
        </p:spPr>
      </p:sp>
      <p:sp>
        <p:nvSpPr>
          <p:cNvPr id="28" name="Text 26"/>
          <p:cNvSpPr/>
          <p:nvPr/>
        </p:nvSpPr>
        <p:spPr>
          <a:xfrm>
            <a:off x="8420070" y="6362670"/>
            <a:ext cx="2857500" cy="209580"/>
          </a:xfrm>
          <a:prstGeom prst="rect">
            <a:avLst/>
          </a:prstGeom>
          <a:noFill/>
          <a:ln>
            <a:noFill/>
          </a:ln>
        </p:spPr>
        <p:txBody>
          <a:bodyPr wrap="square" lIns="0" tIns="0" rIns="0" bIns="0" rtlCol="0" anchor="t"/>
          <a:lstStyle/>
          <a:p>
            <a:pPr algn="r" indent="0" marL="0">
              <a:buNone/>
            </a:pPr>
            <a:r>
              <a:rPr lang="en-US" sz="975" spc="160" kern="0" dirty="0">
                <a:solidFill>
                  <a:srgbClr val="6E6B60"/>
                </a:solidFill>
                <a:latin typeface="Consolas" pitchFamily="34" charset="0"/>
                <a:ea typeface="Noto Sans JP" pitchFamily="34" charset="-122"/>
                <a:cs typeface="Consolas" pitchFamily="34" charset="-120"/>
              </a:rPr>
              <a:t>07 / 23</a:t>
            </a:r>
            <a:endParaRPr lang="en-US" sz="975" spc="160" kern="0" dirty="0">
              <a:solidFill>
                <a:srgbClr val="6E6B60"/>
              </a:solidFill>
              <a:latin typeface="Consolas" pitchFamily="34" charset="0"/>
              <a:ea typeface="Noto Sans JP" pitchFamily="34" charset="-122"/>
              <a:cs typeface="Consolas" pitchFamily="34" charset="-12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914400" y="1181130"/>
            <a:ext cx="619140" cy="247620"/>
          </a:xfrm>
          <a:custGeom>
            <a:avLst/>
            <a:gdLst/>
            <a:ahLst/>
            <a:cxnLst/>
            <a:rect l="l" t="t" r="r" b="b"/>
            <a:pathLst>
              <a:path w="619140" h="247620">
                <a:moveTo>
                  <a:pt x="0" y="0"/>
                </a:moveTo>
                <a:lnTo>
                  <a:pt x="619140" y="0"/>
                </a:lnTo>
                <a:lnTo>
                  <a:pt x="619140" y="247620"/>
                </a:lnTo>
                <a:lnTo>
                  <a:pt x="0" y="247620"/>
                </a:lnTo>
                <a:close/>
              </a:path>
            </a:pathLst>
          </a:custGeom>
          <a:noFill/>
          <a:ln w="14288">
            <a:solidFill>
              <a:srgbClr val="6E6B60"/>
            </a:solidFill>
            <a:prstDash val="dash"/>
          </a:ln>
        </p:spPr>
      </p:sp>
      <p:sp>
        <p:nvSpPr>
          <p:cNvPr id="3" name="Shape 1"/>
          <p:cNvSpPr/>
          <p:nvPr/>
        </p:nvSpPr>
        <p:spPr>
          <a:xfrm>
            <a:off x="8305770" y="1866930"/>
            <a:ext cx="1219170" cy="533370"/>
          </a:xfrm>
          <a:custGeom>
            <a:avLst/>
            <a:gdLst/>
            <a:ahLst/>
            <a:cxnLst/>
            <a:rect l="l" t="t" r="r" b="b"/>
            <a:pathLst>
              <a:path w="1219170" h="533370">
                <a:moveTo>
                  <a:pt x="0" y="0"/>
                </a:moveTo>
                <a:lnTo>
                  <a:pt x="1219170" y="0"/>
                </a:lnTo>
                <a:lnTo>
                  <a:pt x="1219170" y="533370"/>
                </a:lnTo>
                <a:lnTo>
                  <a:pt x="0" y="533370"/>
                </a:lnTo>
                <a:close/>
              </a:path>
            </a:pathLst>
          </a:custGeom>
          <a:noFill/>
          <a:ln w="14288">
            <a:solidFill>
              <a:srgbClr val="33312A"/>
            </a:solidFill>
            <a:prstDash val="solid"/>
          </a:ln>
        </p:spPr>
      </p:sp>
      <p:sp>
        <p:nvSpPr>
          <p:cNvPr id="4" name="Shape 2"/>
          <p:cNvSpPr/>
          <p:nvPr/>
        </p:nvSpPr>
        <p:spPr>
          <a:xfrm>
            <a:off x="8086771" y="1190640"/>
            <a:ext cx="3181380" cy="1619220"/>
          </a:xfrm>
          <a:custGeom>
            <a:avLst/>
            <a:gdLst/>
            <a:ahLst/>
            <a:cxnLst/>
            <a:rect l="l" t="t" r="r" b="b"/>
            <a:pathLst>
              <a:path w="3181380" h="1619220">
                <a:moveTo>
                  <a:pt x="0" y="0"/>
                </a:moveTo>
                <a:lnTo>
                  <a:pt x="3181380" y="0"/>
                </a:lnTo>
                <a:lnTo>
                  <a:pt x="3181380" y="1619220"/>
                </a:lnTo>
                <a:lnTo>
                  <a:pt x="0" y="1619220"/>
                </a:lnTo>
                <a:close/>
              </a:path>
            </a:pathLst>
          </a:custGeom>
          <a:noFill/>
          <a:ln w="14288">
            <a:solidFill>
              <a:srgbClr val="6E6B60"/>
            </a:solidFill>
            <a:prstDash val="dash"/>
          </a:ln>
        </p:spPr>
      </p:sp>
      <p:sp>
        <p:nvSpPr>
          <p:cNvPr id="5" name="Shape 3"/>
          <p:cNvSpPr/>
          <p:nvPr/>
        </p:nvSpPr>
        <p:spPr>
          <a:xfrm>
            <a:off x="9753630" y="1866930"/>
            <a:ext cx="1295430" cy="533370"/>
          </a:xfrm>
          <a:custGeom>
            <a:avLst/>
            <a:gdLst/>
            <a:ahLst/>
            <a:cxnLst/>
            <a:rect l="l" t="t" r="r" b="b"/>
            <a:pathLst>
              <a:path w="1295430" h="533370">
                <a:moveTo>
                  <a:pt x="0" y="0"/>
                </a:moveTo>
                <a:lnTo>
                  <a:pt x="1295430" y="0"/>
                </a:lnTo>
                <a:lnTo>
                  <a:pt x="1295430" y="533370"/>
                </a:lnTo>
                <a:lnTo>
                  <a:pt x="0" y="533370"/>
                </a:lnTo>
                <a:close/>
              </a:path>
            </a:pathLst>
          </a:custGeom>
          <a:noFill/>
          <a:ln w="14288">
            <a:solidFill>
              <a:srgbClr val="C9C4B8"/>
            </a:solidFill>
            <a:prstDash val="dash"/>
          </a:ln>
        </p:spPr>
      </p:sp>
      <p:sp>
        <p:nvSpPr>
          <p:cNvPr id="6" name="Shape 4"/>
          <p:cNvSpPr/>
          <p:nvPr/>
        </p:nvSpPr>
        <p:spPr>
          <a:xfrm>
            <a:off x="990570" y="4819620"/>
            <a:ext cx="304770" cy="266730"/>
          </a:xfrm>
          <a:custGeom>
            <a:avLst/>
            <a:gdLst/>
            <a:ahLst/>
            <a:cxnLst/>
            <a:rect l="l" t="t" r="r" b="b"/>
            <a:pathLst>
              <a:path w="304770" h="266730">
                <a:moveTo>
                  <a:pt x="0" y="0"/>
                </a:moveTo>
                <a:lnTo>
                  <a:pt x="304770" y="0"/>
                </a:lnTo>
                <a:lnTo>
                  <a:pt x="304770" y="266730"/>
                </a:lnTo>
                <a:lnTo>
                  <a:pt x="0" y="266730"/>
                </a:lnTo>
                <a:close/>
              </a:path>
            </a:pathLst>
          </a:custGeom>
          <a:noFill/>
          <a:ln w="14288">
            <a:solidFill>
              <a:srgbClr val="C9C4B8"/>
            </a:solidFill>
            <a:prstDash val="solid"/>
          </a:ln>
        </p:spPr>
      </p:sp>
      <p:sp>
        <p:nvSpPr>
          <p:cNvPr id="7" name="Shape 5"/>
          <p:cNvSpPr/>
          <p:nvPr/>
        </p:nvSpPr>
        <p:spPr>
          <a:xfrm>
            <a:off x="1390620" y="4819620"/>
            <a:ext cx="304770" cy="266730"/>
          </a:xfrm>
          <a:custGeom>
            <a:avLst/>
            <a:gdLst/>
            <a:ahLst/>
            <a:cxnLst/>
            <a:rect l="l" t="t" r="r" b="b"/>
            <a:pathLst>
              <a:path w="304770" h="266730">
                <a:moveTo>
                  <a:pt x="0" y="0"/>
                </a:moveTo>
                <a:lnTo>
                  <a:pt x="304770" y="0"/>
                </a:lnTo>
                <a:lnTo>
                  <a:pt x="304770" y="266730"/>
                </a:lnTo>
                <a:lnTo>
                  <a:pt x="0" y="266730"/>
                </a:lnTo>
                <a:close/>
              </a:path>
            </a:pathLst>
          </a:custGeom>
          <a:noFill/>
          <a:ln w="14288">
            <a:solidFill>
              <a:srgbClr val="33312A"/>
            </a:solidFill>
            <a:prstDash val="solid"/>
          </a:ln>
        </p:spPr>
      </p:sp>
      <p:sp>
        <p:nvSpPr>
          <p:cNvPr id="8" name="Shape 6"/>
          <p:cNvSpPr/>
          <p:nvPr/>
        </p:nvSpPr>
        <p:spPr>
          <a:xfrm>
            <a:off x="1790670" y="4819620"/>
            <a:ext cx="304770" cy="266730"/>
          </a:xfrm>
          <a:custGeom>
            <a:avLst/>
            <a:gdLst/>
            <a:ahLst/>
            <a:cxnLst/>
            <a:rect l="l" t="t" r="r" b="b"/>
            <a:pathLst>
              <a:path w="304770" h="266730">
                <a:moveTo>
                  <a:pt x="0" y="0"/>
                </a:moveTo>
                <a:lnTo>
                  <a:pt x="304770" y="0"/>
                </a:lnTo>
                <a:lnTo>
                  <a:pt x="304770" y="266730"/>
                </a:lnTo>
                <a:lnTo>
                  <a:pt x="0" y="266730"/>
                </a:lnTo>
                <a:close/>
              </a:path>
            </a:pathLst>
          </a:custGeom>
          <a:noFill/>
          <a:ln w="14288">
            <a:solidFill>
              <a:srgbClr val="C9C4B8"/>
            </a:solidFill>
            <a:prstDash val="solid"/>
          </a:ln>
        </p:spPr>
      </p:sp>
      <p:sp>
        <p:nvSpPr>
          <p:cNvPr id="9" name="Shape 7"/>
          <p:cNvSpPr/>
          <p:nvPr/>
        </p:nvSpPr>
        <p:spPr>
          <a:xfrm>
            <a:off x="914400" y="5086350"/>
            <a:ext cx="1257300" cy="0"/>
          </a:xfrm>
          <a:prstGeom prst="line">
            <a:avLst/>
          </a:prstGeom>
          <a:noFill/>
          <a:ln w="19050">
            <a:solidFill>
              <a:srgbClr val="33312A"/>
            </a:solidFill>
            <a:prstDash val="solid"/>
          </a:ln>
        </p:spPr>
      </p:sp>
      <p:sp>
        <p:nvSpPr>
          <p:cNvPr id="10" name="Shape 8"/>
          <p:cNvSpPr/>
          <p:nvPr/>
        </p:nvSpPr>
        <p:spPr>
          <a:xfrm>
            <a:off x="1181130" y="4676790"/>
            <a:ext cx="323880" cy="66660"/>
          </a:xfrm>
          <a:custGeom>
            <a:avLst/>
            <a:gdLst/>
            <a:ahLst/>
            <a:cxnLst/>
            <a:rect l="l" t="t" r="r" b="b"/>
            <a:pathLst>
              <a:path w="323880" h="66660">
                <a:moveTo>
                  <a:pt x="57150" y="0"/>
                </a:moveTo>
                <a:lnTo>
                  <a:pt x="0" y="28621"/>
                </a:lnTo>
                <a:lnTo>
                  <a:pt x="19020" y="38130"/>
                </a:lnTo>
                <a:lnTo>
                  <a:pt x="57150" y="66660"/>
                </a:lnTo>
                <a:lnTo>
                  <a:pt x="19020" y="38130"/>
                </a:lnTo>
                <a:lnTo>
                  <a:pt x="0" y="28621"/>
                </a:lnTo>
                <a:lnTo>
                  <a:pt x="76170" y="28621"/>
                </a:lnTo>
                <a:lnTo>
                  <a:pt x="161940" y="28621"/>
                </a:lnTo>
                <a:lnTo>
                  <a:pt x="247620" y="28621"/>
                </a:lnTo>
                <a:lnTo>
                  <a:pt x="323880" y="28621"/>
                </a:lnTo>
                <a:lnTo>
                  <a:pt x="304770" y="19020"/>
                </a:lnTo>
                <a:lnTo>
                  <a:pt x="266730" y="0"/>
                </a:lnTo>
                <a:lnTo>
                  <a:pt x="304770" y="19020"/>
                </a:lnTo>
                <a:lnTo>
                  <a:pt x="323880" y="28621"/>
                </a:lnTo>
                <a:lnTo>
                  <a:pt x="266730" y="66660"/>
                </a:lnTo>
              </a:path>
            </a:pathLst>
          </a:custGeom>
          <a:noFill/>
          <a:ln w="14288">
            <a:solidFill>
              <a:srgbClr val="4A5D3A"/>
            </a:solidFill>
            <a:prstDash val="solid"/>
          </a:ln>
        </p:spPr>
      </p:sp>
      <p:sp>
        <p:nvSpPr>
          <p:cNvPr id="11" name="Shape 9"/>
          <p:cNvSpPr/>
          <p:nvPr/>
        </p:nvSpPr>
        <p:spPr>
          <a:xfrm>
            <a:off x="1581180" y="4676790"/>
            <a:ext cx="323880" cy="66660"/>
          </a:xfrm>
          <a:custGeom>
            <a:avLst/>
            <a:gdLst/>
            <a:ahLst/>
            <a:cxnLst/>
            <a:rect l="l" t="t" r="r" b="b"/>
            <a:pathLst>
              <a:path w="323880" h="66660">
                <a:moveTo>
                  <a:pt x="57150" y="0"/>
                </a:moveTo>
                <a:lnTo>
                  <a:pt x="0" y="28621"/>
                </a:lnTo>
                <a:lnTo>
                  <a:pt x="19020" y="38130"/>
                </a:lnTo>
                <a:lnTo>
                  <a:pt x="57150" y="66660"/>
                </a:lnTo>
                <a:lnTo>
                  <a:pt x="19020" y="38130"/>
                </a:lnTo>
                <a:lnTo>
                  <a:pt x="0" y="28621"/>
                </a:lnTo>
                <a:lnTo>
                  <a:pt x="76170" y="28621"/>
                </a:lnTo>
                <a:lnTo>
                  <a:pt x="161940" y="28621"/>
                </a:lnTo>
                <a:lnTo>
                  <a:pt x="247620" y="28621"/>
                </a:lnTo>
                <a:lnTo>
                  <a:pt x="323880" y="28621"/>
                </a:lnTo>
                <a:lnTo>
                  <a:pt x="304770" y="19020"/>
                </a:lnTo>
                <a:lnTo>
                  <a:pt x="266730" y="0"/>
                </a:lnTo>
                <a:lnTo>
                  <a:pt x="304770" y="19020"/>
                </a:lnTo>
                <a:lnTo>
                  <a:pt x="323880" y="28621"/>
                </a:lnTo>
                <a:lnTo>
                  <a:pt x="266730" y="66660"/>
                </a:lnTo>
              </a:path>
            </a:pathLst>
          </a:custGeom>
          <a:noFill/>
          <a:ln w="14288">
            <a:solidFill>
              <a:srgbClr val="4A5D3A"/>
            </a:solidFill>
            <a:prstDash val="solid"/>
          </a:ln>
        </p:spPr>
      </p:sp>
      <p:sp>
        <p:nvSpPr>
          <p:cNvPr id="12" name="Text 10"/>
          <p:cNvSpPr/>
          <p:nvPr/>
        </p:nvSpPr>
        <p:spPr>
          <a:xfrm>
            <a:off x="914400" y="461955"/>
            <a:ext cx="263713" cy="300015"/>
          </a:xfrm>
          <a:prstGeom prst="rect">
            <a:avLst/>
          </a:prstGeom>
          <a:noFill/>
          <a:ln>
            <a:noFill/>
          </a:ln>
        </p:spPr>
        <p:txBody>
          <a:bodyPr wrap="none" lIns="0" tIns="0" rIns="0" bIns="0" rtlCol="0" anchor="t"/>
          <a:lstStyle/>
          <a:p>
            <a:pPr algn="l" indent="0" marL="0">
              <a:lnSpc>
                <a:spcPct val="154000"/>
              </a:lnSpc>
              <a:buNone/>
            </a:pPr>
            <a:r>
              <a:rPr lang="en-US" sz="975" b="1" spc="156" kern="0" dirty="0">
                <a:solidFill>
                  <a:srgbClr val="4A5D3A"/>
                </a:solidFill>
                <a:latin typeface="Consolas" pitchFamily="34" charset="0"/>
                <a:ea typeface="Noto Sans JP" pitchFamily="34" charset="-122"/>
                <a:cs typeface="Consolas" pitchFamily="34" charset="-120"/>
              </a:rPr>
              <a:t>S08</a:t>
            </a:r>
            <a:endParaRPr lang="en-US" sz="975" b="1" spc="156" kern="0" dirty="0">
              <a:solidFill>
                <a:srgbClr val="4A5D3A"/>
              </a:solidFill>
              <a:latin typeface="Consolas" pitchFamily="34" charset="0"/>
              <a:ea typeface="Noto Sans JP" pitchFamily="34" charset="-122"/>
              <a:cs typeface="Consolas" pitchFamily="34" charset="-120"/>
            </a:endParaRPr>
          </a:p>
        </p:txBody>
      </p:sp>
      <p:sp>
        <p:nvSpPr>
          <p:cNvPr id="13" name="Text 11"/>
          <p:cNvSpPr/>
          <p:nvPr/>
        </p:nvSpPr>
        <p:spPr>
          <a:xfrm>
            <a:off x="1330543" y="438180"/>
            <a:ext cx="2080351" cy="314371"/>
          </a:xfrm>
          <a:prstGeom prst="rect">
            <a:avLst/>
          </a:prstGeom>
          <a:noFill/>
          <a:ln>
            <a:noFill/>
          </a:ln>
        </p:spPr>
        <p:txBody>
          <a:bodyPr wrap="none" lIns="0" tIns="0" rIns="0" bIns="0" rtlCol="0" anchor="t"/>
          <a:lstStyle/>
          <a:p>
            <a:pPr algn="l" indent="0" marL="0">
              <a:lnSpc>
                <a:spcPct val="150000"/>
              </a:lnSpc>
              <a:buNone/>
            </a:pPr>
            <a:r>
              <a:rPr lang="ja-JP" altLang="en-US" sz="1050" spc="126" kern="0" dirty="0">
                <a:solidFill>
                  <a:srgbClr val="33312A"/>
                </a:solidFill>
                <a:latin typeface="Noto Sans JP" pitchFamily="34" charset="0"/>
                <a:ea typeface="Noto Sans JP" pitchFamily="34" charset="-122"/>
                <a:cs typeface="Noto Sans JP" pitchFamily="34" charset="-120"/>
              </a:rPr>
              <a:t>本の外｜マーケティング近視眼</a:t>
            </a:r>
            <a:endParaRPr lang="ja-JP" altLang="en-US" sz="1050" spc="126" kern="0" dirty="0">
              <a:solidFill>
                <a:srgbClr val="33312A"/>
              </a:solidFill>
              <a:latin typeface="Noto Sans JP" pitchFamily="34" charset="0"/>
              <a:ea typeface="Noto Sans JP" pitchFamily="34" charset="-122"/>
              <a:cs typeface="Noto Sans JP" pitchFamily="34" charset="-120"/>
            </a:endParaRPr>
          </a:p>
        </p:txBody>
      </p:sp>
      <p:sp>
        <p:nvSpPr>
          <p:cNvPr id="14" name="Text 12"/>
          <p:cNvSpPr/>
          <p:nvPr/>
        </p:nvSpPr>
        <p:spPr>
          <a:xfrm>
            <a:off x="9483882" y="461955"/>
            <a:ext cx="1793778" cy="300015"/>
          </a:xfrm>
          <a:prstGeom prst="rect">
            <a:avLst/>
          </a:prstGeom>
          <a:noFill/>
          <a:ln>
            <a:noFill/>
          </a:ln>
        </p:spPr>
        <p:txBody>
          <a:bodyPr wrap="none" lIns="0" tIns="0" rIns="0" bIns="0" rtlCol="0" anchor="t"/>
          <a:lstStyle/>
          <a:p>
            <a:pPr algn="l" indent="0" marL="0">
              <a:lnSpc>
                <a:spcPct val="154000"/>
              </a:lnSpc>
              <a:buNone/>
            </a:pPr>
            <a:r>
              <a:rPr lang="en-US" sz="975" spc="137" kern="0" dirty="0">
                <a:solidFill>
                  <a:srgbClr val="6E6B60"/>
                </a:solidFill>
                <a:latin typeface="Consolas" pitchFamily="34" charset="0"/>
                <a:ea typeface="Noto Sans JP" pitchFamily="34" charset="-122"/>
                <a:cs typeface="Consolas" pitchFamily="34" charset="-120"/>
              </a:rPr>
              <a:t>THEODORE LEVITT, 1960</a:t>
            </a:r>
            <a:endParaRPr lang="en-US" sz="975" spc="137" kern="0" dirty="0">
              <a:solidFill>
                <a:srgbClr val="6E6B60"/>
              </a:solidFill>
              <a:latin typeface="Consolas" pitchFamily="34" charset="0"/>
              <a:ea typeface="Noto Sans JP" pitchFamily="34" charset="-122"/>
              <a:cs typeface="Consolas" pitchFamily="34" charset="-120"/>
            </a:endParaRPr>
          </a:p>
        </p:txBody>
      </p:sp>
      <p:sp>
        <p:nvSpPr>
          <p:cNvPr id="15" name="Shape 13"/>
          <p:cNvSpPr/>
          <p:nvPr/>
        </p:nvSpPr>
        <p:spPr>
          <a:xfrm>
            <a:off x="914400" y="800100"/>
            <a:ext cx="10363170" cy="9510"/>
          </a:xfrm>
          <a:prstGeom prst="rect">
            <a:avLst/>
          </a:prstGeom>
          <a:solidFill>
            <a:srgbClr val="C9C4B8"/>
          </a:solidFill>
          <a:ln>
            <a:noFill/>
          </a:ln>
        </p:spPr>
      </p:sp>
      <p:sp>
        <p:nvSpPr>
          <p:cNvPr id="16" name="Text 14"/>
          <p:cNvSpPr/>
          <p:nvPr/>
        </p:nvSpPr>
        <p:spPr>
          <a:xfrm>
            <a:off x="1000171" y="1181130"/>
            <a:ext cx="454365" cy="361920"/>
          </a:xfrm>
          <a:prstGeom prst="rect">
            <a:avLst/>
          </a:prstGeom>
          <a:noFill/>
          <a:ln>
            <a:noFill/>
          </a:ln>
        </p:spPr>
        <p:txBody>
          <a:bodyPr wrap="none" lIns="0" tIns="0" rIns="0" bIns="0" rtlCol="0" anchor="t"/>
          <a:lstStyle/>
          <a:p>
            <a:pPr algn="l" indent="0" marL="0">
              <a:lnSpc>
                <a:spcPct val="173000"/>
              </a:lnSpc>
              <a:buNone/>
            </a:pPr>
            <a:r>
              <a:rPr lang="ja-JP" altLang="en-US" sz="1125" spc="68" kern="0" dirty="0">
                <a:solidFill>
                  <a:srgbClr val="6E6B60"/>
                </a:solidFill>
                <a:latin typeface="Noto Sans JP" pitchFamily="34" charset="0"/>
                <a:ea typeface="Noto Sans JP" pitchFamily="34" charset="-122"/>
                <a:cs typeface="Noto Sans JP" pitchFamily="34" charset="-120"/>
              </a:rPr>
              <a:t>本の外</a:t>
            </a:r>
            <a:endParaRPr lang="ja-JP" altLang="en-US" sz="1125" spc="68" kern="0" dirty="0">
              <a:solidFill>
                <a:srgbClr val="6E6B60"/>
              </a:solidFill>
              <a:latin typeface="Noto Sans JP" pitchFamily="34" charset="0"/>
              <a:ea typeface="Noto Sans JP" pitchFamily="34" charset="-122"/>
              <a:cs typeface="Noto Sans JP" pitchFamily="34" charset="-120"/>
            </a:endParaRPr>
          </a:p>
        </p:txBody>
      </p:sp>
      <p:sp>
        <p:nvSpPr>
          <p:cNvPr id="17" name="Text 15"/>
          <p:cNvSpPr/>
          <p:nvPr/>
        </p:nvSpPr>
        <p:spPr>
          <a:xfrm>
            <a:off x="914400" y="1543050"/>
            <a:ext cx="1676370" cy="285750"/>
          </a:xfrm>
          <a:prstGeom prst="rect">
            <a:avLst/>
          </a:prstGeom>
          <a:noFill/>
          <a:ln>
            <a:noFill/>
          </a:ln>
        </p:spPr>
        <p:txBody>
          <a:bodyPr wrap="none" lIns="0" tIns="0" rIns="0" bIns="0" rtlCol="0" anchor="t"/>
          <a:lstStyle/>
          <a:p>
            <a:pPr algn="l" indent="0" marL="0">
              <a:lnSpc>
                <a:spcPct val="150000"/>
              </a:lnSpc>
              <a:buNone/>
            </a:pPr>
            <a:r>
              <a:rPr lang="ja-JP" altLang="en-US" sz="900" spc="108" kern="0" dirty="0">
                <a:solidFill>
                  <a:srgbClr val="6E6B60"/>
                </a:solidFill>
                <a:latin typeface="Consolas" pitchFamily="34" charset="0"/>
                <a:ea typeface="Noto Sans JP" pitchFamily="34" charset="-122"/>
                <a:cs typeface="Consolas" pitchFamily="34" charset="-120"/>
              </a:rPr>
              <a:t>セオドア・レビット</a:t>
            </a:r>
            <a:endParaRPr lang="ja-JP" altLang="en-US" sz="900" spc="108" kern="0" dirty="0">
              <a:solidFill>
                <a:srgbClr val="6E6B60"/>
              </a:solidFill>
              <a:latin typeface="Consolas" pitchFamily="34" charset="0"/>
              <a:ea typeface="Noto Sans JP" pitchFamily="34" charset="-122"/>
              <a:cs typeface="Consolas" pitchFamily="34" charset="-120"/>
            </a:endParaRPr>
          </a:p>
        </p:txBody>
      </p:sp>
      <p:sp>
        <p:nvSpPr>
          <p:cNvPr id="18" name="Text 16"/>
          <p:cNvSpPr/>
          <p:nvPr/>
        </p:nvSpPr>
        <p:spPr>
          <a:xfrm>
            <a:off x="914400" y="1800271"/>
            <a:ext cx="1771650" cy="571500"/>
          </a:xfrm>
          <a:prstGeom prst="rect">
            <a:avLst/>
          </a:prstGeom>
          <a:noFill/>
          <a:ln>
            <a:noFill/>
          </a:ln>
        </p:spPr>
        <p:txBody>
          <a:bodyPr wrap="square" lIns="0" tIns="0" rIns="0" bIns="0" rtlCol="0" anchor="t"/>
          <a:lstStyle/>
          <a:p>
            <a:pPr algn="l" indent="0" marL="0">
              <a:lnSpc>
                <a:spcPct val="150000"/>
              </a:lnSpc>
              <a:buNone/>
            </a:pPr>
            <a:r>
              <a:rPr lang="ja-JP" altLang="en-US" sz="1200" spc="48" kern="0" dirty="0">
                <a:solidFill>
                  <a:srgbClr val="33312A"/>
                </a:solidFill>
                <a:latin typeface="Noto Sans JP Medium" pitchFamily="34" charset="0"/>
                <a:ea typeface="Noto Sans JP Medium" pitchFamily="34" charset="-122"/>
                <a:cs typeface="Noto Sans JP Medium" pitchFamily="34" charset="-120"/>
              </a:rPr>
              <a:t>「マーケティング</a:t>
            </a:r>
            <a:endParaRPr lang="ja-JP" altLang="en-US" sz="1200" spc="48" kern="0" dirty="0">
              <a:solidFill>
                <a:srgbClr val="33312A"/>
              </a:solidFill>
              <a:latin typeface="Noto Sans JP Medium" pitchFamily="34" charset="0"/>
              <a:ea typeface="Noto Sans JP Medium" pitchFamily="34" charset="-122"/>
              <a:cs typeface="Noto Sans JP Medium" pitchFamily="34" charset="-120"/>
            </a:endParaRPr>
          </a:p>
          <a:p>
            <a:pPr algn="l" indent="0" marL="0">
              <a:lnSpc>
                <a:spcPct val="150000"/>
              </a:lnSpc>
              <a:buNone/>
            </a:pPr>
            <a:r>
              <a:rPr lang="ja-JP" altLang="en-US" sz="1200" spc="48" kern="0" dirty="0">
                <a:solidFill>
                  <a:srgbClr val="33312A"/>
                </a:solidFill>
                <a:latin typeface="Noto Sans JP Medium" pitchFamily="34" charset="0"/>
                <a:ea typeface="Noto Sans JP Medium" pitchFamily="34" charset="-122"/>
                <a:cs typeface="Noto Sans JP Medium" pitchFamily="34" charset="-120"/>
              </a:rPr>
              <a:t>近視眼」</a:t>
            </a:r>
            <a:endParaRPr lang="ja-JP" altLang="en-US" sz="1200" spc="48" kern="0" dirty="0">
              <a:solidFill>
                <a:srgbClr val="33312A"/>
              </a:solidFill>
              <a:latin typeface="Noto Sans JP Medium" pitchFamily="34" charset="0"/>
              <a:ea typeface="Noto Sans JP Medium" pitchFamily="34" charset="-122"/>
              <a:cs typeface="Noto Sans JP Medium" pitchFamily="34" charset="-120"/>
            </a:endParaRPr>
          </a:p>
        </p:txBody>
      </p:sp>
      <p:sp>
        <p:nvSpPr>
          <p:cNvPr id="19" name="Text 17"/>
          <p:cNvSpPr/>
          <p:nvPr/>
        </p:nvSpPr>
        <p:spPr>
          <a:xfrm>
            <a:off x="914400" y="2314621"/>
            <a:ext cx="1676370" cy="314371"/>
          </a:xfrm>
          <a:prstGeom prst="rect">
            <a:avLst/>
          </a:prstGeom>
          <a:noFill/>
          <a:ln>
            <a:noFill/>
          </a:ln>
        </p:spPr>
        <p:txBody>
          <a:bodyPr wrap="none" lIns="0" tIns="0" rIns="0" bIns="0" rtlCol="0" anchor="t"/>
          <a:lstStyle/>
          <a:p>
            <a:pPr algn="l" indent="0" marL="0">
              <a:lnSpc>
                <a:spcPct val="150000"/>
              </a:lnSpc>
              <a:buNone/>
            </a:pPr>
            <a:r>
              <a:rPr lang="en-US" sz="1050" spc="126" kern="0" dirty="0">
                <a:solidFill>
                  <a:srgbClr val="6E6B60"/>
                </a:solidFill>
                <a:latin typeface="Consolas" pitchFamily="34" charset="0"/>
                <a:ea typeface="Noto Sans JP" pitchFamily="34" charset="-122"/>
                <a:cs typeface="Consolas" pitchFamily="34" charset="-120"/>
              </a:rPr>
              <a:t>MARKETING MYOPIA</a:t>
            </a:r>
            <a:endParaRPr lang="en-US" sz="1050" spc="126" kern="0" dirty="0">
              <a:solidFill>
                <a:srgbClr val="6E6B60"/>
              </a:solidFill>
              <a:latin typeface="Consolas" pitchFamily="34" charset="0"/>
              <a:ea typeface="Noto Sans JP" pitchFamily="34" charset="-122"/>
              <a:cs typeface="Consolas" pitchFamily="34" charset="-120"/>
            </a:endParaRPr>
          </a:p>
        </p:txBody>
      </p:sp>
      <p:sp>
        <p:nvSpPr>
          <p:cNvPr id="20" name="Text 18"/>
          <p:cNvSpPr/>
          <p:nvPr/>
        </p:nvSpPr>
        <p:spPr>
          <a:xfrm>
            <a:off x="914400" y="2628900"/>
            <a:ext cx="1676370" cy="319949"/>
          </a:xfrm>
          <a:prstGeom prst="rect">
            <a:avLst/>
          </a:prstGeom>
          <a:noFill/>
          <a:ln>
            <a:noFill/>
          </a:ln>
        </p:spPr>
        <p:txBody>
          <a:bodyPr wrap="none" lIns="0" tIns="0" rIns="0" bIns="0" rtlCol="0" anchor="t"/>
          <a:lstStyle/>
          <a:p>
            <a:pPr algn="l" indent="0" marL="0">
              <a:lnSpc>
                <a:spcPct val="183000"/>
              </a:lnSpc>
              <a:buNone/>
            </a:pPr>
            <a:r>
              <a:rPr lang="ja-JP" altLang="en-US" sz="900" spc="90" kern="0" dirty="0">
                <a:solidFill>
                  <a:srgbClr val="6E6B60"/>
                </a:solidFill>
                <a:latin typeface="Consolas" pitchFamily="34" charset="0"/>
                <a:ea typeface="Noto Sans JP" pitchFamily="34" charset="-122"/>
                <a:cs typeface="Consolas" pitchFamily="34" charset="-120"/>
              </a:rPr>
              <a:t>論文 ／ 1960</a:t>
            </a:r>
            <a:endParaRPr lang="ja-JP" altLang="en-US" sz="900" spc="90" kern="0" dirty="0">
              <a:solidFill>
                <a:srgbClr val="6E6B60"/>
              </a:solidFill>
              <a:latin typeface="Consolas" pitchFamily="34" charset="0"/>
              <a:ea typeface="Noto Sans JP" pitchFamily="34" charset="-122"/>
              <a:cs typeface="Consolas" pitchFamily="34" charset="-120"/>
            </a:endParaRPr>
          </a:p>
        </p:txBody>
      </p:sp>
      <p:sp>
        <p:nvSpPr>
          <p:cNvPr id="21" name="Text 19"/>
          <p:cNvSpPr/>
          <p:nvPr/>
        </p:nvSpPr>
        <p:spPr>
          <a:xfrm>
            <a:off x="2971800" y="1181130"/>
            <a:ext cx="5076840" cy="1245687"/>
          </a:xfrm>
          <a:prstGeom prst="rect">
            <a:avLst/>
          </a:prstGeom>
          <a:noFill/>
          <a:ln>
            <a:noFill/>
          </a:ln>
        </p:spPr>
        <p:txBody>
          <a:bodyPr wrap="square" lIns="0" tIns="0" rIns="0" bIns="0" rtlCol="0" anchor="t"/>
          <a:lstStyle/>
          <a:p>
            <a:pPr algn="l" indent="0" marL="0">
              <a:lnSpc>
                <a:spcPct val="182000"/>
              </a:lnSpc>
              <a:buNone/>
            </a:pPr>
            <a:r>
              <a:rPr lang="ja-JP" altLang="en-US" sz="1650" dirty="0">
                <a:solidFill>
                  <a:srgbClr val="33312A"/>
                </a:solidFill>
                <a:latin typeface="Noto Sans JP" pitchFamily="34" charset="0"/>
                <a:ea typeface="Noto Sans JP" pitchFamily="34" charset="-122"/>
                <a:cs typeface="Noto Sans JP" pitchFamily="34" charset="-120"/>
              </a:rPr>
              <a:t>アメリカの鉄道会社は衰退した。</a:t>
            </a:r>
            <a:endParaRPr lang="ja-JP" altLang="en-US" sz="1650" dirty="0">
              <a:solidFill>
                <a:srgbClr val="33312A"/>
              </a:solidFill>
              <a:latin typeface="Noto Sans JP" pitchFamily="34" charset="0"/>
              <a:ea typeface="Noto Sans JP" pitchFamily="34" charset="-122"/>
              <a:cs typeface="Noto Sans JP" pitchFamily="34" charset="-120"/>
            </a:endParaRPr>
          </a:p>
          <a:p>
            <a:pPr algn="l" indent="0" marL="0">
              <a:lnSpc>
                <a:spcPct val="182000"/>
              </a:lnSpc>
              <a:buNone/>
            </a:pPr>
            <a:r>
              <a:rPr lang="ja-JP" altLang="en-US" sz="1650" dirty="0">
                <a:solidFill>
                  <a:srgbClr val="33312A"/>
                </a:solidFill>
                <a:latin typeface="Noto Sans JP" pitchFamily="34" charset="0"/>
                <a:ea typeface="Noto Sans JP" pitchFamily="34" charset="-122"/>
                <a:cs typeface="Noto Sans JP" pitchFamily="34" charset="-120"/>
              </a:rPr>
              <a:t>自動車や飛行機が現れたからではない。</a:t>
            </a:r>
            <a:endParaRPr lang="ja-JP" altLang="en-US" sz="1650" dirty="0">
              <a:solidFill>
                <a:srgbClr val="33312A"/>
              </a:solidFill>
              <a:latin typeface="Noto Sans JP" pitchFamily="34" charset="0"/>
              <a:ea typeface="Noto Sans JP" pitchFamily="34" charset="-122"/>
              <a:cs typeface="Noto Sans JP" pitchFamily="34" charset="-120"/>
            </a:endParaRPr>
          </a:p>
          <a:p>
            <a:pPr algn="l" indent="0" marL="0">
              <a:lnSpc>
                <a:spcPct val="182000"/>
              </a:lnSpc>
              <a:buNone/>
            </a:pPr>
            <a:r>
              <a:rPr lang="ja-JP" altLang="en-US" sz="1650" dirty="0">
                <a:solidFill>
                  <a:srgbClr val="33312A"/>
                </a:solidFill>
                <a:latin typeface="Noto Sans JP" pitchFamily="34" charset="0"/>
                <a:ea typeface="Noto Sans JP" pitchFamily="34" charset="-122"/>
                <a:cs typeface="Noto Sans JP" pitchFamily="34" charset="-120"/>
              </a:rPr>
              <a:t>自分たちを「鉄道業」だと定義していたから。</a:t>
            </a:r>
            <a:endParaRPr lang="ja-JP" altLang="en-US" sz="1650" dirty="0">
              <a:solidFill>
                <a:srgbClr val="33312A"/>
              </a:solidFill>
              <a:latin typeface="Noto Sans JP" pitchFamily="34" charset="0"/>
              <a:ea typeface="Noto Sans JP" pitchFamily="34" charset="-122"/>
              <a:cs typeface="Noto Sans JP" pitchFamily="34" charset="-120"/>
            </a:endParaRPr>
          </a:p>
        </p:txBody>
      </p:sp>
      <p:sp>
        <p:nvSpPr>
          <p:cNvPr id="22" name="Text 20"/>
          <p:cNvSpPr/>
          <p:nvPr/>
        </p:nvSpPr>
        <p:spPr>
          <a:xfrm>
            <a:off x="8305770" y="1866930"/>
            <a:ext cx="1219170" cy="647670"/>
          </a:xfrm>
          <a:prstGeom prst="rect">
            <a:avLst/>
          </a:prstGeom>
          <a:noFill/>
          <a:ln>
            <a:noFill/>
          </a:ln>
        </p:spPr>
        <p:txBody>
          <a:bodyPr wrap="none" lIns="0" tIns="0" rIns="0" bIns="0" rtlCol="0" anchor="t"/>
          <a:lstStyle/>
          <a:p>
            <a:pPr algn="ctr" indent="0" marL="0">
              <a:lnSpc>
                <a:spcPct val="373000"/>
              </a:lnSpc>
              <a:buNone/>
            </a:pPr>
            <a:r>
              <a:rPr lang="ja-JP" altLang="en-US" sz="1125" spc="45" kern="0" dirty="0">
                <a:solidFill>
                  <a:srgbClr val="33312A"/>
                </a:solidFill>
                <a:latin typeface="Noto Sans JP" pitchFamily="34" charset="0"/>
                <a:ea typeface="Noto Sans JP" pitchFamily="34" charset="-122"/>
                <a:cs typeface="Noto Sans JP" pitchFamily="34" charset="-120"/>
              </a:rPr>
              <a:t>鉄道業</a:t>
            </a:r>
            <a:endParaRPr lang="ja-JP" altLang="en-US" sz="1125" spc="45" kern="0" dirty="0">
              <a:solidFill>
                <a:srgbClr val="33312A"/>
              </a:solidFill>
              <a:latin typeface="Noto Sans JP" pitchFamily="34" charset="0"/>
              <a:ea typeface="Noto Sans JP" pitchFamily="34" charset="-122"/>
              <a:cs typeface="Noto Sans JP" pitchFamily="34" charset="-120"/>
            </a:endParaRPr>
          </a:p>
        </p:txBody>
      </p:sp>
      <p:sp>
        <p:nvSpPr>
          <p:cNvPr id="23" name="Shape 21"/>
          <p:cNvSpPr/>
          <p:nvPr/>
        </p:nvSpPr>
        <p:spPr>
          <a:xfrm>
            <a:off x="914400" y="3352830"/>
            <a:ext cx="10363170" cy="9510"/>
          </a:xfrm>
          <a:prstGeom prst="rect">
            <a:avLst/>
          </a:prstGeom>
          <a:solidFill>
            <a:srgbClr val="C9C4B8"/>
          </a:solidFill>
          <a:ln>
            <a:noFill/>
          </a:ln>
        </p:spPr>
      </p:sp>
      <p:sp>
        <p:nvSpPr>
          <p:cNvPr id="24" name="Shape 22"/>
          <p:cNvSpPr/>
          <p:nvPr/>
        </p:nvSpPr>
        <p:spPr>
          <a:xfrm>
            <a:off x="10858500" y="3343321"/>
            <a:ext cx="419070" cy="28621"/>
          </a:xfrm>
          <a:prstGeom prst="rect">
            <a:avLst/>
          </a:prstGeom>
          <a:solidFill>
            <a:srgbClr val="4A5D3A"/>
          </a:solidFill>
          <a:ln>
            <a:noFill/>
          </a:ln>
        </p:spPr>
      </p:sp>
      <p:sp>
        <p:nvSpPr>
          <p:cNvPr id="25" name="Text 23"/>
          <p:cNvSpPr/>
          <p:nvPr/>
        </p:nvSpPr>
        <p:spPr>
          <a:xfrm>
            <a:off x="914400" y="3810030"/>
            <a:ext cx="10363170" cy="448970"/>
          </a:xfrm>
          <a:prstGeom prst="rect">
            <a:avLst/>
          </a:prstGeom>
          <a:noFill/>
          <a:ln>
            <a:noFill/>
          </a:ln>
        </p:spPr>
        <p:txBody>
          <a:bodyPr wrap="none" lIns="0" tIns="0" rIns="0" bIns="0" rtlCol="0" anchor="t"/>
          <a:lstStyle/>
          <a:p>
            <a:pPr algn="r" indent="0" marL="0">
              <a:lnSpc>
                <a:spcPct val="184000"/>
              </a:lnSpc>
              <a:buNone/>
            </a:pPr>
            <a:r>
              <a:rPr lang="ja-JP" altLang="en-US" sz="1425" spc="43" kern="0" dirty="0">
                <a:solidFill>
                  <a:srgbClr val="5C5A50"/>
                </a:solidFill>
                <a:latin typeface="Noto Sans JP" pitchFamily="34" charset="0"/>
                <a:ea typeface="Noto Sans JP" pitchFamily="34" charset="-122"/>
                <a:cs typeface="Noto Sans JP" pitchFamily="34" charset="-120"/>
              </a:rPr>
              <a:t>ただし、定義を広げるだけなら危険。</a:t>
            </a:r>
            <a:endParaRPr lang="ja-JP" altLang="en-US" sz="1425" spc="43" kern="0" dirty="0">
              <a:solidFill>
                <a:srgbClr val="5C5A50"/>
              </a:solidFill>
              <a:latin typeface="Noto Sans JP" pitchFamily="34" charset="0"/>
              <a:ea typeface="Noto Sans JP" pitchFamily="34" charset="-122"/>
              <a:cs typeface="Noto Sans JP" pitchFamily="34" charset="-120"/>
            </a:endParaRPr>
          </a:p>
        </p:txBody>
      </p:sp>
      <p:sp>
        <p:nvSpPr>
          <p:cNvPr id="26" name="Text 24"/>
          <p:cNvSpPr/>
          <p:nvPr/>
        </p:nvSpPr>
        <p:spPr>
          <a:xfrm>
            <a:off x="914400" y="4144701"/>
            <a:ext cx="10363170" cy="448970"/>
          </a:xfrm>
          <a:prstGeom prst="rect">
            <a:avLst/>
          </a:prstGeom>
          <a:noFill/>
          <a:ln>
            <a:noFill/>
          </a:ln>
        </p:spPr>
        <p:txBody>
          <a:bodyPr wrap="none" lIns="0" tIns="0" rIns="0" bIns="0" rtlCol="0" anchor="t"/>
          <a:lstStyle/>
          <a:p>
            <a:pPr algn="r" indent="0" marL="0">
              <a:lnSpc>
                <a:spcPct val="184000"/>
              </a:lnSpc>
              <a:buNone/>
            </a:pPr>
            <a:r>
              <a:rPr lang="ja-JP" altLang="en-US" sz="1425" spc="43" kern="0" dirty="0">
                <a:solidFill>
                  <a:srgbClr val="5C5A50"/>
                </a:solidFill>
                <a:latin typeface="Noto Sans JP" pitchFamily="34" charset="0"/>
                <a:ea typeface="Noto Sans JP" pitchFamily="34" charset="-122"/>
                <a:cs typeface="Noto Sans JP" pitchFamily="34" charset="-120"/>
              </a:rPr>
              <a:t>「うちは輸送業だ」と航空会社を買っていたら、もっと早く潰れていたかもしれない。</a:t>
            </a:r>
            <a:endParaRPr lang="ja-JP" altLang="en-US" sz="1425" spc="43" kern="0" dirty="0">
              <a:solidFill>
                <a:srgbClr val="5C5A50"/>
              </a:solidFill>
              <a:latin typeface="Noto Sans JP" pitchFamily="34" charset="0"/>
              <a:ea typeface="Noto Sans JP" pitchFamily="34" charset="-122"/>
              <a:cs typeface="Noto Sans JP" pitchFamily="34" charset="-120"/>
            </a:endParaRPr>
          </a:p>
        </p:txBody>
      </p:sp>
      <p:sp>
        <p:nvSpPr>
          <p:cNvPr id="27" name="Text 25"/>
          <p:cNvSpPr/>
          <p:nvPr/>
        </p:nvSpPr>
        <p:spPr>
          <a:xfrm>
            <a:off x="8229600" y="1276320"/>
            <a:ext cx="445861" cy="342900"/>
          </a:xfrm>
          <a:prstGeom prst="rect">
            <a:avLst/>
          </a:prstGeom>
          <a:noFill/>
          <a:ln>
            <a:noFill/>
          </a:ln>
        </p:spPr>
        <p:txBody>
          <a:bodyPr wrap="none" lIns="0" tIns="0" rIns="0" bIns="0" rtlCol="0" anchor="t"/>
          <a:lstStyle/>
          <a:p>
            <a:pPr algn="l" indent="0" marL="0">
              <a:lnSpc>
                <a:spcPct val="160000"/>
              </a:lnSpc>
              <a:buNone/>
            </a:pPr>
            <a:r>
              <a:rPr lang="ja-JP" altLang="en-US" sz="1125" spc="45" kern="0" dirty="0">
                <a:solidFill>
                  <a:srgbClr val="5C5A50"/>
                </a:solidFill>
                <a:latin typeface="Noto Sans JP" pitchFamily="34" charset="0"/>
                <a:ea typeface="Noto Sans JP" pitchFamily="34" charset="-122"/>
                <a:cs typeface="Noto Sans JP" pitchFamily="34" charset="-120"/>
              </a:rPr>
              <a:t>輸送業</a:t>
            </a:r>
            <a:endParaRPr lang="ja-JP" altLang="en-US" sz="1125" spc="45" kern="0" dirty="0">
              <a:solidFill>
                <a:srgbClr val="5C5A50"/>
              </a:solidFill>
              <a:latin typeface="Noto Sans JP" pitchFamily="34" charset="0"/>
              <a:ea typeface="Noto Sans JP" pitchFamily="34" charset="-122"/>
              <a:cs typeface="Noto Sans JP" pitchFamily="34" charset="-120"/>
            </a:endParaRPr>
          </a:p>
        </p:txBody>
      </p:sp>
      <p:sp>
        <p:nvSpPr>
          <p:cNvPr id="28" name="Text 26"/>
          <p:cNvSpPr/>
          <p:nvPr/>
        </p:nvSpPr>
        <p:spPr>
          <a:xfrm>
            <a:off x="9753630" y="1866930"/>
            <a:ext cx="1295430" cy="647670"/>
          </a:xfrm>
          <a:prstGeom prst="rect">
            <a:avLst/>
          </a:prstGeom>
          <a:noFill/>
          <a:ln>
            <a:noFill/>
          </a:ln>
        </p:spPr>
        <p:txBody>
          <a:bodyPr wrap="none" lIns="0" tIns="0" rIns="0" bIns="0" rtlCol="0" anchor="t"/>
          <a:lstStyle/>
          <a:p>
            <a:pPr algn="ctr" indent="0" marL="0">
              <a:lnSpc>
                <a:spcPct val="373000"/>
              </a:lnSpc>
              <a:buNone/>
            </a:pPr>
            <a:r>
              <a:rPr lang="ja-JP" altLang="en-US" sz="1125" spc="45" kern="0" dirty="0">
                <a:solidFill>
                  <a:srgbClr val="5C5A50"/>
                </a:solidFill>
                <a:latin typeface="Noto Sans JP" pitchFamily="34" charset="0"/>
                <a:ea typeface="Noto Sans JP" pitchFamily="34" charset="-122"/>
                <a:cs typeface="Noto Sans JP" pitchFamily="34" charset="-120"/>
              </a:rPr>
              <a:t>航空会社</a:t>
            </a:r>
            <a:endParaRPr lang="ja-JP" altLang="en-US" sz="1125" spc="45" kern="0" dirty="0">
              <a:solidFill>
                <a:srgbClr val="5C5A50"/>
              </a:solidFill>
              <a:latin typeface="Noto Sans JP" pitchFamily="34" charset="0"/>
              <a:ea typeface="Noto Sans JP" pitchFamily="34" charset="-122"/>
              <a:cs typeface="Noto Sans JP" pitchFamily="34" charset="-120"/>
            </a:endParaRPr>
          </a:p>
        </p:txBody>
      </p:sp>
      <p:sp>
        <p:nvSpPr>
          <p:cNvPr id="29" name="Text 27"/>
          <p:cNvSpPr/>
          <p:nvPr/>
        </p:nvSpPr>
        <p:spPr>
          <a:xfrm>
            <a:off x="914400" y="5143500"/>
            <a:ext cx="10363170" cy="666780"/>
          </a:xfrm>
          <a:prstGeom prst="rect">
            <a:avLst/>
          </a:prstGeom>
          <a:noFill/>
          <a:ln>
            <a:noFill/>
          </a:ln>
        </p:spPr>
        <p:txBody>
          <a:bodyPr wrap="none" lIns="0" tIns="0" rIns="0" bIns="0" rtlCol="0" anchor="t"/>
          <a:lstStyle/>
          <a:p>
            <a:pPr algn="r" indent="0" marL="0">
              <a:lnSpc>
                <a:spcPct val="145000"/>
              </a:lnSpc>
              <a:buNone/>
            </a:pPr>
            <a:r>
              <a:rPr lang="ja-JP" altLang="en-US" sz="3000" spc="60" kern="0" dirty="0">
                <a:solidFill>
                  <a:srgbClr val="1B1A16"/>
                </a:solidFill>
                <a:latin typeface="Noto Serif JP Medium" pitchFamily="34" charset="0"/>
                <a:ea typeface="Noto Serif JP Medium" pitchFamily="34" charset="-122"/>
                <a:cs typeface="Noto Serif JP Medium" pitchFamily="34" charset="-120"/>
              </a:rPr>
              <a:t>定義を広げることと、</a:t>
            </a:r>
            <a:r>
              <a:rPr lang="ja-JP" altLang="en-US" sz="3000" spc="60" kern="0" dirty="0">
                <a:solidFill>
                  <a:srgbClr val="4A5D3A"/>
                </a:solidFill>
                <a:latin typeface="Noto Serif JP SemiBold" pitchFamily="34" charset="0"/>
                <a:ea typeface="Noto Serif JP SemiBold" pitchFamily="34" charset="-122"/>
                <a:cs typeface="Noto Serif JP SemiBold" pitchFamily="34" charset="-120"/>
              </a:rPr>
              <a:t>棚</a:t>
            </a:r>
            <a:r>
              <a:rPr lang="ja-JP" altLang="en-US" sz="3000" spc="60" kern="0" dirty="0">
                <a:solidFill>
                  <a:srgbClr val="1B1A16"/>
                </a:solidFill>
                <a:latin typeface="Noto Serif JP Medium" pitchFamily="34" charset="0"/>
                <a:ea typeface="Noto Serif JP Medium" pitchFamily="34" charset="-122"/>
                <a:cs typeface="Noto Serif JP Medium" pitchFamily="34" charset="-120"/>
              </a:rPr>
              <a:t>を選ぶことは、</a:t>
            </a:r>
            <a:r>
              <a:rPr lang="ja-JP" altLang="en-US" sz="3000" spc="60" kern="0" dirty="0">
                <a:solidFill>
                  <a:srgbClr val="4A5D3A"/>
                </a:solidFill>
                <a:latin typeface="Noto Serif JP SemiBold" pitchFamily="34" charset="0"/>
                <a:ea typeface="Noto Serif JP SemiBold" pitchFamily="34" charset="-122"/>
                <a:cs typeface="Noto Serif JP SemiBold" pitchFamily="34" charset="-120"/>
              </a:rPr>
              <a:t>別のこと</a:t>
            </a:r>
            <a:r>
              <a:rPr lang="ja-JP" altLang="en-US" sz="3000" spc="60" kern="0" dirty="0">
                <a:solidFill>
                  <a:srgbClr val="1B1A16"/>
                </a:solidFill>
                <a:latin typeface="Noto Serif JP Medium" pitchFamily="34" charset="0"/>
                <a:ea typeface="Noto Serif JP Medium" pitchFamily="34" charset="-122"/>
                <a:cs typeface="Noto Serif JP Medium" pitchFamily="34" charset="-120"/>
              </a:rPr>
              <a:t>。</a:t>
            </a:r>
            <a:endParaRPr lang="ja-JP" altLang="en-US" sz="3000" spc="60" kern="0" dirty="0">
              <a:solidFill>
                <a:srgbClr val="1B1A16"/>
              </a:solidFill>
              <a:latin typeface="Noto Serif JP Medium" pitchFamily="34" charset="0"/>
              <a:ea typeface="Noto Serif JP Medium" pitchFamily="34" charset="-122"/>
              <a:cs typeface="Noto Serif JP Medium" pitchFamily="34" charset="-120"/>
            </a:endParaRPr>
          </a:p>
        </p:txBody>
      </p:sp>
      <p:sp>
        <p:nvSpPr>
          <p:cNvPr id="30" name="Text 28"/>
          <p:cNvSpPr/>
          <p:nvPr/>
        </p:nvSpPr>
        <p:spPr>
          <a:xfrm>
            <a:off x="914400" y="5772150"/>
            <a:ext cx="7519203" cy="666780"/>
          </a:xfrm>
          <a:prstGeom prst="rect">
            <a:avLst/>
          </a:prstGeom>
          <a:noFill/>
          <a:ln>
            <a:noFill/>
          </a:ln>
        </p:spPr>
        <p:txBody>
          <a:bodyPr wrap="square" lIns="0" tIns="0" rIns="0" bIns="0" rtlCol="0" anchor="t"/>
          <a:lstStyle/>
          <a:p>
            <a:pPr algn="l" indent="0" marL="0">
              <a:lnSpc>
                <a:spcPct val="173000"/>
              </a:lnSpc>
              <a:buNone/>
            </a:pPr>
            <a:r>
              <a:rPr lang="en-US" sz="975" dirty="0">
                <a:solidFill>
                  <a:srgbClr val="6E6B60"/>
                </a:solidFill>
                <a:latin typeface="Consolas" pitchFamily="34" charset="0"/>
                <a:ea typeface="Noto Sans JP" pitchFamily="34" charset="-122"/>
                <a:cs typeface="Consolas" pitchFamily="34" charset="-120"/>
              </a:rPr>
              <a:t>HARVARD BUSINESS REVIEW, JULY–AUGUST 1960, PP.45–56</a:t>
            </a:r>
            <a:endParaRPr lang="en-US" sz="975" dirty="0">
              <a:solidFill>
                <a:srgbClr val="6E6B60"/>
              </a:solidFill>
              <a:latin typeface="Consolas" pitchFamily="34" charset="0"/>
              <a:ea typeface="Noto Sans JP" pitchFamily="34" charset="-122"/>
              <a:cs typeface="Consolas" pitchFamily="34" charset="-120"/>
            </a:endParaRPr>
          </a:p>
          <a:p>
            <a:pPr algn="l" indent="0" marL="0">
              <a:lnSpc>
                <a:spcPct val="173000"/>
              </a:lnSpc>
              <a:buNone/>
            </a:pPr>
            <a:r>
              <a:rPr lang="ja-JP" altLang="en-US" sz="1125" dirty="0">
                <a:solidFill>
                  <a:srgbClr val="5C5A50"/>
                </a:solidFill>
                <a:latin typeface="Noto Sans JP" pitchFamily="34" charset="0"/>
                <a:ea typeface="Noto Sans JP" pitchFamily="34" charset="-122"/>
                <a:cs typeface="Noto Sans JP" pitchFamily="34" charset="-120"/>
              </a:rPr>
              <a:t>ホルトの本では、任天堂は説明できない。変えたのは物語ではなく</a:t>
            </a:r>
            <a:r>
              <a:rPr lang="ja-JP" altLang="en-US" sz="1125" b="1" dirty="0">
                <a:solidFill>
                  <a:srgbClr val="4A5D3A"/>
                </a:solidFill>
                <a:latin typeface="Noto Sans JP" pitchFamily="34" charset="0"/>
                <a:ea typeface="Noto Sans JP" pitchFamily="34" charset="-122"/>
                <a:cs typeface="Noto Sans JP" pitchFamily="34" charset="-120"/>
              </a:rPr>
              <a:t>棚</a:t>
            </a:r>
            <a:r>
              <a:rPr lang="ja-JP" altLang="en-US" sz="1125" dirty="0">
                <a:solidFill>
                  <a:srgbClr val="5C5A50"/>
                </a:solidFill>
                <a:latin typeface="Noto Sans JP" pitchFamily="34" charset="0"/>
                <a:ea typeface="Noto Sans JP" pitchFamily="34" charset="-122"/>
                <a:cs typeface="Noto Sans JP" pitchFamily="34" charset="-120"/>
              </a:rPr>
              <a:t>だったので、ここだけ古い理論を借りる。</a:t>
            </a:r>
            <a:endParaRPr lang="ja-JP" altLang="en-US" sz="1125" dirty="0">
              <a:solidFill>
                <a:srgbClr val="5C5A50"/>
              </a:solidFill>
              <a:latin typeface="Noto Sans JP" pitchFamily="34" charset="0"/>
              <a:ea typeface="Noto Sans JP" pitchFamily="34" charset="-122"/>
              <a:cs typeface="Noto Sans JP" pitchFamily="34" charset="-120"/>
            </a:endParaRPr>
          </a:p>
        </p:txBody>
      </p:sp>
      <p:sp>
        <p:nvSpPr>
          <p:cNvPr id="31" name="Shape 29"/>
          <p:cNvSpPr/>
          <p:nvPr/>
        </p:nvSpPr>
        <p:spPr>
          <a:xfrm>
            <a:off x="914400" y="790590"/>
            <a:ext cx="533370" cy="28621"/>
          </a:xfrm>
          <a:prstGeom prst="rect">
            <a:avLst/>
          </a:prstGeom>
          <a:solidFill>
            <a:srgbClr val="4A5D3A"/>
          </a:solidFill>
          <a:ln>
            <a:noFill/>
          </a:ln>
        </p:spPr>
      </p:sp>
      <p:sp>
        <p:nvSpPr>
          <p:cNvPr id="32" name="Text 30"/>
          <p:cNvSpPr/>
          <p:nvPr/>
        </p:nvSpPr>
        <p:spPr>
          <a:xfrm>
            <a:off x="8420070" y="6362670"/>
            <a:ext cx="2857500" cy="209580"/>
          </a:xfrm>
          <a:prstGeom prst="rect">
            <a:avLst/>
          </a:prstGeom>
          <a:noFill/>
          <a:ln>
            <a:noFill/>
          </a:ln>
        </p:spPr>
        <p:txBody>
          <a:bodyPr wrap="square" lIns="0" tIns="0" rIns="0" bIns="0" rtlCol="0" anchor="t"/>
          <a:lstStyle/>
          <a:p>
            <a:pPr algn="r" indent="0" marL="0">
              <a:buNone/>
            </a:pPr>
            <a:r>
              <a:rPr lang="en-US" sz="975" spc="160" kern="0" dirty="0">
                <a:solidFill>
                  <a:srgbClr val="6E6B60"/>
                </a:solidFill>
                <a:latin typeface="Consolas" pitchFamily="34" charset="0"/>
                <a:ea typeface="Noto Sans JP" pitchFamily="34" charset="-122"/>
                <a:cs typeface="Consolas" pitchFamily="34" charset="-120"/>
              </a:rPr>
              <a:t>08 / 23</a:t>
            </a:r>
            <a:endParaRPr lang="en-US" sz="975" spc="160" kern="0" dirty="0">
              <a:solidFill>
                <a:srgbClr val="6E6B60"/>
              </a:solidFill>
              <a:latin typeface="Consolas" pitchFamily="34" charset="0"/>
              <a:ea typeface="Noto Sans JP" pitchFamily="34" charset="-122"/>
              <a:cs typeface="Consolas" pitchFamily="34" charset="-12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3581430" y="5219670"/>
            <a:ext cx="619140" cy="247620"/>
          </a:xfrm>
          <a:custGeom>
            <a:avLst/>
            <a:gdLst/>
            <a:ahLst/>
            <a:cxnLst/>
            <a:rect l="l" t="t" r="r" b="b"/>
            <a:pathLst>
              <a:path w="619140" h="247620">
                <a:moveTo>
                  <a:pt x="0" y="0"/>
                </a:moveTo>
                <a:lnTo>
                  <a:pt x="619140" y="0"/>
                </a:lnTo>
                <a:lnTo>
                  <a:pt x="619140" y="247620"/>
                </a:lnTo>
                <a:lnTo>
                  <a:pt x="0" y="247620"/>
                </a:lnTo>
                <a:close/>
              </a:path>
            </a:pathLst>
          </a:custGeom>
          <a:noFill/>
          <a:ln w="14288">
            <a:solidFill>
              <a:srgbClr val="6E6B60"/>
            </a:solidFill>
            <a:prstDash val="dash"/>
          </a:ln>
        </p:spPr>
      </p:sp>
      <p:sp>
        <p:nvSpPr>
          <p:cNvPr id="3" name="Shape 1"/>
          <p:cNvSpPr/>
          <p:nvPr/>
        </p:nvSpPr>
        <p:spPr>
          <a:xfrm>
            <a:off x="3581430" y="5543550"/>
            <a:ext cx="2247870" cy="76170"/>
          </a:xfrm>
          <a:custGeom>
            <a:avLst/>
            <a:gdLst/>
            <a:ahLst/>
            <a:cxnLst/>
            <a:rect l="l" t="t" r="r" b="b"/>
            <a:pathLst>
              <a:path w="2247870" h="76170">
                <a:moveTo>
                  <a:pt x="0" y="76170"/>
                </a:moveTo>
                <a:lnTo>
                  <a:pt x="0" y="0"/>
                </a:lnTo>
                <a:lnTo>
                  <a:pt x="76170" y="0"/>
                </a:lnTo>
                <a:lnTo>
                  <a:pt x="228600" y="0"/>
                </a:lnTo>
                <a:lnTo>
                  <a:pt x="371521" y="0"/>
                </a:lnTo>
                <a:lnTo>
                  <a:pt x="523860" y="0"/>
                </a:lnTo>
                <a:lnTo>
                  <a:pt x="676290" y="0"/>
                </a:lnTo>
                <a:lnTo>
                  <a:pt x="828721" y="0"/>
                </a:lnTo>
                <a:lnTo>
                  <a:pt x="971550" y="0"/>
                </a:lnTo>
                <a:lnTo>
                  <a:pt x="1123980" y="0"/>
                </a:lnTo>
                <a:lnTo>
                  <a:pt x="1276320" y="0"/>
                </a:lnTo>
                <a:lnTo>
                  <a:pt x="1428750" y="0"/>
                </a:lnTo>
                <a:lnTo>
                  <a:pt x="1571671" y="0"/>
                </a:lnTo>
                <a:lnTo>
                  <a:pt x="1724010" y="0"/>
                </a:lnTo>
                <a:lnTo>
                  <a:pt x="1876440" y="0"/>
                </a:lnTo>
                <a:lnTo>
                  <a:pt x="2028871" y="0"/>
                </a:lnTo>
                <a:lnTo>
                  <a:pt x="2171700" y="0"/>
                </a:lnTo>
                <a:lnTo>
                  <a:pt x="2247870" y="0"/>
                </a:lnTo>
                <a:lnTo>
                  <a:pt x="2247870" y="76170"/>
                </a:lnTo>
              </a:path>
            </a:pathLst>
          </a:custGeom>
          <a:noFill/>
          <a:ln w="14288">
            <a:solidFill>
              <a:srgbClr val="6E6B60"/>
            </a:solidFill>
            <a:prstDash val="dash"/>
          </a:ln>
        </p:spPr>
      </p:sp>
      <p:sp>
        <p:nvSpPr>
          <p:cNvPr id="4" name="Shape 2"/>
          <p:cNvSpPr/>
          <p:nvPr/>
        </p:nvSpPr>
        <p:spPr>
          <a:xfrm>
            <a:off x="6153180" y="5219670"/>
            <a:ext cx="704820" cy="247620"/>
          </a:xfrm>
          <a:custGeom>
            <a:avLst/>
            <a:gdLst/>
            <a:ahLst/>
            <a:cxnLst/>
            <a:rect l="l" t="t" r="r" b="b"/>
            <a:pathLst>
              <a:path w="704820" h="247620">
                <a:moveTo>
                  <a:pt x="0" y="0"/>
                </a:moveTo>
                <a:lnTo>
                  <a:pt x="704820" y="0"/>
                </a:lnTo>
                <a:lnTo>
                  <a:pt x="704820" y="247620"/>
                </a:lnTo>
                <a:lnTo>
                  <a:pt x="0" y="247620"/>
                </a:lnTo>
                <a:close/>
              </a:path>
            </a:pathLst>
          </a:custGeom>
          <a:noFill/>
          <a:ln w="14288">
            <a:solidFill>
              <a:srgbClr val="4A5D3A"/>
            </a:solidFill>
            <a:prstDash val="solid"/>
          </a:ln>
        </p:spPr>
      </p:sp>
      <p:sp>
        <p:nvSpPr>
          <p:cNvPr id="5" name="Shape 3"/>
          <p:cNvSpPr/>
          <p:nvPr/>
        </p:nvSpPr>
        <p:spPr>
          <a:xfrm>
            <a:off x="6248370" y="5276820"/>
            <a:ext cx="95280" cy="133320"/>
          </a:xfrm>
          <a:custGeom>
            <a:avLst/>
            <a:gdLst/>
            <a:ahLst/>
            <a:cxnLst/>
            <a:rect l="l" t="t" r="r" b="b"/>
            <a:pathLst>
              <a:path w="95280" h="133320">
                <a:moveTo>
                  <a:pt x="0" y="0"/>
                </a:moveTo>
                <a:lnTo>
                  <a:pt x="95280" y="0"/>
                </a:lnTo>
                <a:lnTo>
                  <a:pt x="95280" y="133320"/>
                </a:lnTo>
                <a:lnTo>
                  <a:pt x="0" y="133320"/>
                </a:lnTo>
                <a:close/>
              </a:path>
            </a:pathLst>
          </a:custGeom>
          <a:noFill/>
          <a:ln w="14288">
            <a:solidFill>
              <a:srgbClr val="4A5D3A"/>
            </a:solidFill>
            <a:prstDash val="solid"/>
          </a:ln>
        </p:spPr>
      </p:sp>
      <p:sp>
        <p:nvSpPr>
          <p:cNvPr id="6" name="Shape 4"/>
          <p:cNvSpPr/>
          <p:nvPr/>
        </p:nvSpPr>
        <p:spPr>
          <a:xfrm>
            <a:off x="6276990" y="5276820"/>
            <a:ext cx="0" cy="133320"/>
          </a:xfrm>
          <a:prstGeom prst="line">
            <a:avLst/>
          </a:prstGeom>
          <a:noFill/>
          <a:ln w="14288">
            <a:solidFill>
              <a:srgbClr val="4A5D3A"/>
            </a:solidFill>
            <a:prstDash val="solid"/>
          </a:ln>
        </p:spPr>
      </p:sp>
      <p:sp>
        <p:nvSpPr>
          <p:cNvPr id="7" name="Shape 5"/>
          <p:cNvSpPr/>
          <p:nvPr/>
        </p:nvSpPr>
        <p:spPr>
          <a:xfrm>
            <a:off x="6153180" y="5543550"/>
            <a:ext cx="5124480" cy="76170"/>
          </a:xfrm>
          <a:custGeom>
            <a:avLst/>
            <a:gdLst/>
            <a:ahLst/>
            <a:cxnLst/>
            <a:rect l="l" t="t" r="r" b="b"/>
            <a:pathLst>
              <a:path w="5124480" h="76170">
                <a:moveTo>
                  <a:pt x="0" y="76170"/>
                </a:moveTo>
                <a:lnTo>
                  <a:pt x="0" y="0"/>
                </a:lnTo>
                <a:lnTo>
                  <a:pt x="76170" y="0"/>
                </a:lnTo>
                <a:lnTo>
                  <a:pt x="228600" y="0"/>
                </a:lnTo>
                <a:lnTo>
                  <a:pt x="371521" y="0"/>
                </a:lnTo>
                <a:lnTo>
                  <a:pt x="523860" y="0"/>
                </a:lnTo>
                <a:lnTo>
                  <a:pt x="676290" y="0"/>
                </a:lnTo>
                <a:lnTo>
                  <a:pt x="828721" y="0"/>
                </a:lnTo>
                <a:lnTo>
                  <a:pt x="981060" y="0"/>
                </a:lnTo>
                <a:lnTo>
                  <a:pt x="1133490" y="0"/>
                </a:lnTo>
                <a:lnTo>
                  <a:pt x="1276320" y="0"/>
                </a:lnTo>
                <a:lnTo>
                  <a:pt x="1428750" y="0"/>
                </a:lnTo>
                <a:lnTo>
                  <a:pt x="1581180" y="0"/>
                </a:lnTo>
                <a:lnTo>
                  <a:pt x="1733520" y="0"/>
                </a:lnTo>
                <a:lnTo>
                  <a:pt x="1885950" y="0"/>
                </a:lnTo>
                <a:lnTo>
                  <a:pt x="2038380" y="0"/>
                </a:lnTo>
                <a:lnTo>
                  <a:pt x="2181210" y="0"/>
                </a:lnTo>
                <a:lnTo>
                  <a:pt x="2333640" y="0"/>
                </a:lnTo>
                <a:lnTo>
                  <a:pt x="2486071" y="0"/>
                </a:lnTo>
                <a:lnTo>
                  <a:pt x="2638410" y="0"/>
                </a:lnTo>
                <a:lnTo>
                  <a:pt x="2790840" y="0"/>
                </a:lnTo>
                <a:lnTo>
                  <a:pt x="2943271" y="0"/>
                </a:lnTo>
                <a:lnTo>
                  <a:pt x="3086100" y="0"/>
                </a:lnTo>
                <a:lnTo>
                  <a:pt x="3238530" y="0"/>
                </a:lnTo>
                <a:lnTo>
                  <a:pt x="3390870" y="0"/>
                </a:lnTo>
                <a:lnTo>
                  <a:pt x="3543300" y="0"/>
                </a:lnTo>
                <a:lnTo>
                  <a:pt x="3695730" y="0"/>
                </a:lnTo>
                <a:lnTo>
                  <a:pt x="3848070" y="0"/>
                </a:lnTo>
                <a:lnTo>
                  <a:pt x="3990990" y="0"/>
                </a:lnTo>
                <a:lnTo>
                  <a:pt x="4143421" y="0"/>
                </a:lnTo>
                <a:lnTo>
                  <a:pt x="4295760" y="0"/>
                </a:lnTo>
                <a:lnTo>
                  <a:pt x="4448190" y="0"/>
                </a:lnTo>
                <a:lnTo>
                  <a:pt x="4600621" y="0"/>
                </a:lnTo>
                <a:lnTo>
                  <a:pt x="4752960" y="0"/>
                </a:lnTo>
                <a:lnTo>
                  <a:pt x="4895880" y="0"/>
                </a:lnTo>
                <a:lnTo>
                  <a:pt x="5048220" y="0"/>
                </a:lnTo>
                <a:lnTo>
                  <a:pt x="5124480" y="0"/>
                </a:lnTo>
                <a:lnTo>
                  <a:pt x="5124480" y="76170"/>
                </a:lnTo>
              </a:path>
            </a:pathLst>
          </a:custGeom>
          <a:noFill/>
          <a:ln w="14288">
            <a:solidFill>
              <a:srgbClr val="4A5D3A"/>
            </a:solidFill>
            <a:prstDash val="solid"/>
          </a:ln>
        </p:spPr>
      </p:sp>
      <p:sp>
        <p:nvSpPr>
          <p:cNvPr id="8" name="Shape 6"/>
          <p:cNvSpPr/>
          <p:nvPr/>
        </p:nvSpPr>
        <p:spPr>
          <a:xfrm>
            <a:off x="3581430" y="6000750"/>
            <a:ext cx="2571750" cy="0"/>
          </a:xfrm>
          <a:prstGeom prst="line">
            <a:avLst/>
          </a:prstGeom>
          <a:noFill/>
          <a:ln w="14288">
            <a:solidFill>
              <a:srgbClr val="33312A"/>
            </a:solidFill>
            <a:prstDash val="solid"/>
          </a:ln>
        </p:spPr>
      </p:sp>
      <p:sp>
        <p:nvSpPr>
          <p:cNvPr id="9" name="Shape 7"/>
          <p:cNvSpPr/>
          <p:nvPr/>
        </p:nvSpPr>
        <p:spPr>
          <a:xfrm>
            <a:off x="6153180" y="6000750"/>
            <a:ext cx="2571750" cy="0"/>
          </a:xfrm>
          <a:prstGeom prst="line">
            <a:avLst/>
          </a:prstGeom>
          <a:noFill/>
          <a:ln w="14288">
            <a:solidFill>
              <a:srgbClr val="C9C4B8"/>
            </a:solidFill>
            <a:prstDash val="solid"/>
          </a:ln>
        </p:spPr>
      </p:sp>
      <p:sp>
        <p:nvSpPr>
          <p:cNvPr id="10" name="Shape 8"/>
          <p:cNvSpPr/>
          <p:nvPr/>
        </p:nvSpPr>
        <p:spPr>
          <a:xfrm>
            <a:off x="8724930" y="6000750"/>
            <a:ext cx="2552730" cy="0"/>
          </a:xfrm>
          <a:prstGeom prst="line">
            <a:avLst/>
          </a:prstGeom>
          <a:noFill/>
          <a:ln w="14288">
            <a:solidFill>
              <a:srgbClr val="C9C4B8"/>
            </a:solidFill>
            <a:prstDash val="sysDot"/>
          </a:ln>
        </p:spPr>
      </p:sp>
      <p:sp>
        <p:nvSpPr>
          <p:cNvPr id="11" name="Shape 9"/>
          <p:cNvSpPr/>
          <p:nvPr/>
        </p:nvSpPr>
        <p:spPr>
          <a:xfrm>
            <a:off x="3533790" y="5953110"/>
            <a:ext cx="95280" cy="95280"/>
          </a:xfrm>
          <a:prstGeom prst="ellipse">
            <a:avLst/>
          </a:prstGeom>
          <a:solidFill>
            <a:srgbClr val="33312A"/>
          </a:solidFill>
          <a:ln>
            <a:noFill/>
          </a:ln>
        </p:spPr>
      </p:sp>
      <p:sp>
        <p:nvSpPr>
          <p:cNvPr id="12" name="Shape 10"/>
          <p:cNvSpPr/>
          <p:nvPr/>
        </p:nvSpPr>
        <p:spPr>
          <a:xfrm>
            <a:off x="6086521" y="5934090"/>
            <a:ext cx="133320" cy="133320"/>
          </a:xfrm>
          <a:custGeom>
            <a:avLst/>
            <a:gdLst/>
            <a:ahLst/>
            <a:cxnLst/>
            <a:rect l="l" t="t" r="r" b="b"/>
            <a:pathLst>
              <a:path w="133320" h="133320">
                <a:moveTo>
                  <a:pt x="133320" y="66660"/>
                </a:moveTo>
                <a:lnTo>
                  <a:pt x="133320" y="76170"/>
                </a:lnTo>
                <a:lnTo>
                  <a:pt x="133320" y="85771"/>
                </a:lnTo>
                <a:lnTo>
                  <a:pt x="123810" y="104790"/>
                </a:lnTo>
                <a:lnTo>
                  <a:pt x="114300" y="104790"/>
                </a:lnTo>
                <a:lnTo>
                  <a:pt x="104790" y="114300"/>
                </a:lnTo>
                <a:lnTo>
                  <a:pt x="104790" y="123810"/>
                </a:lnTo>
                <a:lnTo>
                  <a:pt x="85771" y="133320"/>
                </a:lnTo>
                <a:lnTo>
                  <a:pt x="76170" y="133320"/>
                </a:lnTo>
                <a:lnTo>
                  <a:pt x="66660" y="133320"/>
                </a:lnTo>
                <a:lnTo>
                  <a:pt x="57150" y="133320"/>
                </a:lnTo>
                <a:lnTo>
                  <a:pt x="47640" y="133320"/>
                </a:lnTo>
                <a:lnTo>
                  <a:pt x="38130" y="123810"/>
                </a:lnTo>
                <a:lnTo>
                  <a:pt x="28621" y="114300"/>
                </a:lnTo>
                <a:lnTo>
                  <a:pt x="19020" y="104790"/>
                </a:lnTo>
                <a:lnTo>
                  <a:pt x="9510" y="104790"/>
                </a:lnTo>
                <a:lnTo>
                  <a:pt x="0" y="85771"/>
                </a:lnTo>
                <a:lnTo>
                  <a:pt x="0" y="76170"/>
                </a:lnTo>
                <a:lnTo>
                  <a:pt x="0" y="66660"/>
                </a:lnTo>
                <a:lnTo>
                  <a:pt x="0" y="57150"/>
                </a:lnTo>
                <a:lnTo>
                  <a:pt x="0" y="47640"/>
                </a:lnTo>
                <a:lnTo>
                  <a:pt x="9510" y="38130"/>
                </a:lnTo>
                <a:lnTo>
                  <a:pt x="19020" y="28621"/>
                </a:lnTo>
                <a:lnTo>
                  <a:pt x="28621" y="19020"/>
                </a:lnTo>
                <a:lnTo>
                  <a:pt x="38130" y="9510"/>
                </a:lnTo>
                <a:lnTo>
                  <a:pt x="47640" y="0"/>
                </a:lnTo>
                <a:lnTo>
                  <a:pt x="57150" y="0"/>
                </a:lnTo>
                <a:lnTo>
                  <a:pt x="66660" y="0"/>
                </a:lnTo>
                <a:lnTo>
                  <a:pt x="76170" y="0"/>
                </a:lnTo>
                <a:lnTo>
                  <a:pt x="85771" y="0"/>
                </a:lnTo>
                <a:lnTo>
                  <a:pt x="104790" y="9510"/>
                </a:lnTo>
                <a:lnTo>
                  <a:pt x="104790" y="19020"/>
                </a:lnTo>
                <a:lnTo>
                  <a:pt x="114300" y="28621"/>
                </a:lnTo>
                <a:lnTo>
                  <a:pt x="123810" y="38130"/>
                </a:lnTo>
                <a:lnTo>
                  <a:pt x="133320" y="47640"/>
                </a:lnTo>
                <a:lnTo>
                  <a:pt x="133320" y="57150"/>
                </a:lnTo>
                <a:lnTo>
                  <a:pt x="133320" y="66660"/>
                </a:lnTo>
                <a:close/>
              </a:path>
            </a:pathLst>
          </a:custGeom>
          <a:solidFill>
            <a:srgbClr val="FAF9F5"/>
          </a:solidFill>
          <a:ln w="19050">
            <a:solidFill>
              <a:srgbClr val="4A5D3A"/>
            </a:solidFill>
            <a:prstDash val="solid"/>
          </a:ln>
        </p:spPr>
      </p:sp>
      <p:sp>
        <p:nvSpPr>
          <p:cNvPr id="13" name="Shape 11"/>
          <p:cNvSpPr/>
          <p:nvPr/>
        </p:nvSpPr>
        <p:spPr>
          <a:xfrm>
            <a:off x="8677290" y="5953110"/>
            <a:ext cx="95280" cy="95280"/>
          </a:xfrm>
          <a:custGeom>
            <a:avLst/>
            <a:gdLst/>
            <a:ahLst/>
            <a:cxnLst/>
            <a:rect l="l" t="t" r="r" b="b"/>
            <a:pathLst>
              <a:path w="95280" h="95280">
                <a:moveTo>
                  <a:pt x="95280" y="47640"/>
                </a:moveTo>
                <a:lnTo>
                  <a:pt x="95280" y="57150"/>
                </a:lnTo>
                <a:lnTo>
                  <a:pt x="95280" y="66660"/>
                </a:lnTo>
                <a:lnTo>
                  <a:pt x="85771" y="76170"/>
                </a:lnTo>
                <a:lnTo>
                  <a:pt x="85771" y="76170"/>
                </a:lnTo>
                <a:lnTo>
                  <a:pt x="76170" y="85771"/>
                </a:lnTo>
                <a:lnTo>
                  <a:pt x="76170" y="85771"/>
                </a:lnTo>
                <a:lnTo>
                  <a:pt x="66660" y="95280"/>
                </a:lnTo>
                <a:lnTo>
                  <a:pt x="57150" y="95280"/>
                </a:lnTo>
                <a:lnTo>
                  <a:pt x="47640" y="95280"/>
                </a:lnTo>
                <a:lnTo>
                  <a:pt x="38130" y="95280"/>
                </a:lnTo>
                <a:lnTo>
                  <a:pt x="28621" y="95280"/>
                </a:lnTo>
                <a:lnTo>
                  <a:pt x="28621" y="85771"/>
                </a:lnTo>
                <a:lnTo>
                  <a:pt x="19020" y="85771"/>
                </a:lnTo>
                <a:lnTo>
                  <a:pt x="9510" y="76170"/>
                </a:lnTo>
                <a:lnTo>
                  <a:pt x="9510" y="76170"/>
                </a:lnTo>
                <a:lnTo>
                  <a:pt x="0" y="66660"/>
                </a:lnTo>
                <a:lnTo>
                  <a:pt x="0" y="57150"/>
                </a:lnTo>
                <a:lnTo>
                  <a:pt x="0" y="47640"/>
                </a:lnTo>
                <a:lnTo>
                  <a:pt x="0" y="38130"/>
                </a:lnTo>
                <a:lnTo>
                  <a:pt x="0" y="28621"/>
                </a:lnTo>
                <a:lnTo>
                  <a:pt x="9510" y="28621"/>
                </a:lnTo>
                <a:lnTo>
                  <a:pt x="9510" y="19020"/>
                </a:lnTo>
                <a:lnTo>
                  <a:pt x="19020" y="9510"/>
                </a:lnTo>
                <a:lnTo>
                  <a:pt x="28621" y="9510"/>
                </a:lnTo>
                <a:lnTo>
                  <a:pt x="28621" y="0"/>
                </a:lnTo>
                <a:lnTo>
                  <a:pt x="38130" y="0"/>
                </a:lnTo>
                <a:lnTo>
                  <a:pt x="47640" y="0"/>
                </a:lnTo>
                <a:lnTo>
                  <a:pt x="57150" y="0"/>
                </a:lnTo>
                <a:lnTo>
                  <a:pt x="66660" y="0"/>
                </a:lnTo>
                <a:lnTo>
                  <a:pt x="76170" y="9510"/>
                </a:lnTo>
                <a:lnTo>
                  <a:pt x="76170" y="9510"/>
                </a:lnTo>
                <a:lnTo>
                  <a:pt x="85771" y="19020"/>
                </a:lnTo>
                <a:lnTo>
                  <a:pt x="85771" y="28621"/>
                </a:lnTo>
                <a:lnTo>
                  <a:pt x="95280" y="28621"/>
                </a:lnTo>
                <a:lnTo>
                  <a:pt x="95280" y="38130"/>
                </a:lnTo>
                <a:lnTo>
                  <a:pt x="95280" y="47640"/>
                </a:lnTo>
                <a:close/>
              </a:path>
            </a:pathLst>
          </a:custGeom>
          <a:solidFill>
            <a:srgbClr val="FAF9F5"/>
          </a:solidFill>
          <a:ln w="14288">
            <a:solidFill>
              <a:srgbClr val="C9C4B8"/>
            </a:solidFill>
            <a:prstDash val="solid"/>
          </a:ln>
        </p:spPr>
      </p:sp>
      <p:sp>
        <p:nvSpPr>
          <p:cNvPr id="14" name="Text 12"/>
          <p:cNvSpPr/>
          <p:nvPr/>
        </p:nvSpPr>
        <p:spPr>
          <a:xfrm>
            <a:off x="914400" y="3143250"/>
            <a:ext cx="10363170" cy="1336213"/>
          </a:xfrm>
          <a:prstGeom prst="rect">
            <a:avLst/>
          </a:prstGeom>
          <a:noFill/>
          <a:ln>
            <a:noFill/>
          </a:ln>
        </p:spPr>
        <p:txBody>
          <a:bodyPr wrap="square" lIns="0" tIns="0" rIns="0" bIns="0" rtlCol="0" anchor="t"/>
          <a:lstStyle/>
          <a:p>
            <a:pPr algn="l" indent="0" marL="0">
              <a:lnSpc>
                <a:spcPct val="138000"/>
              </a:lnSpc>
              <a:buNone/>
            </a:pPr>
            <a:r>
              <a:rPr lang="ja-JP" altLang="en-US" sz="3000" dirty="0">
                <a:solidFill>
                  <a:srgbClr val="1B1A16"/>
                </a:solidFill>
                <a:latin typeface="Noto Serif JP SemiBold" pitchFamily="34" charset="0"/>
                <a:ea typeface="Noto Serif JP SemiBold" pitchFamily="34" charset="-122"/>
                <a:cs typeface="Noto Serif JP SemiBold" pitchFamily="34" charset="-120"/>
              </a:rPr>
              <a:t>ここまでが、</a:t>
            </a:r>
            <a:r>
              <a:rPr lang="ja-JP" altLang="en-US" sz="3150" dirty="0">
                <a:solidFill>
                  <a:srgbClr val="1B1A16"/>
                </a:solidFill>
                <a:latin typeface="Noto Serif JP Medium" pitchFamily="34" charset="0"/>
                <a:ea typeface="Noto Serif JP Medium" pitchFamily="34" charset="-122"/>
                <a:cs typeface="Noto Serif JP Medium" pitchFamily="34" charset="-120"/>
              </a:rPr>
              <a:t>1</a:t>
            </a:r>
            <a:r>
              <a:rPr lang="ja-JP" altLang="en-US" sz="3000" dirty="0">
                <a:solidFill>
                  <a:srgbClr val="1B1A16"/>
                </a:solidFill>
                <a:latin typeface="Noto Serif JP SemiBold" pitchFamily="34" charset="0"/>
                <a:ea typeface="Noto Serif JP SemiBold" pitchFamily="34" charset="-122"/>
                <a:cs typeface="Noto Serif JP SemiBold" pitchFamily="34" charset="-120"/>
              </a:rPr>
              <a:t>つ目。</a:t>
            </a:r>
            <a:endParaRPr lang="ja-JP" altLang="en-US" sz="3000" dirty="0">
              <a:solidFill>
                <a:srgbClr val="1B1A16"/>
              </a:solidFill>
              <a:latin typeface="Noto Serif JP SemiBold" pitchFamily="34" charset="0"/>
              <a:ea typeface="Noto Serif JP SemiBold" pitchFamily="34" charset="-122"/>
              <a:cs typeface="Noto Serif JP SemiBold" pitchFamily="34" charset="-120"/>
            </a:endParaRPr>
          </a:p>
          <a:p>
            <a:pPr algn="l" indent="0" marL="0">
              <a:lnSpc>
                <a:spcPct val="138000"/>
              </a:lnSpc>
              <a:spcBef>
                <a:spcPts val="1950"/>
              </a:spcBef>
              <a:buNone/>
            </a:pPr>
            <a:r>
              <a:rPr lang="ja-JP" altLang="en-US" sz="1725" dirty="0">
                <a:solidFill>
                  <a:srgbClr val="5C5A50"/>
                </a:solidFill>
                <a:latin typeface="Noto Sans JP Medium" pitchFamily="34" charset="0"/>
                <a:ea typeface="Noto Sans JP Medium" pitchFamily="34" charset="-122"/>
                <a:cs typeface="Noto Sans JP Medium" pitchFamily="34" charset="-120"/>
              </a:rPr>
              <a:t>2</a:t>
            </a:r>
            <a:r>
              <a:rPr lang="ja-JP" altLang="en-US" sz="1650" dirty="0">
                <a:solidFill>
                  <a:srgbClr val="5C5A50"/>
                </a:solidFill>
                <a:latin typeface="Noto Sans JP" pitchFamily="34" charset="0"/>
                <a:ea typeface="Noto Sans JP" pitchFamily="34" charset="-122"/>
                <a:cs typeface="Noto Sans JP" pitchFamily="34" charset="-120"/>
              </a:rPr>
              <a:t>つ目は、直す力はあったのに、直しても戻らなかった会社の話。</a:t>
            </a:r>
            <a:endParaRPr lang="ja-JP" altLang="en-US" sz="1650" dirty="0">
              <a:solidFill>
                <a:srgbClr val="5C5A50"/>
              </a:solidFill>
              <a:latin typeface="Noto Sans JP" pitchFamily="34" charset="0"/>
              <a:ea typeface="Noto Sans JP" pitchFamily="34" charset="-122"/>
              <a:cs typeface="Noto Sans JP" pitchFamily="34" charset="-120"/>
            </a:endParaRPr>
          </a:p>
        </p:txBody>
      </p:sp>
      <p:sp>
        <p:nvSpPr>
          <p:cNvPr id="15" name="Text 13"/>
          <p:cNvSpPr/>
          <p:nvPr/>
        </p:nvSpPr>
        <p:spPr>
          <a:xfrm>
            <a:off x="3667110" y="5219670"/>
            <a:ext cx="454365" cy="361920"/>
          </a:xfrm>
          <a:prstGeom prst="rect">
            <a:avLst/>
          </a:prstGeom>
          <a:noFill/>
          <a:ln>
            <a:noFill/>
          </a:ln>
        </p:spPr>
        <p:txBody>
          <a:bodyPr wrap="none" lIns="0" tIns="0" rIns="0" bIns="0" rtlCol="0" anchor="t"/>
          <a:lstStyle/>
          <a:p>
            <a:pPr algn="l" indent="0" marL="0">
              <a:lnSpc>
                <a:spcPct val="173000"/>
              </a:lnSpc>
              <a:buNone/>
            </a:pPr>
            <a:r>
              <a:rPr lang="ja-JP" altLang="en-US" sz="1125" spc="68" kern="0" dirty="0">
                <a:solidFill>
                  <a:srgbClr val="6E6B60"/>
                </a:solidFill>
                <a:latin typeface="Noto Sans JP" pitchFamily="34" charset="0"/>
                <a:ea typeface="Noto Sans JP" pitchFamily="34" charset="-122"/>
                <a:cs typeface="Noto Sans JP" pitchFamily="34" charset="-120"/>
              </a:rPr>
              <a:t>本の外</a:t>
            </a:r>
            <a:endParaRPr lang="ja-JP" altLang="en-US" sz="1125" spc="68" kern="0" dirty="0">
              <a:solidFill>
                <a:srgbClr val="6E6B60"/>
              </a:solidFill>
              <a:latin typeface="Noto Sans JP" pitchFamily="34" charset="0"/>
              <a:ea typeface="Noto Sans JP" pitchFamily="34" charset="-122"/>
              <a:cs typeface="Noto Sans JP" pitchFamily="34" charset="-120"/>
            </a:endParaRPr>
          </a:p>
        </p:txBody>
      </p:sp>
      <p:sp>
        <p:nvSpPr>
          <p:cNvPr id="16" name="Text 14"/>
          <p:cNvSpPr/>
          <p:nvPr/>
        </p:nvSpPr>
        <p:spPr>
          <a:xfrm>
            <a:off x="6429421" y="5219670"/>
            <a:ext cx="357348" cy="361920"/>
          </a:xfrm>
          <a:prstGeom prst="rect">
            <a:avLst/>
          </a:prstGeom>
          <a:noFill/>
          <a:ln>
            <a:noFill/>
          </a:ln>
        </p:spPr>
        <p:txBody>
          <a:bodyPr wrap="none" lIns="0" tIns="0" rIns="0" bIns="0" rtlCol="0" anchor="t"/>
          <a:lstStyle/>
          <a:p>
            <a:pPr algn="l" indent="0" marL="0">
              <a:lnSpc>
                <a:spcPct val="186000"/>
              </a:lnSpc>
              <a:buNone/>
            </a:pPr>
            <a:r>
              <a:rPr lang="en-US" sz="1050" spc="126" kern="0" dirty="0">
                <a:solidFill>
                  <a:srgbClr val="4A5D3A"/>
                </a:solidFill>
                <a:latin typeface="Consolas" pitchFamily="34" charset="0"/>
                <a:ea typeface="Noto Sans JP" pitchFamily="34" charset="-122"/>
                <a:cs typeface="Consolas" pitchFamily="34" charset="-120"/>
              </a:rPr>
              <a:t>HOLT</a:t>
            </a:r>
            <a:endParaRPr lang="en-US" sz="1050" spc="126" kern="0" dirty="0">
              <a:solidFill>
                <a:srgbClr val="4A5D3A"/>
              </a:solidFill>
              <a:latin typeface="Consolas" pitchFamily="34" charset="0"/>
              <a:ea typeface="Noto Sans JP" pitchFamily="34" charset="-122"/>
              <a:cs typeface="Consolas" pitchFamily="34" charset="-120"/>
            </a:endParaRPr>
          </a:p>
        </p:txBody>
      </p:sp>
      <p:sp>
        <p:nvSpPr>
          <p:cNvPr id="17" name="Text 15"/>
          <p:cNvSpPr/>
          <p:nvPr/>
        </p:nvSpPr>
        <p:spPr>
          <a:xfrm>
            <a:off x="3581430" y="5715000"/>
            <a:ext cx="325344" cy="266730"/>
          </a:xfrm>
          <a:prstGeom prst="rect">
            <a:avLst/>
          </a:prstGeom>
          <a:noFill/>
          <a:ln>
            <a:noFill/>
          </a:ln>
        </p:spPr>
        <p:txBody>
          <a:bodyPr wrap="none" lIns="0" tIns="0" rIns="0" bIns="0" rtlCol="0" anchor="t"/>
          <a:lstStyle/>
          <a:p>
            <a:pPr algn="l" indent="0" marL="0">
              <a:lnSpc>
                <a:spcPct val="114000"/>
              </a:lnSpc>
              <a:buNone/>
            </a:pPr>
            <a:r>
              <a:rPr lang="en-US" sz="1050" spc="63" kern="0" dirty="0">
                <a:solidFill>
                  <a:srgbClr val="6E6B60"/>
                </a:solidFill>
                <a:latin typeface="Consolas" pitchFamily="34" charset="0"/>
                <a:ea typeface="Noto Sans JP" pitchFamily="34" charset="-122"/>
                <a:cs typeface="Consolas" pitchFamily="34" charset="-120"/>
              </a:rPr>
              <a:t>1983</a:t>
            </a:r>
            <a:endParaRPr lang="en-US" sz="1050" spc="63" kern="0" dirty="0">
              <a:solidFill>
                <a:srgbClr val="6E6B60"/>
              </a:solidFill>
              <a:latin typeface="Consolas" pitchFamily="34" charset="0"/>
              <a:ea typeface="Noto Sans JP" pitchFamily="34" charset="-122"/>
              <a:cs typeface="Consolas" pitchFamily="34" charset="-120"/>
            </a:endParaRPr>
          </a:p>
        </p:txBody>
      </p:sp>
      <p:sp>
        <p:nvSpPr>
          <p:cNvPr id="18" name="Text 16"/>
          <p:cNvSpPr/>
          <p:nvPr/>
        </p:nvSpPr>
        <p:spPr>
          <a:xfrm>
            <a:off x="6153180" y="5715000"/>
            <a:ext cx="325344" cy="266730"/>
          </a:xfrm>
          <a:prstGeom prst="rect">
            <a:avLst/>
          </a:prstGeom>
          <a:noFill/>
          <a:ln>
            <a:noFill/>
          </a:ln>
        </p:spPr>
        <p:txBody>
          <a:bodyPr wrap="none" lIns="0" tIns="0" rIns="0" bIns="0" rtlCol="0" anchor="t"/>
          <a:lstStyle/>
          <a:p>
            <a:pPr algn="l" indent="0" marL="0">
              <a:lnSpc>
                <a:spcPct val="114000"/>
              </a:lnSpc>
              <a:buNone/>
            </a:pPr>
            <a:r>
              <a:rPr lang="en-US" sz="1050" spc="63" kern="0" dirty="0">
                <a:solidFill>
                  <a:srgbClr val="6E6B60"/>
                </a:solidFill>
                <a:latin typeface="Consolas" pitchFamily="34" charset="0"/>
                <a:ea typeface="Noto Sans JP" pitchFamily="34" charset="-122"/>
                <a:cs typeface="Consolas" pitchFamily="34" charset="-120"/>
              </a:rPr>
              <a:t>2020</a:t>
            </a:r>
            <a:endParaRPr lang="en-US" sz="1050" spc="63" kern="0" dirty="0">
              <a:solidFill>
                <a:srgbClr val="6E6B60"/>
              </a:solidFill>
              <a:latin typeface="Consolas" pitchFamily="34" charset="0"/>
              <a:ea typeface="Noto Sans JP" pitchFamily="34" charset="-122"/>
              <a:cs typeface="Consolas" pitchFamily="34" charset="-120"/>
            </a:endParaRPr>
          </a:p>
        </p:txBody>
      </p:sp>
      <p:sp>
        <p:nvSpPr>
          <p:cNvPr id="19" name="Text 17"/>
          <p:cNvSpPr/>
          <p:nvPr/>
        </p:nvSpPr>
        <p:spPr>
          <a:xfrm>
            <a:off x="8724930" y="5715000"/>
            <a:ext cx="325344" cy="266730"/>
          </a:xfrm>
          <a:prstGeom prst="rect">
            <a:avLst/>
          </a:prstGeom>
          <a:noFill/>
          <a:ln>
            <a:noFill/>
          </a:ln>
        </p:spPr>
        <p:txBody>
          <a:bodyPr wrap="none" lIns="0" tIns="0" rIns="0" bIns="0" rtlCol="0" anchor="t"/>
          <a:lstStyle/>
          <a:p>
            <a:pPr algn="l" indent="0" marL="0">
              <a:lnSpc>
                <a:spcPct val="114000"/>
              </a:lnSpc>
              <a:buNone/>
            </a:pPr>
            <a:r>
              <a:rPr lang="en-US" sz="1050" spc="63" kern="0" dirty="0">
                <a:solidFill>
                  <a:srgbClr val="6E6B60"/>
                </a:solidFill>
                <a:latin typeface="Consolas" pitchFamily="34" charset="0"/>
                <a:ea typeface="Noto Sans JP" pitchFamily="34" charset="-122"/>
                <a:cs typeface="Consolas" pitchFamily="34" charset="-120"/>
              </a:rPr>
              <a:t>2020</a:t>
            </a:r>
            <a:endParaRPr lang="en-US" sz="1050" spc="63" kern="0" dirty="0">
              <a:solidFill>
                <a:srgbClr val="6E6B60"/>
              </a:solidFill>
              <a:latin typeface="Consolas" pitchFamily="34" charset="0"/>
              <a:ea typeface="Noto Sans JP" pitchFamily="34" charset="-122"/>
              <a:cs typeface="Consolas" pitchFamily="34" charset="-120"/>
            </a:endParaRPr>
          </a:p>
        </p:txBody>
      </p:sp>
      <p:sp>
        <p:nvSpPr>
          <p:cNvPr id="20" name="Text 18"/>
          <p:cNvSpPr/>
          <p:nvPr/>
        </p:nvSpPr>
        <p:spPr>
          <a:xfrm>
            <a:off x="3581430" y="6115050"/>
            <a:ext cx="598749" cy="304770"/>
          </a:xfrm>
          <a:prstGeom prst="rect">
            <a:avLst/>
          </a:prstGeom>
          <a:noFill/>
          <a:ln>
            <a:noFill/>
          </a:ln>
        </p:spPr>
        <p:txBody>
          <a:bodyPr wrap="none" lIns="0" tIns="0" rIns="0" bIns="0" rtlCol="0" anchor="t"/>
          <a:lstStyle/>
          <a:p>
            <a:pPr algn="l" indent="0" marL="0">
              <a:lnSpc>
                <a:spcPct val="133000"/>
              </a:lnSpc>
              <a:buNone/>
            </a:pPr>
            <a:r>
              <a:rPr lang="ja-JP" altLang="en-US" sz="1125" spc="68" kern="0" dirty="0">
                <a:solidFill>
                  <a:srgbClr val="33312A"/>
                </a:solidFill>
                <a:latin typeface="Noto Sans JP" pitchFamily="34" charset="0"/>
                <a:ea typeface="Noto Sans JP" pitchFamily="34" charset="-122"/>
                <a:cs typeface="Noto Sans JP" pitchFamily="34" charset="-120"/>
              </a:rPr>
              <a:t>アメリカ</a:t>
            </a:r>
            <a:endParaRPr lang="ja-JP" altLang="en-US" sz="1125" spc="68" kern="0" dirty="0">
              <a:solidFill>
                <a:srgbClr val="33312A"/>
              </a:solidFill>
              <a:latin typeface="Noto Sans JP" pitchFamily="34" charset="0"/>
              <a:ea typeface="Noto Sans JP" pitchFamily="34" charset="-122"/>
              <a:cs typeface="Noto Sans JP" pitchFamily="34" charset="-120"/>
            </a:endParaRPr>
          </a:p>
        </p:txBody>
      </p:sp>
      <p:sp>
        <p:nvSpPr>
          <p:cNvPr id="21" name="Text 19"/>
          <p:cNvSpPr/>
          <p:nvPr/>
        </p:nvSpPr>
        <p:spPr>
          <a:xfrm>
            <a:off x="6153180" y="6115050"/>
            <a:ext cx="757215" cy="304770"/>
          </a:xfrm>
          <a:prstGeom prst="rect">
            <a:avLst/>
          </a:prstGeom>
          <a:noFill/>
          <a:ln>
            <a:noFill/>
          </a:ln>
        </p:spPr>
        <p:txBody>
          <a:bodyPr wrap="none" lIns="0" tIns="0" rIns="0" bIns="0" rtlCol="0" anchor="t"/>
          <a:lstStyle/>
          <a:p>
            <a:pPr algn="l" indent="0" marL="0">
              <a:lnSpc>
                <a:spcPct val="133000"/>
              </a:lnSpc>
              <a:buNone/>
            </a:pPr>
            <a:r>
              <a:rPr lang="ja-JP" altLang="en-US" sz="1125" spc="68" kern="0" dirty="0">
                <a:solidFill>
                  <a:srgbClr val="33312A"/>
                </a:solidFill>
                <a:latin typeface="Noto Sans JP" pitchFamily="34" charset="0"/>
                <a:ea typeface="Noto Sans JP" pitchFamily="34" charset="-122"/>
                <a:cs typeface="Noto Sans JP" pitchFamily="34" charset="-120"/>
              </a:rPr>
              <a:t>ポーランド</a:t>
            </a:r>
            <a:endParaRPr lang="ja-JP" altLang="en-US" sz="1125" spc="68" kern="0" dirty="0">
              <a:solidFill>
                <a:srgbClr val="33312A"/>
              </a:solidFill>
              <a:latin typeface="Noto Sans JP" pitchFamily="34" charset="0"/>
              <a:ea typeface="Noto Sans JP" pitchFamily="34" charset="-122"/>
              <a:cs typeface="Noto Sans JP" pitchFamily="34" charset="-120"/>
            </a:endParaRPr>
          </a:p>
        </p:txBody>
      </p:sp>
      <p:sp>
        <p:nvSpPr>
          <p:cNvPr id="22" name="Text 20"/>
          <p:cNvSpPr/>
          <p:nvPr/>
        </p:nvSpPr>
        <p:spPr>
          <a:xfrm>
            <a:off x="8724930" y="6115050"/>
            <a:ext cx="303032" cy="304770"/>
          </a:xfrm>
          <a:prstGeom prst="rect">
            <a:avLst/>
          </a:prstGeom>
          <a:noFill/>
          <a:ln>
            <a:noFill/>
          </a:ln>
        </p:spPr>
        <p:txBody>
          <a:bodyPr wrap="none" lIns="0" tIns="0" rIns="0" bIns="0" rtlCol="0" anchor="t"/>
          <a:lstStyle/>
          <a:p>
            <a:pPr algn="l" indent="0" marL="0">
              <a:lnSpc>
                <a:spcPct val="133000"/>
              </a:lnSpc>
              <a:buNone/>
            </a:pPr>
            <a:r>
              <a:rPr lang="ja-JP" altLang="en-US" sz="1125" spc="68" kern="0" dirty="0">
                <a:solidFill>
                  <a:srgbClr val="33312A"/>
                </a:solidFill>
                <a:latin typeface="Noto Sans JP" pitchFamily="34" charset="0"/>
                <a:ea typeface="Noto Sans JP" pitchFamily="34" charset="-122"/>
                <a:cs typeface="Noto Sans JP" pitchFamily="34" charset="-120"/>
              </a:rPr>
              <a:t>中国</a:t>
            </a:r>
            <a:endParaRPr lang="ja-JP" altLang="en-US" sz="1125" spc="68" kern="0" dirty="0">
              <a:solidFill>
                <a:srgbClr val="33312A"/>
              </a:solidFill>
              <a:latin typeface="Noto Sans JP" pitchFamily="34" charset="0"/>
              <a:ea typeface="Noto Sans JP" pitchFamily="34" charset="-122"/>
              <a:cs typeface="Noto Sans JP" pitchFamily="34" charset="-120"/>
            </a:endParaRPr>
          </a:p>
        </p:txBody>
      </p:sp>
      <p:sp>
        <p:nvSpPr>
          <p:cNvPr id="23" name="Text 21"/>
          <p:cNvSpPr/>
          <p:nvPr/>
        </p:nvSpPr>
        <p:spPr>
          <a:xfrm>
            <a:off x="7048470" y="5238780"/>
            <a:ext cx="2408987" cy="328635"/>
          </a:xfrm>
          <a:prstGeom prst="rect">
            <a:avLst/>
          </a:prstGeom>
          <a:noFill/>
          <a:ln>
            <a:noFill/>
          </a:ln>
        </p:spPr>
        <p:txBody>
          <a:bodyPr wrap="none" lIns="0" tIns="0" rIns="0" bIns="0" rtlCol="0" anchor="t"/>
          <a:lstStyle/>
          <a:p>
            <a:pPr algn="l" indent="0" marL="0">
              <a:lnSpc>
                <a:spcPct val="153000"/>
              </a:lnSpc>
              <a:buNone/>
            </a:pPr>
            <a:r>
              <a:rPr lang="ja-JP" altLang="en-US" sz="1125" spc="68" kern="0" dirty="0">
                <a:solidFill>
                  <a:srgbClr val="33312A"/>
                </a:solidFill>
                <a:latin typeface="Noto Sans JP" pitchFamily="34" charset="0"/>
                <a:ea typeface="Noto Sans JP" pitchFamily="34" charset="-122"/>
                <a:cs typeface="Noto Sans JP" pitchFamily="34" charset="-120"/>
              </a:rPr>
              <a:t>ここから、ホルトの本に戻ります。</a:t>
            </a:r>
            <a:endParaRPr lang="ja-JP" altLang="en-US" sz="1125" spc="68" kern="0" dirty="0">
              <a:solidFill>
                <a:srgbClr val="33312A"/>
              </a:solidFill>
              <a:latin typeface="Noto Sans JP" pitchFamily="34" charset="0"/>
              <a:ea typeface="Noto Sans JP" pitchFamily="34" charset="-122"/>
              <a:cs typeface="Noto Sans JP" pitchFamily="34" charset="-120"/>
            </a:endParaRPr>
          </a:p>
        </p:txBody>
      </p:sp>
      <p:sp>
        <p:nvSpPr>
          <p:cNvPr id="24" name="Text 22"/>
          <p:cNvSpPr/>
          <p:nvPr/>
        </p:nvSpPr>
        <p:spPr>
          <a:xfrm>
            <a:off x="8420070" y="6362670"/>
            <a:ext cx="2857500" cy="209580"/>
          </a:xfrm>
          <a:prstGeom prst="rect">
            <a:avLst/>
          </a:prstGeom>
          <a:noFill/>
          <a:ln>
            <a:noFill/>
          </a:ln>
        </p:spPr>
        <p:txBody>
          <a:bodyPr wrap="square" lIns="0" tIns="0" rIns="0" bIns="0" rtlCol="0" anchor="t"/>
          <a:lstStyle/>
          <a:p>
            <a:pPr algn="r" indent="0" marL="0">
              <a:buNone/>
            </a:pPr>
            <a:r>
              <a:rPr lang="en-US" sz="975" spc="160" kern="0" dirty="0">
                <a:solidFill>
                  <a:srgbClr val="6E6B60"/>
                </a:solidFill>
                <a:latin typeface="Consolas" pitchFamily="34" charset="0"/>
                <a:ea typeface="Noto Sans JP" pitchFamily="34" charset="-122"/>
                <a:cs typeface="Consolas" pitchFamily="34" charset="-120"/>
              </a:rPr>
              <a:t>09 / 23</a:t>
            </a:r>
            <a:endParaRPr lang="en-US" sz="975" spc="160" kern="0" dirty="0">
              <a:solidFill>
                <a:srgbClr val="6E6B60"/>
              </a:solidFill>
              <a:latin typeface="Consolas" pitchFamily="34" charset="0"/>
              <a:ea typeface="Noto Sans JP" pitchFamily="34" charset="-122"/>
              <a:cs typeface="Consolas" pitchFamily="34" charset="-12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2971800" y="4114800"/>
            <a:ext cx="3429000" cy="342900"/>
          </a:xfrm>
          <a:custGeom>
            <a:avLst/>
            <a:gdLst/>
            <a:ahLst/>
            <a:cxnLst/>
            <a:rect l="l" t="t" r="r" b="b"/>
            <a:pathLst>
              <a:path w="3429000" h="342900">
                <a:moveTo>
                  <a:pt x="0" y="0"/>
                </a:moveTo>
                <a:lnTo>
                  <a:pt x="3429000" y="0"/>
                </a:lnTo>
                <a:lnTo>
                  <a:pt x="3429000" y="342900"/>
                </a:lnTo>
                <a:lnTo>
                  <a:pt x="0" y="342900"/>
                </a:lnTo>
                <a:close/>
              </a:path>
            </a:pathLst>
          </a:custGeom>
          <a:solidFill>
            <a:srgbClr val="FAF9F5"/>
          </a:solidFill>
          <a:ln w="14288">
            <a:solidFill>
              <a:srgbClr val="33312A"/>
            </a:solidFill>
            <a:prstDash val="solid"/>
          </a:ln>
        </p:spPr>
      </p:sp>
      <p:sp>
        <p:nvSpPr>
          <p:cNvPr id="3" name="Shape 1"/>
          <p:cNvSpPr/>
          <p:nvPr/>
        </p:nvSpPr>
        <p:spPr>
          <a:xfrm>
            <a:off x="3276570" y="4686300"/>
            <a:ext cx="3429000" cy="342900"/>
          </a:xfrm>
          <a:custGeom>
            <a:avLst/>
            <a:gdLst/>
            <a:ahLst/>
            <a:cxnLst/>
            <a:rect l="l" t="t" r="r" b="b"/>
            <a:pathLst>
              <a:path w="3429000" h="342900">
                <a:moveTo>
                  <a:pt x="0" y="0"/>
                </a:moveTo>
                <a:lnTo>
                  <a:pt x="3429000" y="0"/>
                </a:lnTo>
                <a:lnTo>
                  <a:pt x="3429000" y="342900"/>
                </a:lnTo>
                <a:lnTo>
                  <a:pt x="0" y="342900"/>
                </a:lnTo>
                <a:close/>
              </a:path>
            </a:pathLst>
          </a:custGeom>
          <a:solidFill>
            <a:srgbClr val="33312A"/>
          </a:solidFill>
          <a:ln>
            <a:noFill/>
          </a:ln>
        </p:spPr>
      </p:sp>
      <p:sp>
        <p:nvSpPr>
          <p:cNvPr id="4" name="Shape 2"/>
          <p:cNvSpPr/>
          <p:nvPr/>
        </p:nvSpPr>
        <p:spPr>
          <a:xfrm>
            <a:off x="914400" y="6362670"/>
            <a:ext cx="647670" cy="0"/>
          </a:xfrm>
          <a:prstGeom prst="line">
            <a:avLst/>
          </a:prstGeom>
          <a:noFill/>
          <a:ln w="14288">
            <a:solidFill>
              <a:srgbClr val="C9C4B8"/>
            </a:solidFill>
            <a:prstDash val="solid"/>
          </a:ln>
        </p:spPr>
      </p:sp>
      <p:sp>
        <p:nvSpPr>
          <p:cNvPr id="5" name="Shape 3"/>
          <p:cNvSpPr/>
          <p:nvPr/>
        </p:nvSpPr>
        <p:spPr>
          <a:xfrm>
            <a:off x="1619220" y="6362670"/>
            <a:ext cx="7905720" cy="0"/>
          </a:xfrm>
          <a:prstGeom prst="line">
            <a:avLst/>
          </a:prstGeom>
          <a:noFill/>
          <a:ln w="14288">
            <a:solidFill>
              <a:srgbClr val="C9C4B8"/>
            </a:solidFill>
            <a:prstDash val="solid"/>
          </a:ln>
        </p:spPr>
      </p:sp>
      <p:sp>
        <p:nvSpPr>
          <p:cNvPr id="6" name="Shape 4"/>
          <p:cNvSpPr/>
          <p:nvPr/>
        </p:nvSpPr>
        <p:spPr>
          <a:xfrm>
            <a:off x="9525030" y="6362670"/>
            <a:ext cx="381030" cy="0"/>
          </a:xfrm>
          <a:prstGeom prst="line">
            <a:avLst/>
          </a:prstGeom>
          <a:noFill/>
          <a:ln w="14288">
            <a:solidFill>
              <a:srgbClr val="C9C4B8"/>
            </a:solidFill>
            <a:prstDash val="sysDot"/>
          </a:ln>
        </p:spPr>
      </p:sp>
      <p:sp>
        <p:nvSpPr>
          <p:cNvPr id="7" name="Shape 5"/>
          <p:cNvSpPr/>
          <p:nvPr/>
        </p:nvSpPr>
        <p:spPr>
          <a:xfrm>
            <a:off x="914400" y="6267480"/>
            <a:ext cx="1371600" cy="38130"/>
          </a:xfrm>
          <a:custGeom>
            <a:avLst/>
            <a:gdLst/>
            <a:ahLst/>
            <a:cxnLst/>
            <a:rect l="l" t="t" r="r" b="b"/>
            <a:pathLst>
              <a:path w="1371600" h="38130">
                <a:moveTo>
                  <a:pt x="0" y="0"/>
                </a:moveTo>
                <a:lnTo>
                  <a:pt x="1371600" y="0"/>
                </a:lnTo>
                <a:lnTo>
                  <a:pt x="1371600" y="38130"/>
                </a:lnTo>
                <a:lnTo>
                  <a:pt x="0" y="38130"/>
                </a:lnTo>
                <a:close/>
              </a:path>
            </a:pathLst>
          </a:custGeom>
          <a:solidFill>
            <a:srgbClr val="4A5D3A"/>
          </a:solidFill>
          <a:ln>
            <a:noFill/>
          </a:ln>
        </p:spPr>
      </p:sp>
      <p:sp>
        <p:nvSpPr>
          <p:cNvPr id="8" name="Shape 6"/>
          <p:cNvSpPr/>
          <p:nvPr/>
        </p:nvSpPr>
        <p:spPr>
          <a:xfrm flipV="1">
            <a:off x="1514521" y="6315121"/>
            <a:ext cx="95280" cy="95280"/>
          </a:xfrm>
          <a:prstGeom prst="line">
            <a:avLst/>
          </a:prstGeom>
          <a:noFill/>
          <a:ln w="14288">
            <a:solidFill>
              <a:srgbClr val="6E6B60"/>
            </a:solidFill>
            <a:prstDash val="solid"/>
          </a:ln>
        </p:spPr>
      </p:sp>
      <p:sp>
        <p:nvSpPr>
          <p:cNvPr id="9" name="Shape 7"/>
          <p:cNvSpPr/>
          <p:nvPr/>
        </p:nvSpPr>
        <p:spPr>
          <a:xfrm flipV="1">
            <a:off x="1571671" y="6315121"/>
            <a:ext cx="95280" cy="95280"/>
          </a:xfrm>
          <a:prstGeom prst="line">
            <a:avLst/>
          </a:prstGeom>
          <a:noFill/>
          <a:ln w="14288">
            <a:solidFill>
              <a:srgbClr val="6E6B60"/>
            </a:solidFill>
            <a:prstDash val="solid"/>
          </a:ln>
        </p:spPr>
      </p:sp>
      <p:sp>
        <p:nvSpPr>
          <p:cNvPr id="10" name="Shape 8"/>
          <p:cNvSpPr/>
          <p:nvPr/>
        </p:nvSpPr>
        <p:spPr>
          <a:xfrm>
            <a:off x="914400" y="6315121"/>
            <a:ext cx="95280" cy="95280"/>
          </a:xfrm>
          <a:prstGeom prst="ellipse">
            <a:avLst/>
          </a:prstGeom>
          <a:solidFill>
            <a:srgbClr val="33312A"/>
          </a:solidFill>
          <a:ln>
            <a:noFill/>
          </a:ln>
        </p:spPr>
      </p:sp>
      <p:sp>
        <p:nvSpPr>
          <p:cNvPr id="11" name="Shape 9"/>
          <p:cNvSpPr/>
          <p:nvPr/>
        </p:nvSpPr>
        <p:spPr>
          <a:xfrm>
            <a:off x="2228850" y="6305520"/>
            <a:ext cx="114300" cy="114300"/>
          </a:xfrm>
          <a:prstGeom prst="ellipse">
            <a:avLst/>
          </a:prstGeom>
          <a:solidFill>
            <a:srgbClr val="7E611B"/>
          </a:solidFill>
          <a:ln>
            <a:noFill/>
          </a:ln>
        </p:spPr>
      </p:sp>
      <p:sp>
        <p:nvSpPr>
          <p:cNvPr id="12" name="Shape 10"/>
          <p:cNvSpPr/>
          <p:nvPr/>
        </p:nvSpPr>
        <p:spPr>
          <a:xfrm>
            <a:off x="4676790" y="6315121"/>
            <a:ext cx="95280" cy="95280"/>
          </a:xfrm>
          <a:custGeom>
            <a:avLst/>
            <a:gdLst/>
            <a:ahLst/>
            <a:cxnLst/>
            <a:rect l="l" t="t" r="r" b="b"/>
            <a:pathLst>
              <a:path w="95280" h="95280">
                <a:moveTo>
                  <a:pt x="95280" y="47640"/>
                </a:moveTo>
                <a:lnTo>
                  <a:pt x="95280" y="57150"/>
                </a:lnTo>
                <a:lnTo>
                  <a:pt x="95280" y="66660"/>
                </a:lnTo>
                <a:lnTo>
                  <a:pt x="85771" y="76170"/>
                </a:lnTo>
                <a:lnTo>
                  <a:pt x="85771" y="76170"/>
                </a:lnTo>
                <a:lnTo>
                  <a:pt x="76170" y="85771"/>
                </a:lnTo>
                <a:lnTo>
                  <a:pt x="76170" y="85771"/>
                </a:lnTo>
                <a:lnTo>
                  <a:pt x="66660" y="95280"/>
                </a:lnTo>
                <a:lnTo>
                  <a:pt x="57150" y="95280"/>
                </a:lnTo>
                <a:lnTo>
                  <a:pt x="47640" y="95280"/>
                </a:lnTo>
                <a:lnTo>
                  <a:pt x="38130" y="95280"/>
                </a:lnTo>
                <a:lnTo>
                  <a:pt x="28621" y="95280"/>
                </a:lnTo>
                <a:lnTo>
                  <a:pt x="28621" y="85771"/>
                </a:lnTo>
                <a:lnTo>
                  <a:pt x="19020" y="85771"/>
                </a:lnTo>
                <a:lnTo>
                  <a:pt x="9510" y="76170"/>
                </a:lnTo>
                <a:lnTo>
                  <a:pt x="9510" y="76170"/>
                </a:lnTo>
                <a:lnTo>
                  <a:pt x="0" y="66660"/>
                </a:lnTo>
                <a:lnTo>
                  <a:pt x="0" y="57150"/>
                </a:lnTo>
                <a:lnTo>
                  <a:pt x="0" y="47640"/>
                </a:lnTo>
                <a:lnTo>
                  <a:pt x="0" y="38130"/>
                </a:lnTo>
                <a:lnTo>
                  <a:pt x="0" y="28621"/>
                </a:lnTo>
                <a:lnTo>
                  <a:pt x="9510" y="28621"/>
                </a:lnTo>
                <a:lnTo>
                  <a:pt x="9510" y="19020"/>
                </a:lnTo>
                <a:lnTo>
                  <a:pt x="19020" y="9510"/>
                </a:lnTo>
                <a:lnTo>
                  <a:pt x="28621" y="9510"/>
                </a:lnTo>
                <a:lnTo>
                  <a:pt x="28621" y="0"/>
                </a:lnTo>
                <a:lnTo>
                  <a:pt x="38130" y="0"/>
                </a:lnTo>
                <a:lnTo>
                  <a:pt x="47640" y="0"/>
                </a:lnTo>
                <a:lnTo>
                  <a:pt x="57150" y="0"/>
                </a:lnTo>
                <a:lnTo>
                  <a:pt x="66660" y="0"/>
                </a:lnTo>
                <a:lnTo>
                  <a:pt x="76170" y="9510"/>
                </a:lnTo>
                <a:lnTo>
                  <a:pt x="76170" y="9510"/>
                </a:lnTo>
                <a:lnTo>
                  <a:pt x="85771" y="19020"/>
                </a:lnTo>
                <a:lnTo>
                  <a:pt x="85771" y="28621"/>
                </a:lnTo>
                <a:lnTo>
                  <a:pt x="95280" y="28621"/>
                </a:lnTo>
                <a:lnTo>
                  <a:pt x="95280" y="38130"/>
                </a:lnTo>
                <a:lnTo>
                  <a:pt x="95280" y="47640"/>
                </a:lnTo>
                <a:close/>
              </a:path>
            </a:pathLst>
          </a:custGeom>
          <a:solidFill>
            <a:srgbClr val="FAF9F5"/>
          </a:solidFill>
          <a:ln w="14288">
            <a:solidFill>
              <a:srgbClr val="C9C4B8"/>
            </a:solidFill>
            <a:prstDash val="solid"/>
          </a:ln>
        </p:spPr>
      </p:sp>
      <p:sp>
        <p:nvSpPr>
          <p:cNvPr id="13" name="Shape 11"/>
          <p:cNvSpPr/>
          <p:nvPr/>
        </p:nvSpPr>
        <p:spPr>
          <a:xfrm>
            <a:off x="9477390" y="6315121"/>
            <a:ext cx="95280" cy="95280"/>
          </a:xfrm>
          <a:custGeom>
            <a:avLst/>
            <a:gdLst/>
            <a:ahLst/>
            <a:cxnLst/>
            <a:rect l="l" t="t" r="r" b="b"/>
            <a:pathLst>
              <a:path w="95280" h="95280">
                <a:moveTo>
                  <a:pt x="95280" y="47640"/>
                </a:moveTo>
                <a:lnTo>
                  <a:pt x="95280" y="57150"/>
                </a:lnTo>
                <a:lnTo>
                  <a:pt x="95280" y="66660"/>
                </a:lnTo>
                <a:lnTo>
                  <a:pt x="85771" y="76170"/>
                </a:lnTo>
                <a:lnTo>
                  <a:pt x="85771" y="76170"/>
                </a:lnTo>
                <a:lnTo>
                  <a:pt x="76170" y="85771"/>
                </a:lnTo>
                <a:lnTo>
                  <a:pt x="76170" y="85771"/>
                </a:lnTo>
                <a:lnTo>
                  <a:pt x="66660" y="95280"/>
                </a:lnTo>
                <a:lnTo>
                  <a:pt x="57150" y="95280"/>
                </a:lnTo>
                <a:lnTo>
                  <a:pt x="47640" y="95280"/>
                </a:lnTo>
                <a:lnTo>
                  <a:pt x="38130" y="95280"/>
                </a:lnTo>
                <a:lnTo>
                  <a:pt x="28621" y="95280"/>
                </a:lnTo>
                <a:lnTo>
                  <a:pt x="28621" y="85771"/>
                </a:lnTo>
                <a:lnTo>
                  <a:pt x="19020" y="85771"/>
                </a:lnTo>
                <a:lnTo>
                  <a:pt x="9510" y="76170"/>
                </a:lnTo>
                <a:lnTo>
                  <a:pt x="9510" y="76170"/>
                </a:lnTo>
                <a:lnTo>
                  <a:pt x="0" y="66660"/>
                </a:lnTo>
                <a:lnTo>
                  <a:pt x="0" y="57150"/>
                </a:lnTo>
                <a:lnTo>
                  <a:pt x="0" y="47640"/>
                </a:lnTo>
                <a:lnTo>
                  <a:pt x="0" y="38130"/>
                </a:lnTo>
                <a:lnTo>
                  <a:pt x="0" y="28621"/>
                </a:lnTo>
                <a:lnTo>
                  <a:pt x="9510" y="28621"/>
                </a:lnTo>
                <a:lnTo>
                  <a:pt x="9510" y="19020"/>
                </a:lnTo>
                <a:lnTo>
                  <a:pt x="19020" y="9510"/>
                </a:lnTo>
                <a:lnTo>
                  <a:pt x="28621" y="9510"/>
                </a:lnTo>
                <a:lnTo>
                  <a:pt x="28621" y="0"/>
                </a:lnTo>
                <a:lnTo>
                  <a:pt x="38130" y="0"/>
                </a:lnTo>
                <a:lnTo>
                  <a:pt x="47640" y="0"/>
                </a:lnTo>
                <a:lnTo>
                  <a:pt x="57150" y="0"/>
                </a:lnTo>
                <a:lnTo>
                  <a:pt x="66660" y="0"/>
                </a:lnTo>
                <a:lnTo>
                  <a:pt x="76170" y="9510"/>
                </a:lnTo>
                <a:lnTo>
                  <a:pt x="76170" y="9510"/>
                </a:lnTo>
                <a:lnTo>
                  <a:pt x="85771" y="19020"/>
                </a:lnTo>
                <a:lnTo>
                  <a:pt x="85771" y="28621"/>
                </a:lnTo>
                <a:lnTo>
                  <a:pt x="95280" y="28621"/>
                </a:lnTo>
                <a:lnTo>
                  <a:pt x="95280" y="38130"/>
                </a:lnTo>
                <a:lnTo>
                  <a:pt x="95280" y="47640"/>
                </a:lnTo>
                <a:close/>
              </a:path>
            </a:pathLst>
          </a:custGeom>
          <a:solidFill>
            <a:srgbClr val="FAF9F5"/>
          </a:solidFill>
          <a:ln w="14288">
            <a:solidFill>
              <a:srgbClr val="C9C4B8"/>
            </a:solidFill>
            <a:prstDash val="solid"/>
          </a:ln>
        </p:spPr>
      </p:sp>
      <p:sp>
        <p:nvSpPr>
          <p:cNvPr id="14" name="Text 12"/>
          <p:cNvSpPr/>
          <p:nvPr/>
        </p:nvSpPr>
        <p:spPr>
          <a:xfrm>
            <a:off x="914400" y="457200"/>
            <a:ext cx="266730" cy="304770"/>
          </a:xfrm>
          <a:prstGeom prst="rect">
            <a:avLst/>
          </a:prstGeom>
          <a:noFill/>
          <a:ln>
            <a:noFill/>
          </a:ln>
        </p:spPr>
        <p:txBody>
          <a:bodyPr wrap="none" lIns="0" tIns="0" rIns="0" bIns="0" rtlCol="0" anchor="t"/>
          <a:lstStyle/>
          <a:p>
            <a:pPr algn="l" indent="0" marL="0">
              <a:lnSpc>
                <a:spcPct val="154000"/>
              </a:lnSpc>
              <a:buNone/>
            </a:pPr>
            <a:r>
              <a:rPr lang="en-US" sz="975" b="1" spc="156" kern="0" dirty="0">
                <a:solidFill>
                  <a:srgbClr val="7E611B"/>
                </a:solidFill>
                <a:latin typeface="Consolas" pitchFamily="34" charset="0"/>
                <a:ea typeface="Noto Sans JP" pitchFamily="34" charset="-122"/>
                <a:cs typeface="Consolas" pitchFamily="34" charset="-120"/>
              </a:rPr>
              <a:t>S10</a:t>
            </a:r>
            <a:endParaRPr lang="en-US" sz="975" b="1" spc="156" kern="0" dirty="0">
              <a:solidFill>
                <a:srgbClr val="7E611B"/>
              </a:solidFill>
              <a:latin typeface="Consolas" pitchFamily="34" charset="0"/>
              <a:ea typeface="Noto Sans JP" pitchFamily="34" charset="-122"/>
              <a:cs typeface="Consolas" pitchFamily="34" charset="-120"/>
            </a:endParaRPr>
          </a:p>
        </p:txBody>
      </p:sp>
      <p:sp>
        <p:nvSpPr>
          <p:cNvPr id="15" name="Text 13"/>
          <p:cNvSpPr/>
          <p:nvPr/>
        </p:nvSpPr>
        <p:spPr>
          <a:xfrm>
            <a:off x="1333470" y="438180"/>
            <a:ext cx="1676370" cy="314371"/>
          </a:xfrm>
          <a:prstGeom prst="rect">
            <a:avLst/>
          </a:prstGeom>
          <a:noFill/>
          <a:ln>
            <a:noFill/>
          </a:ln>
        </p:spPr>
        <p:txBody>
          <a:bodyPr wrap="none" lIns="0" tIns="0" rIns="0" bIns="0" rtlCol="0" anchor="t"/>
          <a:lstStyle/>
          <a:p>
            <a:pPr algn="l" indent="0" marL="0">
              <a:lnSpc>
                <a:spcPct val="150000"/>
              </a:lnSpc>
              <a:buNone/>
            </a:pPr>
            <a:r>
              <a:rPr lang="ja-JP" altLang="en-US" sz="1050" spc="126" kern="0" dirty="0">
                <a:solidFill>
                  <a:srgbClr val="33312A"/>
                </a:solidFill>
                <a:latin typeface="Noto Sans JP" pitchFamily="34" charset="0"/>
                <a:ea typeface="Noto Sans JP" pitchFamily="34" charset="-122"/>
                <a:cs typeface="Noto Sans JP" pitchFamily="34" charset="-120"/>
              </a:rPr>
              <a:t>前提｜Cyberpunk 2077</a:t>
            </a:r>
            <a:endParaRPr lang="ja-JP" altLang="en-US" sz="1050" spc="126" kern="0" dirty="0">
              <a:solidFill>
                <a:srgbClr val="33312A"/>
              </a:solidFill>
              <a:latin typeface="Noto Sans JP" pitchFamily="34" charset="0"/>
              <a:ea typeface="Noto Sans JP" pitchFamily="34" charset="-122"/>
              <a:cs typeface="Noto Sans JP" pitchFamily="34" charset="-120"/>
            </a:endParaRPr>
          </a:p>
        </p:txBody>
      </p:sp>
      <p:sp>
        <p:nvSpPr>
          <p:cNvPr id="16" name="Text 14"/>
          <p:cNvSpPr/>
          <p:nvPr/>
        </p:nvSpPr>
        <p:spPr>
          <a:xfrm>
            <a:off x="9315450" y="457200"/>
            <a:ext cx="1962120" cy="304770"/>
          </a:xfrm>
          <a:prstGeom prst="rect">
            <a:avLst/>
          </a:prstGeom>
          <a:noFill/>
          <a:ln>
            <a:noFill/>
          </a:ln>
        </p:spPr>
        <p:txBody>
          <a:bodyPr wrap="none" lIns="0" tIns="0" rIns="0" bIns="0" rtlCol="0" anchor="t"/>
          <a:lstStyle/>
          <a:p>
            <a:pPr algn="l" indent="0" marL="0">
              <a:lnSpc>
                <a:spcPct val="154000"/>
              </a:lnSpc>
              <a:buNone/>
            </a:pPr>
            <a:r>
              <a:rPr lang="en-US" sz="975" spc="137" kern="0" dirty="0">
                <a:solidFill>
                  <a:srgbClr val="6E6B60"/>
                </a:solidFill>
                <a:latin typeface="Consolas" pitchFamily="34" charset="0"/>
                <a:ea typeface="Noto Sans JP" pitchFamily="34" charset="-122"/>
                <a:cs typeface="Consolas" pitchFamily="34" charset="-120"/>
              </a:rPr>
              <a:t>CD PROJEKT RED — POLAND</a:t>
            </a:r>
            <a:endParaRPr lang="en-US" sz="975" spc="137" kern="0" dirty="0">
              <a:solidFill>
                <a:srgbClr val="6E6B60"/>
              </a:solidFill>
              <a:latin typeface="Consolas" pitchFamily="34" charset="0"/>
              <a:ea typeface="Noto Sans JP" pitchFamily="34" charset="-122"/>
              <a:cs typeface="Consolas" pitchFamily="34" charset="-120"/>
            </a:endParaRPr>
          </a:p>
        </p:txBody>
      </p:sp>
      <p:sp>
        <p:nvSpPr>
          <p:cNvPr id="17" name="Shape 15"/>
          <p:cNvSpPr/>
          <p:nvPr/>
        </p:nvSpPr>
        <p:spPr>
          <a:xfrm>
            <a:off x="914400" y="800100"/>
            <a:ext cx="10363170" cy="19020"/>
          </a:xfrm>
          <a:prstGeom prst="rect">
            <a:avLst/>
          </a:prstGeom>
          <a:solidFill>
            <a:srgbClr val="C9C4B8"/>
          </a:solidFill>
          <a:ln>
            <a:noFill/>
          </a:ln>
        </p:spPr>
      </p:sp>
      <p:sp>
        <p:nvSpPr>
          <p:cNvPr id="18" name="Text 16"/>
          <p:cNvSpPr/>
          <p:nvPr/>
        </p:nvSpPr>
        <p:spPr>
          <a:xfrm>
            <a:off x="914400" y="1600200"/>
            <a:ext cx="5505420" cy="990570"/>
          </a:xfrm>
          <a:prstGeom prst="rect">
            <a:avLst/>
          </a:prstGeom>
          <a:noFill/>
          <a:ln>
            <a:noFill/>
          </a:ln>
        </p:spPr>
        <p:txBody>
          <a:bodyPr wrap="square" lIns="0" tIns="0" rIns="0" bIns="0" rtlCol="0" anchor="t"/>
          <a:lstStyle/>
          <a:p>
            <a:pPr algn="l" indent="0" marL="0">
              <a:lnSpc>
                <a:spcPct val="144000"/>
              </a:lnSpc>
              <a:buNone/>
            </a:pPr>
            <a:r>
              <a:rPr lang="ja-JP" altLang="en-US" sz="2250" spc="45" kern="0" dirty="0">
                <a:solidFill>
                  <a:srgbClr val="1B1A16"/>
                </a:solidFill>
                <a:latin typeface="Noto Sans JP Medium" pitchFamily="34" charset="0"/>
                <a:ea typeface="Noto Sans JP Medium" pitchFamily="34" charset="-122"/>
                <a:cs typeface="Noto Sans JP Medium" pitchFamily="34" charset="-120"/>
              </a:rPr>
              <a:t>ポーランドの </a:t>
            </a:r>
            <a:r>
              <a:rPr lang="ja-JP" altLang="en-US" sz="2400" spc="48" kern="0" dirty="0">
                <a:solidFill>
                  <a:srgbClr val="1B1A16"/>
                </a:solidFill>
                <a:latin typeface="Noto Sans JP Medium" pitchFamily="34" charset="0"/>
                <a:ea typeface="Noto Sans JP Medium" pitchFamily="34" charset="-122"/>
                <a:cs typeface="Noto Sans JP Medium" pitchFamily="34" charset="-120"/>
              </a:rPr>
              <a:t>CD PROJEKT RED</a:t>
            </a:r>
            <a:r>
              <a:rPr lang="ja-JP" altLang="en-US" sz="2250" spc="45" kern="0" dirty="0">
                <a:solidFill>
                  <a:srgbClr val="1B1A16"/>
                </a:solidFill>
                <a:latin typeface="Noto Sans JP Medium" pitchFamily="34" charset="0"/>
                <a:ea typeface="Noto Sans JP Medium" pitchFamily="34" charset="-122"/>
                <a:cs typeface="Noto Sans JP Medium" pitchFamily="34" charset="-120"/>
              </a:rPr>
              <a:t> が、</a:t>
            </a:r>
            <a:endParaRPr lang="ja-JP" altLang="en-US" sz="2250" spc="45" kern="0" dirty="0">
              <a:solidFill>
                <a:srgbClr val="1B1A16"/>
              </a:solidFill>
              <a:latin typeface="Noto Sans JP Medium" pitchFamily="34" charset="0"/>
              <a:ea typeface="Noto Sans JP Medium" pitchFamily="34" charset="-122"/>
              <a:cs typeface="Noto Sans JP Medium" pitchFamily="34" charset="-120"/>
            </a:endParaRPr>
          </a:p>
          <a:p>
            <a:pPr algn="l" indent="0" marL="0">
              <a:lnSpc>
                <a:spcPct val="144000"/>
              </a:lnSpc>
              <a:buNone/>
            </a:pPr>
            <a:r>
              <a:rPr lang="ja-JP" altLang="en-US" sz="2250" spc="45" kern="0" dirty="0">
                <a:solidFill>
                  <a:srgbClr val="1B1A16"/>
                </a:solidFill>
                <a:latin typeface="Noto Sans JP Medium" pitchFamily="34" charset="0"/>
                <a:ea typeface="Noto Sans JP Medium" pitchFamily="34" charset="-122"/>
                <a:cs typeface="Noto Sans JP Medium" pitchFamily="34" charset="-120"/>
              </a:rPr>
              <a:t>発表から</a:t>
            </a:r>
            <a:r>
              <a:rPr lang="ja-JP" altLang="en-US" sz="2400" spc="48" kern="0" dirty="0">
                <a:solidFill>
                  <a:srgbClr val="1B1A16"/>
                </a:solidFill>
                <a:latin typeface="Noto Sans JP Medium" pitchFamily="34" charset="0"/>
                <a:ea typeface="Noto Sans JP Medium" pitchFamily="34" charset="-122"/>
                <a:cs typeface="Noto Sans JP Medium" pitchFamily="34" charset="-120"/>
              </a:rPr>
              <a:t>8</a:t>
            </a:r>
            <a:r>
              <a:rPr lang="ja-JP" altLang="en-US" sz="2250" spc="45" kern="0" dirty="0">
                <a:solidFill>
                  <a:srgbClr val="1B1A16"/>
                </a:solidFill>
                <a:latin typeface="Noto Sans JP Medium" pitchFamily="34" charset="0"/>
                <a:ea typeface="Noto Sans JP Medium" pitchFamily="34" charset="-122"/>
                <a:cs typeface="Noto Sans JP Medium" pitchFamily="34" charset="-120"/>
              </a:rPr>
              <a:t>年半かけて出したゲーム。</a:t>
            </a:r>
            <a:endParaRPr lang="ja-JP" altLang="en-US" sz="2250" spc="45" kern="0" dirty="0">
              <a:solidFill>
                <a:srgbClr val="1B1A16"/>
              </a:solidFill>
              <a:latin typeface="Noto Sans JP Medium" pitchFamily="34" charset="0"/>
              <a:ea typeface="Noto Sans JP Medium" pitchFamily="34" charset="-122"/>
              <a:cs typeface="Noto Sans JP Medium" pitchFamily="34" charset="-120"/>
            </a:endParaRPr>
          </a:p>
        </p:txBody>
      </p:sp>
      <p:sp>
        <p:nvSpPr>
          <p:cNvPr id="19" name="Text 17"/>
          <p:cNvSpPr/>
          <p:nvPr/>
        </p:nvSpPr>
        <p:spPr>
          <a:xfrm>
            <a:off x="6667530" y="1676370"/>
            <a:ext cx="4610130" cy="826618"/>
          </a:xfrm>
          <a:prstGeom prst="rect">
            <a:avLst/>
          </a:prstGeom>
          <a:noFill/>
          <a:ln>
            <a:noFill/>
          </a:ln>
        </p:spPr>
        <p:txBody>
          <a:bodyPr wrap="square" lIns="0" tIns="0" rIns="0" bIns="0" rtlCol="0" anchor="t"/>
          <a:lstStyle/>
          <a:p>
            <a:pPr algn="l" indent="0" marL="0">
              <a:lnSpc>
                <a:spcPct val="168000"/>
              </a:lnSpc>
              <a:buNone/>
            </a:pPr>
            <a:r>
              <a:rPr lang="ja-JP" altLang="en-US" sz="1650" spc="50" kern="0" dirty="0">
                <a:solidFill>
                  <a:srgbClr val="33312A"/>
                </a:solidFill>
                <a:latin typeface="Noto Sans JP" pitchFamily="34" charset="0"/>
                <a:ea typeface="Noto Sans JP" pitchFamily="34" charset="-122"/>
                <a:cs typeface="Noto Sans JP" pitchFamily="34" charset="-120"/>
              </a:rPr>
              <a:t>発売前日までの予約が、</a:t>
            </a:r>
            <a:r>
              <a:rPr lang="ja-JP" altLang="en-US" sz="1650" b="1" spc="50" kern="0" dirty="0">
                <a:solidFill>
                  <a:srgbClr val="7E611B"/>
                </a:solidFill>
                <a:latin typeface="Noto Sans JP" pitchFamily="34" charset="0"/>
                <a:ea typeface="Noto Sans JP" pitchFamily="34" charset="-122"/>
                <a:cs typeface="Noto Sans JP" pitchFamily="34" charset="-120"/>
              </a:rPr>
              <a:t>800万本</a:t>
            </a:r>
            <a:r>
              <a:rPr lang="ja-JP" altLang="en-US" sz="1650" spc="50" kern="0" dirty="0">
                <a:solidFill>
                  <a:srgbClr val="33312A"/>
                </a:solidFill>
                <a:latin typeface="Noto Sans JP" pitchFamily="34" charset="0"/>
                <a:ea typeface="Noto Sans JP" pitchFamily="34" charset="-122"/>
                <a:cs typeface="Noto Sans JP" pitchFamily="34" charset="-120"/>
              </a:rPr>
              <a:t>を超えた。</a:t>
            </a:r>
            <a:endParaRPr lang="ja-JP" altLang="en-US" sz="1650" spc="50" kern="0" dirty="0">
              <a:solidFill>
                <a:srgbClr val="33312A"/>
              </a:solidFill>
              <a:latin typeface="Noto Sans JP" pitchFamily="34" charset="0"/>
              <a:ea typeface="Noto Sans JP" pitchFamily="34" charset="-122"/>
              <a:cs typeface="Noto Sans JP" pitchFamily="34" charset="-120"/>
            </a:endParaRPr>
          </a:p>
          <a:p>
            <a:pPr algn="l" indent="0" marL="0">
              <a:lnSpc>
                <a:spcPct val="168000"/>
              </a:lnSpc>
              <a:buNone/>
            </a:pPr>
            <a:r>
              <a:rPr lang="ja-JP" altLang="en-US" sz="1456" spc="44" kern="0" dirty="0">
                <a:solidFill>
                  <a:srgbClr val="6E6B60"/>
                </a:solidFill>
                <a:latin typeface="Consolas" pitchFamily="34" charset="0"/>
                <a:ea typeface="Noto Sans JP" pitchFamily="34" charset="-122"/>
                <a:cs typeface="Consolas" pitchFamily="34" charset="-120"/>
              </a:rPr>
              <a:t>　</a:t>
            </a:r>
            <a:r>
              <a:rPr lang="ja-JP" altLang="en-US" sz="975" spc="29" kern="0" dirty="0">
                <a:solidFill>
                  <a:srgbClr val="6E6B60"/>
                </a:solidFill>
                <a:latin typeface="Consolas" pitchFamily="34" charset="0"/>
                <a:ea typeface="Noto Sans JP" pitchFamily="34" charset="-122"/>
                <a:cs typeface="Consolas" pitchFamily="34" charset="-120"/>
              </a:rPr>
              <a:t>デジタル予約分だけで開発費とマーケ費の合計を上回った（会社公表）</a:t>
            </a:r>
            <a:endParaRPr lang="ja-JP" altLang="en-US" sz="975" spc="29" kern="0" dirty="0">
              <a:solidFill>
                <a:srgbClr val="6E6B60"/>
              </a:solidFill>
              <a:latin typeface="Consolas" pitchFamily="34" charset="0"/>
              <a:ea typeface="Noto Sans JP" pitchFamily="34" charset="-122"/>
              <a:cs typeface="Consolas" pitchFamily="34" charset="-120"/>
            </a:endParaRPr>
          </a:p>
        </p:txBody>
      </p:sp>
      <p:sp>
        <p:nvSpPr>
          <p:cNvPr id="20" name="Shape 18"/>
          <p:cNvSpPr/>
          <p:nvPr/>
        </p:nvSpPr>
        <p:spPr>
          <a:xfrm>
            <a:off x="914400" y="4000500"/>
            <a:ext cx="10363170" cy="9510"/>
          </a:xfrm>
          <a:prstGeom prst="rect">
            <a:avLst/>
          </a:prstGeom>
          <a:solidFill>
            <a:srgbClr val="C9C4B8"/>
          </a:solidFill>
          <a:ln>
            <a:noFill/>
          </a:ln>
        </p:spPr>
      </p:sp>
      <p:sp>
        <p:nvSpPr>
          <p:cNvPr id="21" name="Text 19"/>
          <p:cNvSpPr/>
          <p:nvPr/>
        </p:nvSpPr>
        <p:spPr>
          <a:xfrm>
            <a:off x="914400" y="4229100"/>
            <a:ext cx="1771650" cy="604876"/>
          </a:xfrm>
          <a:prstGeom prst="rect">
            <a:avLst/>
          </a:prstGeom>
          <a:noFill/>
          <a:ln>
            <a:noFill/>
          </a:ln>
        </p:spPr>
        <p:txBody>
          <a:bodyPr wrap="square" lIns="0" tIns="0" rIns="0" bIns="0" rtlCol="0" anchor="t"/>
          <a:lstStyle/>
          <a:p>
            <a:pPr algn="l" indent="0" marL="0">
              <a:lnSpc>
                <a:spcPct val="160000"/>
              </a:lnSpc>
              <a:buNone/>
            </a:pPr>
            <a:r>
              <a:rPr lang="ja-JP" altLang="en-US" sz="1125" dirty="0">
                <a:solidFill>
                  <a:srgbClr val="5C5A50"/>
                </a:solidFill>
                <a:latin typeface="Noto Sans JP" pitchFamily="34" charset="0"/>
                <a:ea typeface="Noto Sans JP" pitchFamily="34" charset="-122"/>
                <a:cs typeface="Noto Sans JP" pitchFamily="34" charset="-120"/>
              </a:rPr>
              <a:t>サイバーパンク</a:t>
            </a:r>
            <a:endParaRPr lang="ja-JP" altLang="en-US" sz="1125" dirty="0">
              <a:solidFill>
                <a:srgbClr val="5C5A50"/>
              </a:solidFill>
              <a:latin typeface="Noto Sans JP" pitchFamily="34" charset="0"/>
              <a:ea typeface="Noto Sans JP" pitchFamily="34" charset="-122"/>
              <a:cs typeface="Noto Sans JP" pitchFamily="34" charset="-120"/>
            </a:endParaRPr>
          </a:p>
          <a:p>
            <a:pPr algn="l" indent="0" marL="0">
              <a:lnSpc>
                <a:spcPct val="160000"/>
              </a:lnSpc>
              <a:buNone/>
            </a:pPr>
            <a:r>
              <a:rPr lang="en-US" sz="1050" dirty="0">
                <a:solidFill>
                  <a:srgbClr val="6E6B60"/>
                </a:solidFill>
                <a:latin typeface="Consolas" pitchFamily="34" charset="0"/>
                <a:ea typeface="Noto Sans JP" pitchFamily="34" charset="-122"/>
                <a:cs typeface="Consolas" pitchFamily="34" charset="-120"/>
              </a:rPr>
              <a:t>CYBERPUNK</a:t>
            </a:r>
            <a:endParaRPr lang="en-US" sz="1050" dirty="0">
              <a:solidFill>
                <a:srgbClr val="6E6B60"/>
              </a:solidFill>
              <a:latin typeface="Consolas" pitchFamily="34" charset="0"/>
              <a:ea typeface="Noto Sans JP" pitchFamily="34" charset="-122"/>
              <a:cs typeface="Consolas" pitchFamily="34" charset="-120"/>
            </a:endParaRPr>
          </a:p>
        </p:txBody>
      </p:sp>
      <p:sp>
        <p:nvSpPr>
          <p:cNvPr id="22" name="Text 20"/>
          <p:cNvSpPr/>
          <p:nvPr/>
        </p:nvSpPr>
        <p:spPr>
          <a:xfrm>
            <a:off x="3162270" y="4133820"/>
            <a:ext cx="2583820" cy="419070"/>
          </a:xfrm>
          <a:prstGeom prst="rect">
            <a:avLst/>
          </a:prstGeom>
          <a:noFill/>
          <a:ln>
            <a:noFill/>
          </a:ln>
        </p:spPr>
        <p:txBody>
          <a:bodyPr wrap="none" lIns="0" tIns="0" rIns="0" bIns="0" rtlCol="0" anchor="t"/>
          <a:lstStyle/>
          <a:p>
            <a:pPr algn="l" indent="0" marL="0">
              <a:lnSpc>
                <a:spcPct val="145000"/>
              </a:lnSpc>
              <a:buNone/>
            </a:pPr>
            <a:r>
              <a:rPr lang="ja-JP" altLang="en-US" sz="1650" spc="50" kern="0" dirty="0">
                <a:solidFill>
                  <a:srgbClr val="33312A"/>
                </a:solidFill>
                <a:latin typeface="Noto Sans JP Medium" pitchFamily="34" charset="0"/>
                <a:ea typeface="Noto Sans JP Medium" pitchFamily="34" charset="-122"/>
                <a:cs typeface="Noto Sans JP Medium" pitchFamily="34" charset="-120"/>
              </a:rPr>
              <a:t>技術は超発達しているのに</a:t>
            </a:r>
            <a:endParaRPr lang="ja-JP" altLang="en-US" sz="1650" spc="50" kern="0" dirty="0">
              <a:solidFill>
                <a:srgbClr val="33312A"/>
              </a:solidFill>
              <a:latin typeface="Noto Sans JP Medium" pitchFamily="34" charset="0"/>
              <a:ea typeface="Noto Sans JP Medium" pitchFamily="34" charset="-122"/>
              <a:cs typeface="Noto Sans JP Medium" pitchFamily="34" charset="-120"/>
            </a:endParaRPr>
          </a:p>
        </p:txBody>
      </p:sp>
      <p:sp>
        <p:nvSpPr>
          <p:cNvPr id="23" name="Text 21"/>
          <p:cNvSpPr/>
          <p:nvPr/>
        </p:nvSpPr>
        <p:spPr>
          <a:xfrm>
            <a:off x="3467130" y="4705320"/>
            <a:ext cx="1726844" cy="419070"/>
          </a:xfrm>
          <a:prstGeom prst="rect">
            <a:avLst/>
          </a:prstGeom>
          <a:noFill/>
          <a:ln>
            <a:noFill/>
          </a:ln>
        </p:spPr>
        <p:txBody>
          <a:bodyPr wrap="none" lIns="0" tIns="0" rIns="0" bIns="0" rtlCol="0" anchor="t"/>
          <a:lstStyle/>
          <a:p>
            <a:pPr algn="l" indent="0" marL="0">
              <a:lnSpc>
                <a:spcPct val="145000"/>
              </a:lnSpc>
              <a:buNone/>
            </a:pPr>
            <a:r>
              <a:rPr lang="ja-JP" altLang="en-US" sz="1650" b="1" spc="50" kern="0" dirty="0">
                <a:solidFill>
                  <a:srgbClr val="FAF9F5"/>
                </a:solidFill>
                <a:latin typeface="Noto Sans JP" pitchFamily="34" charset="0"/>
                <a:ea typeface="Noto Sans JP" pitchFamily="34" charset="-122"/>
                <a:cs typeface="Noto Sans JP" pitchFamily="34" charset="-120"/>
              </a:rPr>
              <a:t>人間の生活は</a:t>
            </a:r>
            <a:r>
              <a:rPr lang="ja-JP" altLang="en-US" sz="1650" b="1" spc="50" kern="0" dirty="0">
                <a:solidFill>
                  <a:srgbClr val="FAF9F5"/>
                </a:solidFill>
                <a:latin typeface="Noto Sans JP" pitchFamily="34" charset="0"/>
                <a:ea typeface="Noto Sans JP" pitchFamily="34" charset="-122"/>
                <a:cs typeface="Noto Sans JP" pitchFamily="34" charset="-120"/>
              </a:rPr>
              <a:t>悲惨</a:t>
            </a:r>
            <a:endParaRPr lang="ja-JP" altLang="en-US" sz="1650" b="1" spc="50" kern="0" dirty="0">
              <a:solidFill>
                <a:srgbClr val="FAF9F5"/>
              </a:solidFill>
              <a:latin typeface="Noto Sans JP" pitchFamily="34" charset="0"/>
              <a:ea typeface="Noto Sans JP" pitchFamily="34" charset="-122"/>
              <a:cs typeface="Noto Sans JP" pitchFamily="34" charset="-120"/>
            </a:endParaRPr>
          </a:p>
        </p:txBody>
      </p:sp>
      <p:sp>
        <p:nvSpPr>
          <p:cNvPr id="24" name="Text 22"/>
          <p:cNvSpPr/>
          <p:nvPr/>
        </p:nvSpPr>
        <p:spPr>
          <a:xfrm>
            <a:off x="7010430" y="4705320"/>
            <a:ext cx="2968051" cy="419070"/>
          </a:xfrm>
          <a:prstGeom prst="rect">
            <a:avLst/>
          </a:prstGeom>
          <a:noFill/>
          <a:ln>
            <a:noFill/>
          </a:ln>
        </p:spPr>
        <p:txBody>
          <a:bodyPr wrap="none" lIns="0" tIns="0" rIns="0" bIns="0" rtlCol="0" anchor="t"/>
          <a:lstStyle/>
          <a:p>
            <a:pPr algn="l" indent="0" marL="0">
              <a:lnSpc>
                <a:spcPct val="168000"/>
              </a:lnSpc>
              <a:buNone/>
            </a:pPr>
            <a:r>
              <a:rPr lang="ja-JP" altLang="en-US" sz="1425" spc="43" kern="0" dirty="0">
                <a:solidFill>
                  <a:srgbClr val="5C5A50"/>
                </a:solidFill>
                <a:latin typeface="Noto Sans JP" pitchFamily="34" charset="0"/>
                <a:ea typeface="Noto Sans JP" pitchFamily="34" charset="-122"/>
                <a:cs typeface="Noto Sans JP" pitchFamily="34" charset="-120"/>
              </a:rPr>
              <a:t>——そういう世界を描くジャンル。</a:t>
            </a:r>
            <a:endParaRPr lang="ja-JP" altLang="en-US" sz="1425" spc="43" kern="0" dirty="0">
              <a:solidFill>
                <a:srgbClr val="5C5A50"/>
              </a:solidFill>
              <a:latin typeface="Noto Sans JP" pitchFamily="34" charset="0"/>
              <a:ea typeface="Noto Sans JP" pitchFamily="34" charset="-122"/>
              <a:cs typeface="Noto Sans JP" pitchFamily="34" charset="-120"/>
            </a:endParaRPr>
          </a:p>
        </p:txBody>
      </p:sp>
      <p:sp>
        <p:nvSpPr>
          <p:cNvPr id="25" name="Text 23"/>
          <p:cNvSpPr/>
          <p:nvPr/>
        </p:nvSpPr>
        <p:spPr>
          <a:xfrm>
            <a:off x="1400221" y="6419820"/>
            <a:ext cx="381030" cy="285750"/>
          </a:xfrm>
          <a:prstGeom prst="rect">
            <a:avLst/>
          </a:prstGeom>
          <a:noFill/>
          <a:ln>
            <a:noFill/>
          </a:ln>
        </p:spPr>
        <p:txBody>
          <a:bodyPr wrap="none" lIns="0" tIns="0" rIns="0" bIns="0" rtlCol="0" anchor="t"/>
          <a:lstStyle/>
          <a:p>
            <a:pPr algn="ctr" indent="0" marL="0">
              <a:lnSpc>
                <a:spcPct val="120000"/>
              </a:lnSpc>
              <a:buNone/>
            </a:pPr>
            <a:r>
              <a:rPr lang="ja-JP" altLang="en-US" sz="1125" spc="45" kern="0" dirty="0">
                <a:solidFill>
                  <a:srgbClr val="33312A"/>
                </a:solidFill>
                <a:latin typeface="Noto Sans JP" pitchFamily="34" charset="0"/>
                <a:ea typeface="Noto Sans JP" pitchFamily="34" charset="-122"/>
                <a:cs typeface="Noto Sans JP" pitchFamily="34" charset="-120"/>
              </a:rPr>
              <a:t>8年半</a:t>
            </a:r>
            <a:endParaRPr lang="ja-JP" altLang="en-US" sz="1125" spc="45" kern="0" dirty="0">
              <a:solidFill>
                <a:srgbClr val="33312A"/>
              </a:solidFill>
              <a:latin typeface="Noto Sans JP" pitchFamily="34" charset="0"/>
              <a:ea typeface="Noto Sans JP" pitchFamily="34" charset="-122"/>
              <a:cs typeface="Noto Sans JP" pitchFamily="34" charset="-120"/>
            </a:endParaRPr>
          </a:p>
        </p:txBody>
      </p:sp>
      <p:sp>
        <p:nvSpPr>
          <p:cNvPr id="26" name="Text 24"/>
          <p:cNvSpPr/>
          <p:nvPr/>
        </p:nvSpPr>
        <p:spPr>
          <a:xfrm>
            <a:off x="914400" y="6096030"/>
            <a:ext cx="282824" cy="266730"/>
          </a:xfrm>
          <a:prstGeom prst="rect">
            <a:avLst/>
          </a:prstGeom>
          <a:noFill/>
          <a:ln>
            <a:noFill/>
          </a:ln>
        </p:spPr>
        <p:txBody>
          <a:bodyPr wrap="none" lIns="0" tIns="0" rIns="0" bIns="0" rtlCol="0" anchor="t"/>
          <a:lstStyle/>
          <a:p>
            <a:pPr algn="l" indent="0" marL="0">
              <a:lnSpc>
                <a:spcPct val="114000"/>
              </a:lnSpc>
              <a:buNone/>
            </a:pPr>
            <a:r>
              <a:rPr lang="ja-JP" altLang="en-US" sz="1050" b="1" spc="63" kern="0" dirty="0">
                <a:solidFill>
                  <a:srgbClr val="4A5D3A"/>
                </a:solidFill>
                <a:latin typeface="Noto Sans JP" pitchFamily="34" charset="0"/>
                <a:ea typeface="Noto Sans JP" pitchFamily="34" charset="-122"/>
                <a:cs typeface="Noto Sans JP" pitchFamily="34" charset="-120"/>
              </a:rPr>
              <a:t>物語</a:t>
            </a:r>
            <a:endParaRPr lang="ja-JP" altLang="en-US" sz="1050" b="1" spc="63" kern="0" dirty="0">
              <a:solidFill>
                <a:srgbClr val="4A5D3A"/>
              </a:solidFill>
              <a:latin typeface="Noto Sans JP" pitchFamily="34" charset="0"/>
              <a:ea typeface="Noto Sans JP" pitchFamily="34" charset="-122"/>
              <a:cs typeface="Noto Sans JP" pitchFamily="34" charset="-120"/>
            </a:endParaRPr>
          </a:p>
        </p:txBody>
      </p:sp>
      <p:sp>
        <p:nvSpPr>
          <p:cNvPr id="27" name="Text 25"/>
          <p:cNvSpPr/>
          <p:nvPr/>
        </p:nvSpPr>
        <p:spPr>
          <a:xfrm>
            <a:off x="1257300" y="5981730"/>
            <a:ext cx="952530" cy="285750"/>
          </a:xfrm>
          <a:prstGeom prst="rect">
            <a:avLst/>
          </a:prstGeom>
          <a:noFill/>
          <a:ln>
            <a:noFill/>
          </a:ln>
        </p:spPr>
        <p:txBody>
          <a:bodyPr wrap="none" lIns="0" tIns="0" rIns="0" bIns="0" rtlCol="0" anchor="t"/>
          <a:lstStyle/>
          <a:p>
            <a:pPr algn="r" indent="0" marL="0">
              <a:lnSpc>
                <a:spcPct val="129000"/>
              </a:lnSpc>
              <a:buNone/>
            </a:pPr>
            <a:r>
              <a:rPr lang="en-US" sz="1050" spc="63" kern="0" dirty="0">
                <a:solidFill>
                  <a:srgbClr val="6E6B60"/>
                </a:solidFill>
                <a:latin typeface="Consolas" pitchFamily="34" charset="0"/>
                <a:ea typeface="Noto Sans JP" pitchFamily="34" charset="-122"/>
                <a:cs typeface="Consolas" pitchFamily="34" charset="-120"/>
              </a:rPr>
              <a:t>2020.12</a:t>
            </a:r>
            <a:endParaRPr lang="en-US" sz="1050" spc="63" kern="0" dirty="0">
              <a:solidFill>
                <a:srgbClr val="6E6B60"/>
              </a:solidFill>
              <a:latin typeface="Consolas" pitchFamily="34" charset="0"/>
              <a:ea typeface="Noto Sans JP" pitchFamily="34" charset="-122"/>
              <a:cs typeface="Consolas" pitchFamily="34" charset="-120"/>
            </a:endParaRPr>
          </a:p>
        </p:txBody>
      </p:sp>
      <p:sp>
        <p:nvSpPr>
          <p:cNvPr id="28" name="Text 26"/>
          <p:cNvSpPr/>
          <p:nvPr/>
        </p:nvSpPr>
        <p:spPr>
          <a:xfrm>
            <a:off x="914400" y="6419820"/>
            <a:ext cx="303032" cy="285750"/>
          </a:xfrm>
          <a:prstGeom prst="rect">
            <a:avLst/>
          </a:prstGeom>
          <a:noFill/>
          <a:ln>
            <a:noFill/>
          </a:ln>
        </p:spPr>
        <p:txBody>
          <a:bodyPr wrap="none" lIns="0" tIns="0" rIns="0" bIns="0" rtlCol="0" anchor="t"/>
          <a:lstStyle/>
          <a:p>
            <a:pPr algn="l" indent="0" marL="0">
              <a:lnSpc>
                <a:spcPct val="120000"/>
              </a:lnSpc>
              <a:buNone/>
            </a:pPr>
            <a:r>
              <a:rPr lang="ja-JP" altLang="en-US" sz="1125" spc="68" kern="0" dirty="0">
                <a:solidFill>
                  <a:srgbClr val="33312A"/>
                </a:solidFill>
                <a:latin typeface="Noto Sans JP" pitchFamily="34" charset="0"/>
                <a:ea typeface="Noto Sans JP" pitchFamily="34" charset="-122"/>
                <a:cs typeface="Noto Sans JP" pitchFamily="34" charset="-120"/>
              </a:rPr>
              <a:t>発表</a:t>
            </a:r>
            <a:endParaRPr lang="ja-JP" altLang="en-US" sz="1125" spc="68" kern="0" dirty="0">
              <a:solidFill>
                <a:srgbClr val="33312A"/>
              </a:solidFill>
              <a:latin typeface="Noto Sans JP" pitchFamily="34" charset="0"/>
              <a:ea typeface="Noto Sans JP" pitchFamily="34" charset="-122"/>
              <a:cs typeface="Noto Sans JP" pitchFamily="34" charset="-120"/>
            </a:endParaRPr>
          </a:p>
        </p:txBody>
      </p:sp>
      <p:sp>
        <p:nvSpPr>
          <p:cNvPr id="29" name="Text 27"/>
          <p:cNvSpPr/>
          <p:nvPr/>
        </p:nvSpPr>
        <p:spPr>
          <a:xfrm>
            <a:off x="1257300" y="6419820"/>
            <a:ext cx="952530" cy="285750"/>
          </a:xfrm>
          <a:prstGeom prst="rect">
            <a:avLst/>
          </a:prstGeom>
          <a:noFill/>
          <a:ln>
            <a:noFill/>
          </a:ln>
        </p:spPr>
        <p:txBody>
          <a:bodyPr wrap="none" lIns="0" tIns="0" rIns="0" bIns="0" rtlCol="0" anchor="t"/>
          <a:lstStyle/>
          <a:p>
            <a:pPr algn="r" indent="0" marL="0">
              <a:lnSpc>
                <a:spcPct val="120000"/>
              </a:lnSpc>
              <a:buNone/>
            </a:pPr>
            <a:r>
              <a:rPr lang="ja-JP" altLang="en-US" sz="1125" spc="68" kern="0" dirty="0">
                <a:solidFill>
                  <a:srgbClr val="33312A"/>
                </a:solidFill>
                <a:latin typeface="Noto Sans JP" pitchFamily="34" charset="0"/>
                <a:ea typeface="Noto Sans JP" pitchFamily="34" charset="-122"/>
                <a:cs typeface="Noto Sans JP" pitchFamily="34" charset="-120"/>
              </a:rPr>
              <a:t>発売</a:t>
            </a:r>
            <a:endParaRPr lang="ja-JP" altLang="en-US" sz="1125" spc="68" kern="0" dirty="0">
              <a:solidFill>
                <a:srgbClr val="33312A"/>
              </a:solidFill>
              <a:latin typeface="Noto Sans JP" pitchFamily="34" charset="0"/>
              <a:ea typeface="Noto Sans JP" pitchFamily="34" charset="-122"/>
              <a:cs typeface="Noto Sans JP" pitchFamily="34" charset="-120"/>
            </a:endParaRPr>
          </a:p>
        </p:txBody>
      </p:sp>
      <p:sp>
        <p:nvSpPr>
          <p:cNvPr id="30" name="Shape 28"/>
          <p:cNvSpPr/>
          <p:nvPr/>
        </p:nvSpPr>
        <p:spPr>
          <a:xfrm>
            <a:off x="914400" y="790590"/>
            <a:ext cx="420624" cy="38130"/>
          </a:xfrm>
          <a:prstGeom prst="rect">
            <a:avLst/>
          </a:prstGeom>
          <a:solidFill>
            <a:srgbClr val="7E611B"/>
          </a:solidFill>
          <a:ln>
            <a:noFill/>
          </a:ln>
        </p:spPr>
      </p:sp>
      <p:sp>
        <p:nvSpPr>
          <p:cNvPr id="31" name="Shape 29"/>
          <p:cNvSpPr/>
          <p:nvPr/>
        </p:nvSpPr>
        <p:spPr>
          <a:xfrm>
            <a:off x="1408176" y="790590"/>
            <a:ext cx="420624" cy="38130"/>
          </a:xfrm>
          <a:prstGeom prst="rect">
            <a:avLst/>
          </a:prstGeom>
          <a:solidFill>
            <a:srgbClr val="7E611B"/>
          </a:solidFill>
          <a:ln>
            <a:noFill/>
          </a:ln>
        </p:spPr>
      </p:sp>
      <p:sp>
        <p:nvSpPr>
          <p:cNvPr id="32" name="Text 30"/>
          <p:cNvSpPr/>
          <p:nvPr/>
        </p:nvSpPr>
        <p:spPr>
          <a:xfrm>
            <a:off x="8420070" y="6362670"/>
            <a:ext cx="2857500" cy="209580"/>
          </a:xfrm>
          <a:prstGeom prst="rect">
            <a:avLst/>
          </a:prstGeom>
          <a:noFill/>
          <a:ln>
            <a:noFill/>
          </a:ln>
        </p:spPr>
        <p:txBody>
          <a:bodyPr wrap="square" lIns="0" tIns="0" rIns="0" bIns="0" rtlCol="0" anchor="t"/>
          <a:lstStyle/>
          <a:p>
            <a:pPr algn="r" indent="0" marL="0">
              <a:buNone/>
            </a:pPr>
            <a:r>
              <a:rPr lang="en-US" sz="975" spc="160" kern="0" dirty="0">
                <a:solidFill>
                  <a:srgbClr val="6E6B60"/>
                </a:solidFill>
                <a:latin typeface="Consolas" pitchFamily="34" charset="0"/>
                <a:ea typeface="Noto Sans JP" pitchFamily="34" charset="-122"/>
                <a:cs typeface="Consolas" pitchFamily="34" charset="-120"/>
              </a:rPr>
              <a:t>10 / 23</a:t>
            </a:r>
            <a:endParaRPr lang="en-US" sz="975" spc="160" kern="0" dirty="0">
              <a:solidFill>
                <a:srgbClr val="6E6B60"/>
              </a:solidFill>
              <a:latin typeface="Consolas" pitchFamily="34" charset="0"/>
              <a:ea typeface="Noto Sans JP" pitchFamily="34" charset="-122"/>
              <a:cs typeface="Consolas" pitchFamily="34" charset="-12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914400" y="6362670"/>
            <a:ext cx="647670" cy="0"/>
          </a:xfrm>
          <a:prstGeom prst="line">
            <a:avLst/>
          </a:prstGeom>
          <a:noFill/>
          <a:ln w="14288">
            <a:solidFill>
              <a:srgbClr val="C9C4B8"/>
            </a:solidFill>
            <a:prstDash val="solid"/>
          </a:ln>
        </p:spPr>
      </p:sp>
      <p:sp>
        <p:nvSpPr>
          <p:cNvPr id="3" name="Shape 1"/>
          <p:cNvSpPr/>
          <p:nvPr/>
        </p:nvSpPr>
        <p:spPr>
          <a:xfrm>
            <a:off x="1619220" y="6362670"/>
            <a:ext cx="7905720" cy="0"/>
          </a:xfrm>
          <a:prstGeom prst="line">
            <a:avLst/>
          </a:prstGeom>
          <a:noFill/>
          <a:ln w="14288">
            <a:solidFill>
              <a:srgbClr val="C9C4B8"/>
            </a:solidFill>
            <a:prstDash val="solid"/>
          </a:ln>
        </p:spPr>
      </p:sp>
      <p:sp>
        <p:nvSpPr>
          <p:cNvPr id="4" name="Shape 2"/>
          <p:cNvSpPr/>
          <p:nvPr/>
        </p:nvSpPr>
        <p:spPr>
          <a:xfrm>
            <a:off x="9525030" y="6362670"/>
            <a:ext cx="381030" cy="0"/>
          </a:xfrm>
          <a:prstGeom prst="line">
            <a:avLst/>
          </a:prstGeom>
          <a:noFill/>
          <a:ln w="14288">
            <a:solidFill>
              <a:srgbClr val="C9C4B8"/>
            </a:solidFill>
            <a:prstDash val="sysDot"/>
          </a:ln>
        </p:spPr>
      </p:sp>
      <p:sp>
        <p:nvSpPr>
          <p:cNvPr id="5" name="Shape 3"/>
          <p:cNvSpPr/>
          <p:nvPr/>
        </p:nvSpPr>
        <p:spPr>
          <a:xfrm>
            <a:off x="2381280" y="6362670"/>
            <a:ext cx="2343150" cy="0"/>
          </a:xfrm>
          <a:prstGeom prst="line">
            <a:avLst/>
          </a:prstGeom>
          <a:noFill/>
          <a:ln w="19050">
            <a:solidFill>
              <a:srgbClr val="7E611B"/>
            </a:solidFill>
            <a:prstDash val="dash"/>
          </a:ln>
        </p:spPr>
      </p:sp>
      <p:sp>
        <p:nvSpPr>
          <p:cNvPr id="6" name="Shape 4"/>
          <p:cNvSpPr/>
          <p:nvPr/>
        </p:nvSpPr>
        <p:spPr>
          <a:xfrm>
            <a:off x="914400" y="6267480"/>
            <a:ext cx="1371600" cy="38130"/>
          </a:xfrm>
          <a:custGeom>
            <a:avLst/>
            <a:gdLst/>
            <a:ahLst/>
            <a:cxnLst/>
            <a:rect l="l" t="t" r="r" b="b"/>
            <a:pathLst>
              <a:path w="1371600" h="38130">
                <a:moveTo>
                  <a:pt x="0" y="0"/>
                </a:moveTo>
                <a:lnTo>
                  <a:pt x="1371600" y="0"/>
                </a:lnTo>
                <a:lnTo>
                  <a:pt x="1371600" y="38130"/>
                </a:lnTo>
                <a:lnTo>
                  <a:pt x="0" y="38130"/>
                </a:lnTo>
                <a:close/>
              </a:path>
            </a:pathLst>
          </a:custGeom>
          <a:solidFill>
            <a:srgbClr val="4A5D3A">
              <a:alpha val="35000"/>
            </a:srgbClr>
          </a:solidFill>
          <a:ln>
            <a:noFill/>
          </a:ln>
        </p:spPr>
      </p:sp>
      <p:sp>
        <p:nvSpPr>
          <p:cNvPr id="7" name="Shape 5"/>
          <p:cNvSpPr/>
          <p:nvPr/>
        </p:nvSpPr>
        <p:spPr>
          <a:xfrm flipV="1">
            <a:off x="1514521" y="6315121"/>
            <a:ext cx="95280" cy="95280"/>
          </a:xfrm>
          <a:prstGeom prst="line">
            <a:avLst/>
          </a:prstGeom>
          <a:noFill/>
          <a:ln w="14288">
            <a:solidFill>
              <a:srgbClr val="6E6B60"/>
            </a:solidFill>
            <a:prstDash val="solid"/>
          </a:ln>
        </p:spPr>
      </p:sp>
      <p:sp>
        <p:nvSpPr>
          <p:cNvPr id="8" name="Shape 6"/>
          <p:cNvSpPr/>
          <p:nvPr/>
        </p:nvSpPr>
        <p:spPr>
          <a:xfrm flipV="1">
            <a:off x="1571671" y="6315121"/>
            <a:ext cx="95280" cy="95280"/>
          </a:xfrm>
          <a:prstGeom prst="line">
            <a:avLst/>
          </a:prstGeom>
          <a:noFill/>
          <a:ln w="14288">
            <a:solidFill>
              <a:srgbClr val="6E6B60"/>
            </a:solidFill>
            <a:prstDash val="solid"/>
          </a:ln>
        </p:spPr>
      </p:sp>
      <p:sp>
        <p:nvSpPr>
          <p:cNvPr id="9" name="Shape 7"/>
          <p:cNvSpPr/>
          <p:nvPr/>
        </p:nvSpPr>
        <p:spPr>
          <a:xfrm>
            <a:off x="914400" y="6315121"/>
            <a:ext cx="95280" cy="95280"/>
          </a:xfrm>
          <a:prstGeom prst="ellipse">
            <a:avLst/>
          </a:prstGeom>
          <a:solidFill>
            <a:srgbClr val="33312A"/>
          </a:solidFill>
          <a:ln>
            <a:noFill/>
          </a:ln>
        </p:spPr>
      </p:sp>
      <p:sp>
        <p:nvSpPr>
          <p:cNvPr id="10" name="Shape 8"/>
          <p:cNvSpPr/>
          <p:nvPr/>
        </p:nvSpPr>
        <p:spPr>
          <a:xfrm>
            <a:off x="2238360" y="6315121"/>
            <a:ext cx="95280" cy="95280"/>
          </a:xfrm>
          <a:prstGeom prst="ellipse">
            <a:avLst/>
          </a:prstGeom>
          <a:solidFill>
            <a:srgbClr val="33312A"/>
          </a:solidFill>
          <a:ln>
            <a:noFill/>
          </a:ln>
        </p:spPr>
      </p:sp>
      <p:sp>
        <p:nvSpPr>
          <p:cNvPr id="11" name="Shape 9"/>
          <p:cNvSpPr/>
          <p:nvPr/>
        </p:nvSpPr>
        <p:spPr>
          <a:xfrm>
            <a:off x="2324130" y="6305520"/>
            <a:ext cx="114300" cy="114300"/>
          </a:xfrm>
          <a:custGeom>
            <a:avLst/>
            <a:gdLst/>
            <a:ahLst/>
            <a:cxnLst/>
            <a:rect l="l" t="t" r="r" b="b"/>
            <a:pathLst>
              <a:path w="114300" h="114300">
                <a:moveTo>
                  <a:pt x="114300" y="57150"/>
                </a:moveTo>
                <a:lnTo>
                  <a:pt x="114300" y="66660"/>
                </a:lnTo>
                <a:lnTo>
                  <a:pt x="114300" y="76170"/>
                </a:lnTo>
                <a:lnTo>
                  <a:pt x="104790" y="85771"/>
                </a:lnTo>
                <a:lnTo>
                  <a:pt x="104790" y="95280"/>
                </a:lnTo>
                <a:lnTo>
                  <a:pt x="95280" y="104790"/>
                </a:lnTo>
                <a:lnTo>
                  <a:pt x="85771" y="104790"/>
                </a:lnTo>
                <a:lnTo>
                  <a:pt x="76170" y="114300"/>
                </a:lnTo>
                <a:lnTo>
                  <a:pt x="66660" y="114300"/>
                </a:lnTo>
                <a:lnTo>
                  <a:pt x="57150" y="114300"/>
                </a:lnTo>
                <a:lnTo>
                  <a:pt x="47640" y="114300"/>
                </a:lnTo>
                <a:lnTo>
                  <a:pt x="38130" y="114300"/>
                </a:lnTo>
                <a:lnTo>
                  <a:pt x="28621" y="104790"/>
                </a:lnTo>
                <a:lnTo>
                  <a:pt x="19020" y="104790"/>
                </a:lnTo>
                <a:lnTo>
                  <a:pt x="9510" y="95280"/>
                </a:lnTo>
                <a:lnTo>
                  <a:pt x="9510" y="85771"/>
                </a:lnTo>
                <a:lnTo>
                  <a:pt x="0" y="76170"/>
                </a:lnTo>
                <a:lnTo>
                  <a:pt x="0" y="66660"/>
                </a:lnTo>
                <a:lnTo>
                  <a:pt x="0" y="57150"/>
                </a:lnTo>
                <a:lnTo>
                  <a:pt x="0" y="47640"/>
                </a:lnTo>
                <a:lnTo>
                  <a:pt x="0" y="38130"/>
                </a:lnTo>
                <a:lnTo>
                  <a:pt x="9510" y="28621"/>
                </a:lnTo>
                <a:lnTo>
                  <a:pt x="9510" y="19020"/>
                </a:lnTo>
                <a:lnTo>
                  <a:pt x="19020" y="9510"/>
                </a:lnTo>
                <a:lnTo>
                  <a:pt x="28621" y="9510"/>
                </a:lnTo>
                <a:lnTo>
                  <a:pt x="38130" y="0"/>
                </a:lnTo>
                <a:lnTo>
                  <a:pt x="47640" y="0"/>
                </a:lnTo>
                <a:lnTo>
                  <a:pt x="57150" y="0"/>
                </a:lnTo>
                <a:lnTo>
                  <a:pt x="66660" y="0"/>
                </a:lnTo>
                <a:lnTo>
                  <a:pt x="76170" y="0"/>
                </a:lnTo>
                <a:lnTo>
                  <a:pt x="85771" y="9510"/>
                </a:lnTo>
                <a:lnTo>
                  <a:pt x="95280" y="9510"/>
                </a:lnTo>
                <a:lnTo>
                  <a:pt x="104790" y="19020"/>
                </a:lnTo>
                <a:lnTo>
                  <a:pt x="104790" y="28621"/>
                </a:lnTo>
                <a:lnTo>
                  <a:pt x="114300" y="38130"/>
                </a:lnTo>
                <a:lnTo>
                  <a:pt x="114300" y="47640"/>
                </a:lnTo>
                <a:lnTo>
                  <a:pt x="114300" y="57150"/>
                </a:lnTo>
                <a:close/>
              </a:path>
            </a:pathLst>
          </a:custGeom>
          <a:solidFill>
            <a:srgbClr val="7E611B"/>
          </a:solidFill>
          <a:ln w="9525">
            <a:solidFill>
              <a:srgbClr val="FAF9F5"/>
            </a:solidFill>
            <a:prstDash val="solid"/>
          </a:ln>
        </p:spPr>
      </p:sp>
      <p:sp>
        <p:nvSpPr>
          <p:cNvPr id="12" name="Shape 10"/>
          <p:cNvSpPr/>
          <p:nvPr/>
        </p:nvSpPr>
        <p:spPr>
          <a:xfrm>
            <a:off x="4676790" y="6315121"/>
            <a:ext cx="95280" cy="95280"/>
          </a:xfrm>
          <a:prstGeom prst="ellipse">
            <a:avLst/>
          </a:prstGeom>
          <a:solidFill>
            <a:srgbClr val="33312A"/>
          </a:solidFill>
          <a:ln>
            <a:noFill/>
          </a:ln>
        </p:spPr>
      </p:sp>
      <p:sp>
        <p:nvSpPr>
          <p:cNvPr id="13" name="Shape 11"/>
          <p:cNvSpPr/>
          <p:nvPr/>
        </p:nvSpPr>
        <p:spPr>
          <a:xfrm>
            <a:off x="9477390" y="6315121"/>
            <a:ext cx="95280" cy="95280"/>
          </a:xfrm>
          <a:custGeom>
            <a:avLst/>
            <a:gdLst/>
            <a:ahLst/>
            <a:cxnLst/>
            <a:rect l="l" t="t" r="r" b="b"/>
            <a:pathLst>
              <a:path w="95280" h="95280">
                <a:moveTo>
                  <a:pt x="95280" y="47640"/>
                </a:moveTo>
                <a:lnTo>
                  <a:pt x="95280" y="57150"/>
                </a:lnTo>
                <a:lnTo>
                  <a:pt x="95280" y="66660"/>
                </a:lnTo>
                <a:lnTo>
                  <a:pt x="85771" y="76170"/>
                </a:lnTo>
                <a:lnTo>
                  <a:pt x="85771" y="76170"/>
                </a:lnTo>
                <a:lnTo>
                  <a:pt x="76170" y="85771"/>
                </a:lnTo>
                <a:lnTo>
                  <a:pt x="76170" y="85771"/>
                </a:lnTo>
                <a:lnTo>
                  <a:pt x="66660" y="95280"/>
                </a:lnTo>
                <a:lnTo>
                  <a:pt x="57150" y="95280"/>
                </a:lnTo>
                <a:lnTo>
                  <a:pt x="47640" y="95280"/>
                </a:lnTo>
                <a:lnTo>
                  <a:pt x="38130" y="95280"/>
                </a:lnTo>
                <a:lnTo>
                  <a:pt x="28621" y="95280"/>
                </a:lnTo>
                <a:lnTo>
                  <a:pt x="28621" y="85771"/>
                </a:lnTo>
                <a:lnTo>
                  <a:pt x="19020" y="85771"/>
                </a:lnTo>
                <a:lnTo>
                  <a:pt x="9510" y="76170"/>
                </a:lnTo>
                <a:lnTo>
                  <a:pt x="9510" y="76170"/>
                </a:lnTo>
                <a:lnTo>
                  <a:pt x="0" y="66660"/>
                </a:lnTo>
                <a:lnTo>
                  <a:pt x="0" y="57150"/>
                </a:lnTo>
                <a:lnTo>
                  <a:pt x="0" y="47640"/>
                </a:lnTo>
                <a:lnTo>
                  <a:pt x="0" y="38130"/>
                </a:lnTo>
                <a:lnTo>
                  <a:pt x="0" y="28621"/>
                </a:lnTo>
                <a:lnTo>
                  <a:pt x="9510" y="28621"/>
                </a:lnTo>
                <a:lnTo>
                  <a:pt x="9510" y="19020"/>
                </a:lnTo>
                <a:lnTo>
                  <a:pt x="19020" y="9510"/>
                </a:lnTo>
                <a:lnTo>
                  <a:pt x="28621" y="9510"/>
                </a:lnTo>
                <a:lnTo>
                  <a:pt x="28621" y="0"/>
                </a:lnTo>
                <a:lnTo>
                  <a:pt x="38130" y="0"/>
                </a:lnTo>
                <a:lnTo>
                  <a:pt x="47640" y="0"/>
                </a:lnTo>
                <a:lnTo>
                  <a:pt x="57150" y="0"/>
                </a:lnTo>
                <a:lnTo>
                  <a:pt x="66660" y="0"/>
                </a:lnTo>
                <a:lnTo>
                  <a:pt x="76170" y="9510"/>
                </a:lnTo>
                <a:lnTo>
                  <a:pt x="76170" y="9510"/>
                </a:lnTo>
                <a:lnTo>
                  <a:pt x="85771" y="19020"/>
                </a:lnTo>
                <a:lnTo>
                  <a:pt x="85771" y="28621"/>
                </a:lnTo>
                <a:lnTo>
                  <a:pt x="95280" y="28621"/>
                </a:lnTo>
                <a:lnTo>
                  <a:pt x="95280" y="38130"/>
                </a:lnTo>
                <a:lnTo>
                  <a:pt x="95280" y="47640"/>
                </a:lnTo>
                <a:close/>
              </a:path>
            </a:pathLst>
          </a:custGeom>
          <a:solidFill>
            <a:srgbClr val="FAF9F5"/>
          </a:solidFill>
          <a:ln w="14288">
            <a:solidFill>
              <a:srgbClr val="C9C4B8"/>
            </a:solidFill>
            <a:prstDash val="solid"/>
          </a:ln>
        </p:spPr>
      </p:sp>
      <p:sp>
        <p:nvSpPr>
          <p:cNvPr id="14" name="Text 12"/>
          <p:cNvSpPr/>
          <p:nvPr/>
        </p:nvSpPr>
        <p:spPr>
          <a:xfrm>
            <a:off x="914400" y="457200"/>
            <a:ext cx="266730" cy="304770"/>
          </a:xfrm>
          <a:prstGeom prst="rect">
            <a:avLst/>
          </a:prstGeom>
          <a:noFill/>
          <a:ln>
            <a:noFill/>
          </a:ln>
        </p:spPr>
        <p:txBody>
          <a:bodyPr wrap="none" lIns="0" tIns="0" rIns="0" bIns="0" rtlCol="0" anchor="t"/>
          <a:lstStyle/>
          <a:p>
            <a:pPr algn="l" indent="0" marL="0">
              <a:lnSpc>
                <a:spcPct val="154000"/>
              </a:lnSpc>
              <a:buNone/>
            </a:pPr>
            <a:r>
              <a:rPr lang="en-US" sz="975" b="1" spc="156" kern="0" dirty="0">
                <a:solidFill>
                  <a:srgbClr val="7E611B"/>
                </a:solidFill>
                <a:latin typeface="Consolas" pitchFamily="34" charset="0"/>
                <a:ea typeface="Noto Sans JP" pitchFamily="34" charset="-122"/>
                <a:cs typeface="Consolas" pitchFamily="34" charset="-120"/>
              </a:rPr>
              <a:t>S11</a:t>
            </a:r>
            <a:endParaRPr lang="en-US" sz="975" b="1" spc="156" kern="0" dirty="0">
              <a:solidFill>
                <a:srgbClr val="7E611B"/>
              </a:solidFill>
              <a:latin typeface="Consolas" pitchFamily="34" charset="0"/>
              <a:ea typeface="Noto Sans JP" pitchFamily="34" charset="-122"/>
              <a:cs typeface="Consolas" pitchFamily="34" charset="-120"/>
            </a:endParaRPr>
          </a:p>
        </p:txBody>
      </p:sp>
      <p:sp>
        <p:nvSpPr>
          <p:cNvPr id="15" name="Text 13"/>
          <p:cNvSpPr/>
          <p:nvPr/>
        </p:nvSpPr>
        <p:spPr>
          <a:xfrm>
            <a:off x="1333470" y="438180"/>
            <a:ext cx="295260" cy="314371"/>
          </a:xfrm>
          <a:prstGeom prst="rect">
            <a:avLst/>
          </a:prstGeom>
          <a:noFill/>
          <a:ln>
            <a:noFill/>
          </a:ln>
        </p:spPr>
        <p:txBody>
          <a:bodyPr wrap="none" lIns="0" tIns="0" rIns="0" bIns="0" rtlCol="0" anchor="t"/>
          <a:lstStyle/>
          <a:p>
            <a:pPr algn="l" indent="0" marL="0">
              <a:lnSpc>
                <a:spcPct val="150000"/>
              </a:lnSpc>
              <a:buNone/>
            </a:pPr>
            <a:r>
              <a:rPr lang="ja-JP" altLang="en-US" sz="1050" spc="126" kern="0" dirty="0">
                <a:solidFill>
                  <a:srgbClr val="33312A"/>
                </a:solidFill>
                <a:latin typeface="Noto Sans JP" pitchFamily="34" charset="0"/>
                <a:ea typeface="Noto Sans JP" pitchFamily="34" charset="-122"/>
                <a:cs typeface="Noto Sans JP" pitchFamily="34" charset="-120"/>
              </a:rPr>
              <a:t>崩壊</a:t>
            </a:r>
            <a:endParaRPr lang="ja-JP" altLang="en-US" sz="1050" spc="126" kern="0" dirty="0">
              <a:solidFill>
                <a:srgbClr val="33312A"/>
              </a:solidFill>
              <a:latin typeface="Noto Sans JP" pitchFamily="34" charset="0"/>
              <a:ea typeface="Noto Sans JP" pitchFamily="34" charset="-122"/>
              <a:cs typeface="Noto Sans JP" pitchFamily="34" charset="-120"/>
            </a:endParaRPr>
          </a:p>
        </p:txBody>
      </p:sp>
      <p:sp>
        <p:nvSpPr>
          <p:cNvPr id="16" name="Text 14"/>
          <p:cNvSpPr/>
          <p:nvPr/>
        </p:nvSpPr>
        <p:spPr>
          <a:xfrm>
            <a:off x="10677540" y="457200"/>
            <a:ext cx="600121" cy="304770"/>
          </a:xfrm>
          <a:prstGeom prst="rect">
            <a:avLst/>
          </a:prstGeom>
          <a:noFill/>
          <a:ln>
            <a:noFill/>
          </a:ln>
        </p:spPr>
        <p:txBody>
          <a:bodyPr wrap="none" lIns="0" tIns="0" rIns="0" bIns="0" rtlCol="0" anchor="t"/>
          <a:lstStyle/>
          <a:p>
            <a:pPr algn="l" indent="0" marL="0">
              <a:lnSpc>
                <a:spcPct val="154000"/>
              </a:lnSpc>
              <a:buNone/>
            </a:pPr>
            <a:r>
              <a:rPr lang="en-US" sz="975" spc="137" kern="0" dirty="0">
                <a:solidFill>
                  <a:srgbClr val="6E6B60"/>
                </a:solidFill>
                <a:latin typeface="Consolas" pitchFamily="34" charset="0"/>
                <a:ea typeface="Noto Sans JP" pitchFamily="34" charset="-122"/>
                <a:cs typeface="Consolas" pitchFamily="34" charset="-120"/>
              </a:rPr>
              <a:t>2020.12</a:t>
            </a:r>
            <a:endParaRPr lang="en-US" sz="975" spc="137" kern="0" dirty="0">
              <a:solidFill>
                <a:srgbClr val="6E6B60"/>
              </a:solidFill>
              <a:latin typeface="Consolas" pitchFamily="34" charset="0"/>
              <a:ea typeface="Noto Sans JP" pitchFamily="34" charset="-122"/>
              <a:cs typeface="Consolas" pitchFamily="34" charset="-120"/>
            </a:endParaRPr>
          </a:p>
        </p:txBody>
      </p:sp>
      <p:sp>
        <p:nvSpPr>
          <p:cNvPr id="17" name="Shape 15"/>
          <p:cNvSpPr/>
          <p:nvPr/>
        </p:nvSpPr>
        <p:spPr>
          <a:xfrm>
            <a:off x="914400" y="800100"/>
            <a:ext cx="10363170" cy="9510"/>
          </a:xfrm>
          <a:prstGeom prst="rect">
            <a:avLst/>
          </a:prstGeom>
          <a:solidFill>
            <a:srgbClr val="C9C4B8"/>
          </a:solidFill>
          <a:ln>
            <a:noFill/>
          </a:ln>
        </p:spPr>
      </p:sp>
      <p:sp>
        <p:nvSpPr>
          <p:cNvPr id="18" name="Text 16"/>
          <p:cNvSpPr/>
          <p:nvPr/>
        </p:nvSpPr>
        <p:spPr>
          <a:xfrm>
            <a:off x="914400" y="1524030"/>
            <a:ext cx="8705820" cy="943204"/>
          </a:xfrm>
          <a:prstGeom prst="rect">
            <a:avLst/>
          </a:prstGeom>
          <a:noFill/>
          <a:ln>
            <a:noFill/>
          </a:ln>
        </p:spPr>
        <p:txBody>
          <a:bodyPr wrap="square" lIns="0" tIns="0" rIns="0" bIns="0" rtlCol="0" anchor="t"/>
          <a:lstStyle/>
          <a:p>
            <a:pPr algn="l" indent="0" marL="0">
              <a:lnSpc>
                <a:spcPct val="161000"/>
              </a:lnSpc>
              <a:buNone/>
            </a:pPr>
            <a:r>
              <a:rPr lang="ja-JP" altLang="en-US" sz="1725" dirty="0">
                <a:solidFill>
                  <a:srgbClr val="33312A"/>
                </a:solidFill>
                <a:latin typeface="Noto Sans JP Medium" pitchFamily="34" charset="0"/>
                <a:ea typeface="Noto Sans JP Medium" pitchFamily="34" charset="-122"/>
                <a:cs typeface="Noto Sans JP Medium" pitchFamily="34" charset="-120"/>
              </a:rPr>
              <a:t>2020</a:t>
            </a:r>
            <a:r>
              <a:rPr lang="ja-JP" altLang="en-US" sz="1650" dirty="0">
                <a:solidFill>
                  <a:srgbClr val="33312A"/>
                </a:solidFill>
                <a:latin typeface="Noto Sans JP" pitchFamily="34" charset="0"/>
                <a:ea typeface="Noto Sans JP" pitchFamily="34" charset="-122"/>
                <a:cs typeface="Noto Sans JP" pitchFamily="34" charset="-120"/>
              </a:rPr>
              <a:t>年</a:t>
            </a:r>
            <a:r>
              <a:rPr lang="ja-JP" altLang="en-US" sz="1725" dirty="0">
                <a:solidFill>
                  <a:srgbClr val="33312A"/>
                </a:solidFill>
                <a:latin typeface="Noto Sans JP Medium" pitchFamily="34" charset="0"/>
                <a:ea typeface="Noto Sans JP Medium" pitchFamily="34" charset="-122"/>
                <a:cs typeface="Noto Sans JP Medium" pitchFamily="34" charset="-120"/>
              </a:rPr>
              <a:t>12</a:t>
            </a:r>
            <a:r>
              <a:rPr lang="ja-JP" altLang="en-US" sz="1650" dirty="0">
                <a:solidFill>
                  <a:srgbClr val="33312A"/>
                </a:solidFill>
                <a:latin typeface="Noto Sans JP" pitchFamily="34" charset="0"/>
                <a:ea typeface="Noto Sans JP" pitchFamily="34" charset="-122"/>
                <a:cs typeface="Noto Sans JP" pitchFamily="34" charset="-120"/>
              </a:rPr>
              <a:t>月、発売。</a:t>
            </a:r>
            <a:endParaRPr lang="ja-JP" altLang="en-US" sz="1650" dirty="0">
              <a:solidFill>
                <a:srgbClr val="33312A"/>
              </a:solidFill>
              <a:latin typeface="Noto Sans JP" pitchFamily="34" charset="0"/>
              <a:ea typeface="Noto Sans JP" pitchFamily="34" charset="-122"/>
              <a:cs typeface="Noto Sans JP" pitchFamily="34" charset="-120"/>
            </a:endParaRPr>
          </a:p>
          <a:p>
            <a:pPr algn="l" indent="0" marL="0">
              <a:lnSpc>
                <a:spcPct val="161000"/>
              </a:lnSpc>
              <a:spcBef>
                <a:spcPts val="750"/>
              </a:spcBef>
              <a:buNone/>
            </a:pPr>
            <a:r>
              <a:rPr lang="ja-JP" altLang="en-US" sz="1650" dirty="0">
                <a:solidFill>
                  <a:srgbClr val="33312A"/>
                </a:solidFill>
                <a:latin typeface="Noto Sans JP" pitchFamily="34" charset="0"/>
                <a:ea typeface="Noto Sans JP" pitchFamily="34" charset="-122"/>
                <a:cs typeface="Noto Sans JP" pitchFamily="34" charset="-120"/>
              </a:rPr>
              <a:t>バグだらけで、一つ前の世代の機種では、まともに動かなかった。</a:t>
            </a:r>
            <a:endParaRPr lang="ja-JP" altLang="en-US" sz="1650" dirty="0">
              <a:solidFill>
                <a:srgbClr val="33312A"/>
              </a:solidFill>
              <a:latin typeface="Noto Sans JP" pitchFamily="34" charset="0"/>
              <a:ea typeface="Noto Sans JP" pitchFamily="34" charset="-122"/>
              <a:cs typeface="Noto Sans JP" pitchFamily="34" charset="-120"/>
            </a:endParaRPr>
          </a:p>
        </p:txBody>
      </p:sp>
      <p:sp>
        <p:nvSpPr>
          <p:cNvPr id="19" name="Shape 17"/>
          <p:cNvSpPr/>
          <p:nvPr/>
        </p:nvSpPr>
        <p:spPr>
          <a:xfrm>
            <a:off x="914400" y="4305270"/>
            <a:ext cx="419070" cy="19020"/>
          </a:xfrm>
          <a:prstGeom prst="rect">
            <a:avLst/>
          </a:prstGeom>
          <a:solidFill>
            <a:srgbClr val="4A5D3A"/>
          </a:solidFill>
          <a:ln>
            <a:noFill/>
          </a:ln>
        </p:spPr>
      </p:sp>
      <p:sp>
        <p:nvSpPr>
          <p:cNvPr id="20" name="Text 18"/>
          <p:cNvSpPr/>
          <p:nvPr/>
        </p:nvSpPr>
        <p:spPr>
          <a:xfrm>
            <a:off x="914400" y="4648170"/>
            <a:ext cx="9734520" cy="1213409"/>
          </a:xfrm>
          <a:prstGeom prst="rect">
            <a:avLst/>
          </a:prstGeom>
          <a:noFill/>
          <a:ln>
            <a:noFill/>
          </a:ln>
        </p:spPr>
        <p:txBody>
          <a:bodyPr wrap="square" lIns="0" tIns="0" rIns="0" bIns="0" rtlCol="0" anchor="t"/>
          <a:lstStyle/>
          <a:p>
            <a:pPr algn="l" indent="0" marL="0">
              <a:lnSpc>
                <a:spcPct val="140000"/>
              </a:lnSpc>
              <a:buNone/>
            </a:pPr>
            <a:r>
              <a:rPr lang="ja-JP" altLang="en-US" sz="3000" dirty="0">
                <a:solidFill>
                  <a:srgbClr val="1B1A16"/>
                </a:solidFill>
                <a:latin typeface="Noto Serif JP SemiBold" pitchFamily="34" charset="0"/>
                <a:ea typeface="Noto Serif JP SemiBold" pitchFamily="34" charset="-122"/>
                <a:cs typeface="Noto Serif JP SemiBold" pitchFamily="34" charset="-120"/>
              </a:rPr>
              <a:t>PlayStation ストアから、</a:t>
            </a:r>
            <a:r>
              <a:rPr lang="ja-JP" altLang="en-US" sz="3000" dirty="0">
                <a:solidFill>
                  <a:srgbClr val="7E611B"/>
                </a:solidFill>
                <a:latin typeface="Noto Serif JP SemiBold" pitchFamily="34" charset="0"/>
                <a:ea typeface="Noto Serif JP SemiBold" pitchFamily="34" charset="-122"/>
                <a:cs typeface="Noto Serif JP SemiBold" pitchFamily="34" charset="-120"/>
              </a:rPr>
              <a:t>削除</a:t>
            </a:r>
            <a:r>
              <a:rPr lang="ja-JP" altLang="en-US" sz="3000" dirty="0">
                <a:solidFill>
                  <a:srgbClr val="1B1A16"/>
                </a:solidFill>
                <a:latin typeface="Noto Serif JP SemiBold" pitchFamily="34" charset="0"/>
                <a:ea typeface="Noto Serif JP SemiBold" pitchFamily="34" charset="-122"/>
                <a:cs typeface="Noto Serif JP SemiBold" pitchFamily="34" charset="-120"/>
              </a:rPr>
              <a:t>。</a:t>
            </a:r>
            <a:endParaRPr lang="ja-JP" altLang="en-US" sz="3000" dirty="0">
              <a:solidFill>
                <a:srgbClr val="1B1A16"/>
              </a:solidFill>
              <a:latin typeface="Noto Serif JP SemiBold" pitchFamily="34" charset="0"/>
              <a:ea typeface="Noto Serif JP SemiBold" pitchFamily="34" charset="-122"/>
              <a:cs typeface="Noto Serif JP SemiBold" pitchFamily="34" charset="-120"/>
            </a:endParaRPr>
          </a:p>
          <a:p>
            <a:pPr algn="l" indent="0" marL="0">
              <a:lnSpc>
                <a:spcPct val="140000"/>
              </a:lnSpc>
              <a:spcBef>
                <a:spcPts val="1650"/>
              </a:spcBef>
              <a:buNone/>
            </a:pPr>
            <a:r>
              <a:rPr lang="ja-JP" altLang="en-US" sz="1650" dirty="0">
                <a:solidFill>
                  <a:srgbClr val="33312A"/>
                </a:solidFill>
                <a:latin typeface="Noto Sans JP" pitchFamily="34" charset="0"/>
                <a:ea typeface="Noto Sans JP" pitchFamily="34" charset="-122"/>
                <a:cs typeface="Noto Sans JP" pitchFamily="34" charset="-120"/>
              </a:rPr>
              <a:t>返金対応。</a:t>
            </a:r>
            <a:r>
              <a:rPr lang="ja-JP" altLang="en-US" sz="1500" dirty="0">
                <a:solidFill>
                  <a:srgbClr val="6E6B60"/>
                </a:solidFill>
                <a:latin typeface="Consolas" pitchFamily="34" charset="0"/>
                <a:ea typeface="Noto Sans JP" pitchFamily="34" charset="-122"/>
                <a:cs typeface="Consolas" pitchFamily="34" charset="-120"/>
              </a:rPr>
              <a:t>　</a:t>
            </a:r>
            <a:r>
              <a:rPr lang="ja-JP" altLang="en-US" sz="975" dirty="0">
                <a:solidFill>
                  <a:srgbClr val="6E6B60"/>
                </a:solidFill>
                <a:latin typeface="Consolas" pitchFamily="34" charset="0"/>
                <a:ea typeface="Noto Sans JP" pitchFamily="34" charset="-122"/>
                <a:cs typeface="Consolas" pitchFamily="34" charset="-120"/>
              </a:rPr>
              <a:t>2020.12.18 削除 → 2021.06.21 復帰</a:t>
            </a:r>
            <a:endParaRPr lang="ja-JP" altLang="en-US" sz="975" dirty="0">
              <a:solidFill>
                <a:srgbClr val="6E6B60"/>
              </a:solidFill>
              <a:latin typeface="Consolas" pitchFamily="34" charset="0"/>
              <a:ea typeface="Noto Sans JP" pitchFamily="34" charset="-122"/>
              <a:cs typeface="Consolas" pitchFamily="34" charset="-120"/>
            </a:endParaRPr>
          </a:p>
        </p:txBody>
      </p:sp>
      <p:sp>
        <p:nvSpPr>
          <p:cNvPr id="21" name="Text 19"/>
          <p:cNvSpPr/>
          <p:nvPr/>
        </p:nvSpPr>
        <p:spPr>
          <a:xfrm>
            <a:off x="1257300" y="5981730"/>
            <a:ext cx="952530" cy="285750"/>
          </a:xfrm>
          <a:prstGeom prst="rect">
            <a:avLst/>
          </a:prstGeom>
          <a:noFill/>
          <a:ln>
            <a:noFill/>
          </a:ln>
        </p:spPr>
        <p:txBody>
          <a:bodyPr wrap="none" lIns="0" tIns="0" rIns="0" bIns="0" rtlCol="0" anchor="t"/>
          <a:lstStyle/>
          <a:p>
            <a:pPr algn="r" indent="0" marL="0">
              <a:lnSpc>
                <a:spcPct val="129000"/>
              </a:lnSpc>
              <a:buNone/>
            </a:pPr>
            <a:r>
              <a:rPr lang="en-US" sz="1050" spc="63" kern="0" dirty="0">
                <a:solidFill>
                  <a:srgbClr val="6E6B60"/>
                </a:solidFill>
                <a:latin typeface="Consolas" pitchFamily="34" charset="0"/>
                <a:ea typeface="Noto Sans JP" pitchFamily="34" charset="-122"/>
                <a:cs typeface="Consolas" pitchFamily="34" charset="-120"/>
              </a:rPr>
              <a:t>2020.12</a:t>
            </a:r>
            <a:endParaRPr lang="en-US" sz="1050" spc="63" kern="0" dirty="0">
              <a:solidFill>
                <a:srgbClr val="6E6B60"/>
              </a:solidFill>
              <a:latin typeface="Consolas" pitchFamily="34" charset="0"/>
              <a:ea typeface="Noto Sans JP" pitchFamily="34" charset="-122"/>
              <a:cs typeface="Consolas" pitchFamily="34" charset="-120"/>
            </a:endParaRPr>
          </a:p>
        </p:txBody>
      </p:sp>
      <p:sp>
        <p:nvSpPr>
          <p:cNvPr id="22" name="Text 20"/>
          <p:cNvSpPr/>
          <p:nvPr/>
        </p:nvSpPr>
        <p:spPr>
          <a:xfrm>
            <a:off x="2419320" y="5981730"/>
            <a:ext cx="406634" cy="285750"/>
          </a:xfrm>
          <a:prstGeom prst="rect">
            <a:avLst/>
          </a:prstGeom>
          <a:noFill/>
          <a:ln>
            <a:noFill/>
          </a:ln>
        </p:spPr>
        <p:txBody>
          <a:bodyPr wrap="none" lIns="0" tIns="0" rIns="0" bIns="0" rtlCol="0" anchor="t"/>
          <a:lstStyle/>
          <a:p>
            <a:pPr algn="l" indent="0" marL="0">
              <a:lnSpc>
                <a:spcPct val="129000"/>
              </a:lnSpc>
              <a:buNone/>
            </a:pPr>
            <a:r>
              <a:rPr lang="en-US" sz="1050" spc="63" kern="0" dirty="0">
                <a:solidFill>
                  <a:srgbClr val="6E6B60"/>
                </a:solidFill>
                <a:latin typeface="Consolas" pitchFamily="34" charset="0"/>
                <a:ea typeface="Noto Sans JP" pitchFamily="34" charset="-122"/>
                <a:cs typeface="Consolas" pitchFamily="34" charset="-120"/>
              </a:rPr>
              <a:t>12.18</a:t>
            </a:r>
            <a:endParaRPr lang="en-US" sz="1050" spc="63" kern="0" dirty="0">
              <a:solidFill>
                <a:srgbClr val="6E6B60"/>
              </a:solidFill>
              <a:latin typeface="Consolas" pitchFamily="34" charset="0"/>
              <a:ea typeface="Noto Sans JP" pitchFamily="34" charset="-122"/>
              <a:cs typeface="Consolas" pitchFamily="34" charset="-120"/>
            </a:endParaRPr>
          </a:p>
        </p:txBody>
      </p:sp>
      <p:sp>
        <p:nvSpPr>
          <p:cNvPr id="23" name="Text 21"/>
          <p:cNvSpPr/>
          <p:nvPr/>
        </p:nvSpPr>
        <p:spPr>
          <a:xfrm>
            <a:off x="4152930" y="5981730"/>
            <a:ext cx="1143000" cy="285750"/>
          </a:xfrm>
          <a:prstGeom prst="rect">
            <a:avLst/>
          </a:prstGeom>
          <a:noFill/>
          <a:ln>
            <a:noFill/>
          </a:ln>
        </p:spPr>
        <p:txBody>
          <a:bodyPr wrap="none" lIns="0" tIns="0" rIns="0" bIns="0" rtlCol="0" anchor="t"/>
          <a:lstStyle/>
          <a:p>
            <a:pPr algn="ctr" indent="0" marL="0">
              <a:lnSpc>
                <a:spcPct val="129000"/>
              </a:lnSpc>
              <a:buNone/>
            </a:pPr>
            <a:r>
              <a:rPr lang="en-US" sz="1050" spc="63" kern="0" dirty="0">
                <a:solidFill>
                  <a:srgbClr val="6E6B60"/>
                </a:solidFill>
                <a:latin typeface="Consolas" pitchFamily="34" charset="0"/>
                <a:ea typeface="Noto Sans JP" pitchFamily="34" charset="-122"/>
                <a:cs typeface="Consolas" pitchFamily="34" charset="-120"/>
              </a:rPr>
              <a:t>2021.06.21</a:t>
            </a:r>
            <a:endParaRPr lang="en-US" sz="1050" spc="63" kern="0" dirty="0">
              <a:solidFill>
                <a:srgbClr val="6E6B60"/>
              </a:solidFill>
              <a:latin typeface="Consolas" pitchFamily="34" charset="0"/>
              <a:ea typeface="Noto Sans JP" pitchFamily="34" charset="-122"/>
              <a:cs typeface="Consolas" pitchFamily="34" charset="-120"/>
            </a:endParaRPr>
          </a:p>
        </p:txBody>
      </p:sp>
      <p:sp>
        <p:nvSpPr>
          <p:cNvPr id="24" name="Text 22"/>
          <p:cNvSpPr/>
          <p:nvPr/>
        </p:nvSpPr>
        <p:spPr>
          <a:xfrm>
            <a:off x="914400" y="6419820"/>
            <a:ext cx="303032" cy="285750"/>
          </a:xfrm>
          <a:prstGeom prst="rect">
            <a:avLst/>
          </a:prstGeom>
          <a:noFill/>
          <a:ln>
            <a:noFill/>
          </a:ln>
        </p:spPr>
        <p:txBody>
          <a:bodyPr wrap="none" lIns="0" tIns="0" rIns="0" bIns="0" rtlCol="0" anchor="t"/>
          <a:lstStyle/>
          <a:p>
            <a:pPr algn="l" indent="0" marL="0">
              <a:lnSpc>
                <a:spcPct val="120000"/>
              </a:lnSpc>
              <a:buNone/>
            </a:pPr>
            <a:r>
              <a:rPr lang="ja-JP" altLang="en-US" sz="1125" spc="68" kern="0" dirty="0">
                <a:solidFill>
                  <a:srgbClr val="33312A"/>
                </a:solidFill>
                <a:latin typeface="Noto Sans JP" pitchFamily="34" charset="0"/>
                <a:ea typeface="Noto Sans JP" pitchFamily="34" charset="-122"/>
                <a:cs typeface="Noto Sans JP" pitchFamily="34" charset="-120"/>
              </a:rPr>
              <a:t>発表</a:t>
            </a:r>
            <a:endParaRPr lang="ja-JP" altLang="en-US" sz="1125" spc="68" kern="0" dirty="0">
              <a:solidFill>
                <a:srgbClr val="33312A"/>
              </a:solidFill>
              <a:latin typeface="Noto Sans JP" pitchFamily="34" charset="0"/>
              <a:ea typeface="Noto Sans JP" pitchFamily="34" charset="-122"/>
              <a:cs typeface="Noto Sans JP" pitchFamily="34" charset="-120"/>
            </a:endParaRPr>
          </a:p>
        </p:txBody>
      </p:sp>
      <p:sp>
        <p:nvSpPr>
          <p:cNvPr id="25" name="Text 23"/>
          <p:cNvSpPr/>
          <p:nvPr/>
        </p:nvSpPr>
        <p:spPr>
          <a:xfrm>
            <a:off x="1257300" y="6419820"/>
            <a:ext cx="952530" cy="285750"/>
          </a:xfrm>
          <a:prstGeom prst="rect">
            <a:avLst/>
          </a:prstGeom>
          <a:noFill/>
          <a:ln>
            <a:noFill/>
          </a:ln>
        </p:spPr>
        <p:txBody>
          <a:bodyPr wrap="none" lIns="0" tIns="0" rIns="0" bIns="0" rtlCol="0" anchor="t"/>
          <a:lstStyle/>
          <a:p>
            <a:pPr algn="r" indent="0" marL="0">
              <a:lnSpc>
                <a:spcPct val="120000"/>
              </a:lnSpc>
              <a:buNone/>
            </a:pPr>
            <a:r>
              <a:rPr lang="ja-JP" altLang="en-US" sz="1125" spc="68" kern="0" dirty="0">
                <a:solidFill>
                  <a:srgbClr val="33312A"/>
                </a:solidFill>
                <a:latin typeface="Noto Sans JP" pitchFamily="34" charset="0"/>
                <a:ea typeface="Noto Sans JP" pitchFamily="34" charset="-122"/>
                <a:cs typeface="Noto Sans JP" pitchFamily="34" charset="-120"/>
              </a:rPr>
              <a:t>発売</a:t>
            </a:r>
            <a:endParaRPr lang="ja-JP" altLang="en-US" sz="1125" spc="68" kern="0" dirty="0">
              <a:solidFill>
                <a:srgbClr val="33312A"/>
              </a:solidFill>
              <a:latin typeface="Noto Sans JP" pitchFamily="34" charset="0"/>
              <a:ea typeface="Noto Sans JP" pitchFamily="34" charset="-122"/>
              <a:cs typeface="Noto Sans JP" pitchFamily="34" charset="-120"/>
            </a:endParaRPr>
          </a:p>
        </p:txBody>
      </p:sp>
      <p:sp>
        <p:nvSpPr>
          <p:cNvPr id="26" name="Text 24"/>
          <p:cNvSpPr/>
          <p:nvPr/>
        </p:nvSpPr>
        <p:spPr>
          <a:xfrm>
            <a:off x="2419320" y="6419820"/>
            <a:ext cx="303032" cy="285750"/>
          </a:xfrm>
          <a:prstGeom prst="rect">
            <a:avLst/>
          </a:prstGeom>
          <a:noFill/>
          <a:ln>
            <a:noFill/>
          </a:ln>
        </p:spPr>
        <p:txBody>
          <a:bodyPr wrap="none" lIns="0" tIns="0" rIns="0" bIns="0" rtlCol="0" anchor="t"/>
          <a:lstStyle/>
          <a:p>
            <a:pPr algn="l" indent="0" marL="0">
              <a:lnSpc>
                <a:spcPct val="120000"/>
              </a:lnSpc>
              <a:buNone/>
            </a:pPr>
            <a:r>
              <a:rPr lang="ja-JP" altLang="en-US" sz="1125" spc="68" kern="0" dirty="0">
                <a:solidFill>
                  <a:srgbClr val="33312A"/>
                </a:solidFill>
                <a:latin typeface="Noto Sans JP" pitchFamily="34" charset="0"/>
                <a:ea typeface="Noto Sans JP" pitchFamily="34" charset="-122"/>
                <a:cs typeface="Noto Sans JP" pitchFamily="34" charset="-120"/>
              </a:rPr>
              <a:t>削除</a:t>
            </a:r>
            <a:endParaRPr lang="ja-JP" altLang="en-US" sz="1125" spc="68" kern="0" dirty="0">
              <a:solidFill>
                <a:srgbClr val="33312A"/>
              </a:solidFill>
              <a:latin typeface="Noto Sans JP" pitchFamily="34" charset="0"/>
              <a:ea typeface="Noto Sans JP" pitchFamily="34" charset="-122"/>
              <a:cs typeface="Noto Sans JP" pitchFamily="34" charset="-120"/>
            </a:endParaRPr>
          </a:p>
        </p:txBody>
      </p:sp>
      <p:sp>
        <p:nvSpPr>
          <p:cNvPr id="27" name="Text 25"/>
          <p:cNvSpPr/>
          <p:nvPr/>
        </p:nvSpPr>
        <p:spPr>
          <a:xfrm>
            <a:off x="4152930" y="6419820"/>
            <a:ext cx="1143000" cy="285750"/>
          </a:xfrm>
          <a:prstGeom prst="rect">
            <a:avLst/>
          </a:prstGeom>
          <a:noFill/>
          <a:ln>
            <a:noFill/>
          </a:ln>
        </p:spPr>
        <p:txBody>
          <a:bodyPr wrap="none" lIns="0" tIns="0" rIns="0" bIns="0" rtlCol="0" anchor="t"/>
          <a:lstStyle/>
          <a:p>
            <a:pPr algn="ctr" indent="0" marL="0">
              <a:lnSpc>
                <a:spcPct val="120000"/>
              </a:lnSpc>
              <a:buNone/>
            </a:pPr>
            <a:r>
              <a:rPr lang="ja-JP" altLang="en-US" sz="1125" spc="68" kern="0" dirty="0">
                <a:solidFill>
                  <a:srgbClr val="33312A"/>
                </a:solidFill>
                <a:latin typeface="Noto Sans JP" pitchFamily="34" charset="0"/>
                <a:ea typeface="Noto Sans JP" pitchFamily="34" charset="-122"/>
                <a:cs typeface="Noto Sans JP" pitchFamily="34" charset="-120"/>
              </a:rPr>
              <a:t>復帰</a:t>
            </a:r>
            <a:endParaRPr lang="ja-JP" altLang="en-US" sz="1125" spc="68" kern="0" dirty="0">
              <a:solidFill>
                <a:srgbClr val="33312A"/>
              </a:solidFill>
              <a:latin typeface="Noto Sans JP" pitchFamily="34" charset="0"/>
              <a:ea typeface="Noto Sans JP" pitchFamily="34" charset="-122"/>
              <a:cs typeface="Noto Sans JP" pitchFamily="34" charset="-120"/>
            </a:endParaRPr>
          </a:p>
        </p:txBody>
      </p:sp>
      <p:sp>
        <p:nvSpPr>
          <p:cNvPr id="28" name="Shape 26"/>
          <p:cNvSpPr/>
          <p:nvPr/>
        </p:nvSpPr>
        <p:spPr>
          <a:xfrm>
            <a:off x="914400" y="790590"/>
            <a:ext cx="245334" cy="28621"/>
          </a:xfrm>
          <a:prstGeom prst="rect">
            <a:avLst/>
          </a:prstGeom>
          <a:solidFill>
            <a:srgbClr val="7E611B"/>
          </a:solidFill>
          <a:ln>
            <a:noFill/>
          </a:ln>
        </p:spPr>
      </p:sp>
      <p:sp>
        <p:nvSpPr>
          <p:cNvPr id="29" name="Shape 27"/>
          <p:cNvSpPr/>
          <p:nvPr/>
        </p:nvSpPr>
        <p:spPr>
          <a:xfrm>
            <a:off x="1202436" y="790590"/>
            <a:ext cx="245334" cy="28621"/>
          </a:xfrm>
          <a:prstGeom prst="rect">
            <a:avLst/>
          </a:prstGeom>
          <a:solidFill>
            <a:srgbClr val="7E611B"/>
          </a:solidFill>
          <a:ln>
            <a:noFill/>
          </a:ln>
        </p:spPr>
      </p:sp>
      <p:sp>
        <p:nvSpPr>
          <p:cNvPr id="30" name="Text 28"/>
          <p:cNvSpPr/>
          <p:nvPr/>
        </p:nvSpPr>
        <p:spPr>
          <a:xfrm>
            <a:off x="8420070" y="6362670"/>
            <a:ext cx="2857500" cy="209580"/>
          </a:xfrm>
          <a:prstGeom prst="rect">
            <a:avLst/>
          </a:prstGeom>
          <a:noFill/>
          <a:ln>
            <a:noFill/>
          </a:ln>
        </p:spPr>
        <p:txBody>
          <a:bodyPr wrap="square" lIns="0" tIns="0" rIns="0" bIns="0" rtlCol="0" anchor="t"/>
          <a:lstStyle/>
          <a:p>
            <a:pPr algn="r" indent="0" marL="0">
              <a:buNone/>
            </a:pPr>
            <a:r>
              <a:rPr lang="en-US" sz="975" spc="160" kern="0" dirty="0">
                <a:solidFill>
                  <a:srgbClr val="6E6B60"/>
                </a:solidFill>
                <a:latin typeface="Consolas" pitchFamily="34" charset="0"/>
                <a:ea typeface="Noto Sans JP" pitchFamily="34" charset="-122"/>
                <a:cs typeface="Consolas" pitchFamily="34" charset="-120"/>
              </a:rPr>
              <a:t>11 / 23</a:t>
            </a:r>
            <a:endParaRPr lang="en-US" sz="975" spc="160" kern="0" dirty="0">
              <a:solidFill>
                <a:srgbClr val="6E6B60"/>
              </a:solidFill>
              <a:latin typeface="Consolas" pitchFamily="34" charset="0"/>
              <a:ea typeface="Noto Sans JP" pitchFamily="34" charset="-122"/>
              <a:cs typeface="Consolas" pitchFamily="34" charset="-12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914400" y="6362670"/>
            <a:ext cx="647670" cy="0"/>
          </a:xfrm>
          <a:prstGeom prst="line">
            <a:avLst/>
          </a:prstGeom>
          <a:noFill/>
          <a:ln w="14288">
            <a:solidFill>
              <a:srgbClr val="C9C4B8"/>
            </a:solidFill>
            <a:prstDash val="solid"/>
          </a:ln>
        </p:spPr>
      </p:sp>
      <p:sp>
        <p:nvSpPr>
          <p:cNvPr id="3" name="Shape 1"/>
          <p:cNvSpPr/>
          <p:nvPr/>
        </p:nvSpPr>
        <p:spPr>
          <a:xfrm>
            <a:off x="1619220" y="6362670"/>
            <a:ext cx="7905720" cy="0"/>
          </a:xfrm>
          <a:prstGeom prst="line">
            <a:avLst/>
          </a:prstGeom>
          <a:noFill/>
          <a:ln w="14288">
            <a:solidFill>
              <a:srgbClr val="C9C4B8"/>
            </a:solidFill>
            <a:prstDash val="solid"/>
          </a:ln>
        </p:spPr>
      </p:sp>
      <p:sp>
        <p:nvSpPr>
          <p:cNvPr id="4" name="Shape 2"/>
          <p:cNvSpPr/>
          <p:nvPr/>
        </p:nvSpPr>
        <p:spPr>
          <a:xfrm>
            <a:off x="9525030" y="6362670"/>
            <a:ext cx="381030" cy="0"/>
          </a:xfrm>
          <a:prstGeom prst="line">
            <a:avLst/>
          </a:prstGeom>
          <a:noFill/>
          <a:ln w="14288">
            <a:solidFill>
              <a:srgbClr val="C9C4B8"/>
            </a:solidFill>
            <a:prstDash val="sysDot"/>
          </a:ln>
        </p:spPr>
      </p:sp>
      <p:sp>
        <p:nvSpPr>
          <p:cNvPr id="5" name="Shape 3"/>
          <p:cNvSpPr/>
          <p:nvPr/>
        </p:nvSpPr>
        <p:spPr>
          <a:xfrm>
            <a:off x="2381280" y="6362670"/>
            <a:ext cx="2343150" cy="0"/>
          </a:xfrm>
          <a:prstGeom prst="line">
            <a:avLst/>
          </a:prstGeom>
          <a:noFill/>
          <a:ln w="19050">
            <a:solidFill>
              <a:srgbClr val="7E611B"/>
            </a:solidFill>
            <a:prstDash val="dash"/>
          </a:ln>
        </p:spPr>
      </p:sp>
      <p:sp>
        <p:nvSpPr>
          <p:cNvPr id="6" name="Shape 4"/>
          <p:cNvSpPr/>
          <p:nvPr/>
        </p:nvSpPr>
        <p:spPr>
          <a:xfrm>
            <a:off x="914400" y="6267480"/>
            <a:ext cx="1371600" cy="38130"/>
          </a:xfrm>
          <a:custGeom>
            <a:avLst/>
            <a:gdLst/>
            <a:ahLst/>
            <a:cxnLst/>
            <a:rect l="l" t="t" r="r" b="b"/>
            <a:pathLst>
              <a:path w="1371600" h="38130">
                <a:moveTo>
                  <a:pt x="0" y="0"/>
                </a:moveTo>
                <a:lnTo>
                  <a:pt x="1371600" y="0"/>
                </a:lnTo>
                <a:lnTo>
                  <a:pt x="1371600" y="38130"/>
                </a:lnTo>
                <a:lnTo>
                  <a:pt x="0" y="38130"/>
                </a:lnTo>
                <a:close/>
              </a:path>
            </a:pathLst>
          </a:custGeom>
          <a:solidFill>
            <a:srgbClr val="4A5D3A">
              <a:alpha val="35000"/>
            </a:srgbClr>
          </a:solidFill>
          <a:ln>
            <a:noFill/>
          </a:ln>
        </p:spPr>
      </p:sp>
      <p:sp>
        <p:nvSpPr>
          <p:cNvPr id="7" name="Shape 5"/>
          <p:cNvSpPr/>
          <p:nvPr/>
        </p:nvSpPr>
        <p:spPr>
          <a:xfrm>
            <a:off x="9525030" y="6267480"/>
            <a:ext cx="609630" cy="38130"/>
          </a:xfrm>
          <a:custGeom>
            <a:avLst/>
            <a:gdLst/>
            <a:ahLst/>
            <a:cxnLst/>
            <a:rect l="l" t="t" r="r" b="b"/>
            <a:pathLst>
              <a:path w="609630" h="38130">
                <a:moveTo>
                  <a:pt x="0" y="0"/>
                </a:moveTo>
                <a:lnTo>
                  <a:pt x="609630" y="0"/>
                </a:lnTo>
                <a:lnTo>
                  <a:pt x="609630" y="38130"/>
                </a:lnTo>
                <a:lnTo>
                  <a:pt x="0" y="38130"/>
                </a:lnTo>
                <a:close/>
              </a:path>
            </a:pathLst>
          </a:custGeom>
          <a:solidFill>
            <a:srgbClr val="4A5D3A"/>
          </a:solidFill>
          <a:ln>
            <a:noFill/>
          </a:ln>
        </p:spPr>
      </p:sp>
      <p:sp>
        <p:nvSpPr>
          <p:cNvPr id="8" name="Shape 6"/>
          <p:cNvSpPr/>
          <p:nvPr/>
        </p:nvSpPr>
        <p:spPr>
          <a:xfrm flipV="1">
            <a:off x="1514521" y="6315121"/>
            <a:ext cx="95280" cy="95280"/>
          </a:xfrm>
          <a:prstGeom prst="line">
            <a:avLst/>
          </a:prstGeom>
          <a:noFill/>
          <a:ln w="14288">
            <a:solidFill>
              <a:srgbClr val="6E6B60"/>
            </a:solidFill>
            <a:prstDash val="solid"/>
          </a:ln>
        </p:spPr>
      </p:sp>
      <p:sp>
        <p:nvSpPr>
          <p:cNvPr id="9" name="Shape 7"/>
          <p:cNvSpPr/>
          <p:nvPr/>
        </p:nvSpPr>
        <p:spPr>
          <a:xfrm flipV="1">
            <a:off x="1571671" y="6315121"/>
            <a:ext cx="95280" cy="95280"/>
          </a:xfrm>
          <a:prstGeom prst="line">
            <a:avLst/>
          </a:prstGeom>
          <a:noFill/>
          <a:ln w="14288">
            <a:solidFill>
              <a:srgbClr val="6E6B60"/>
            </a:solidFill>
            <a:prstDash val="solid"/>
          </a:ln>
        </p:spPr>
      </p:sp>
      <p:sp>
        <p:nvSpPr>
          <p:cNvPr id="10" name="Shape 8"/>
          <p:cNvSpPr/>
          <p:nvPr/>
        </p:nvSpPr>
        <p:spPr>
          <a:xfrm>
            <a:off x="914400" y="6315121"/>
            <a:ext cx="95280" cy="95280"/>
          </a:xfrm>
          <a:prstGeom prst="ellipse">
            <a:avLst/>
          </a:prstGeom>
          <a:solidFill>
            <a:srgbClr val="33312A"/>
          </a:solidFill>
          <a:ln>
            <a:noFill/>
          </a:ln>
        </p:spPr>
      </p:sp>
      <p:sp>
        <p:nvSpPr>
          <p:cNvPr id="11" name="Shape 9"/>
          <p:cNvSpPr/>
          <p:nvPr/>
        </p:nvSpPr>
        <p:spPr>
          <a:xfrm>
            <a:off x="2238360" y="6315121"/>
            <a:ext cx="95280" cy="95280"/>
          </a:xfrm>
          <a:prstGeom prst="ellipse">
            <a:avLst/>
          </a:prstGeom>
          <a:solidFill>
            <a:srgbClr val="33312A"/>
          </a:solidFill>
          <a:ln>
            <a:noFill/>
          </a:ln>
        </p:spPr>
      </p:sp>
      <p:sp>
        <p:nvSpPr>
          <p:cNvPr id="12" name="Shape 10"/>
          <p:cNvSpPr/>
          <p:nvPr/>
        </p:nvSpPr>
        <p:spPr>
          <a:xfrm>
            <a:off x="2333640" y="6315121"/>
            <a:ext cx="95280" cy="95280"/>
          </a:xfrm>
          <a:custGeom>
            <a:avLst/>
            <a:gdLst/>
            <a:ahLst/>
            <a:cxnLst/>
            <a:rect l="l" t="t" r="r" b="b"/>
            <a:pathLst>
              <a:path w="95280" h="95280">
                <a:moveTo>
                  <a:pt x="95280" y="47640"/>
                </a:moveTo>
                <a:lnTo>
                  <a:pt x="95280" y="57150"/>
                </a:lnTo>
                <a:lnTo>
                  <a:pt x="95280" y="66660"/>
                </a:lnTo>
                <a:lnTo>
                  <a:pt x="85771" y="76170"/>
                </a:lnTo>
                <a:lnTo>
                  <a:pt x="85771" y="76170"/>
                </a:lnTo>
                <a:lnTo>
                  <a:pt x="76170" y="85771"/>
                </a:lnTo>
                <a:lnTo>
                  <a:pt x="76170" y="85771"/>
                </a:lnTo>
                <a:lnTo>
                  <a:pt x="66660" y="95280"/>
                </a:lnTo>
                <a:lnTo>
                  <a:pt x="57150" y="95280"/>
                </a:lnTo>
                <a:lnTo>
                  <a:pt x="47640" y="95280"/>
                </a:lnTo>
                <a:lnTo>
                  <a:pt x="38130" y="95280"/>
                </a:lnTo>
                <a:lnTo>
                  <a:pt x="28621" y="95280"/>
                </a:lnTo>
                <a:lnTo>
                  <a:pt x="28621" y="85771"/>
                </a:lnTo>
                <a:lnTo>
                  <a:pt x="19020" y="85771"/>
                </a:lnTo>
                <a:lnTo>
                  <a:pt x="9510" y="76170"/>
                </a:lnTo>
                <a:lnTo>
                  <a:pt x="9510" y="76170"/>
                </a:lnTo>
                <a:lnTo>
                  <a:pt x="0" y="66660"/>
                </a:lnTo>
                <a:lnTo>
                  <a:pt x="0" y="57150"/>
                </a:lnTo>
                <a:lnTo>
                  <a:pt x="0" y="47640"/>
                </a:lnTo>
                <a:lnTo>
                  <a:pt x="0" y="38130"/>
                </a:lnTo>
                <a:lnTo>
                  <a:pt x="0" y="28621"/>
                </a:lnTo>
                <a:lnTo>
                  <a:pt x="9510" y="28621"/>
                </a:lnTo>
                <a:lnTo>
                  <a:pt x="9510" y="19020"/>
                </a:lnTo>
                <a:lnTo>
                  <a:pt x="19020" y="9510"/>
                </a:lnTo>
                <a:lnTo>
                  <a:pt x="28621" y="9510"/>
                </a:lnTo>
                <a:lnTo>
                  <a:pt x="28621" y="0"/>
                </a:lnTo>
                <a:lnTo>
                  <a:pt x="38130" y="0"/>
                </a:lnTo>
                <a:lnTo>
                  <a:pt x="47640" y="0"/>
                </a:lnTo>
                <a:lnTo>
                  <a:pt x="57150" y="0"/>
                </a:lnTo>
                <a:lnTo>
                  <a:pt x="66660" y="0"/>
                </a:lnTo>
                <a:lnTo>
                  <a:pt x="76170" y="9510"/>
                </a:lnTo>
                <a:lnTo>
                  <a:pt x="76170" y="9510"/>
                </a:lnTo>
                <a:lnTo>
                  <a:pt x="85771" y="19020"/>
                </a:lnTo>
                <a:lnTo>
                  <a:pt x="85771" y="28621"/>
                </a:lnTo>
                <a:lnTo>
                  <a:pt x="95280" y="28621"/>
                </a:lnTo>
                <a:lnTo>
                  <a:pt x="95280" y="38130"/>
                </a:lnTo>
                <a:lnTo>
                  <a:pt x="95280" y="47640"/>
                </a:lnTo>
                <a:close/>
              </a:path>
            </a:pathLst>
          </a:custGeom>
          <a:solidFill>
            <a:srgbClr val="33312A"/>
          </a:solidFill>
          <a:ln w="9525">
            <a:solidFill>
              <a:srgbClr val="FAF9F5"/>
            </a:solidFill>
            <a:prstDash val="solid"/>
          </a:ln>
        </p:spPr>
      </p:sp>
      <p:sp>
        <p:nvSpPr>
          <p:cNvPr id="13" name="Shape 11"/>
          <p:cNvSpPr/>
          <p:nvPr/>
        </p:nvSpPr>
        <p:spPr>
          <a:xfrm>
            <a:off x="4676790" y="6315121"/>
            <a:ext cx="95280" cy="95280"/>
          </a:xfrm>
          <a:prstGeom prst="ellipse">
            <a:avLst/>
          </a:prstGeom>
          <a:solidFill>
            <a:srgbClr val="33312A"/>
          </a:solidFill>
          <a:ln>
            <a:noFill/>
          </a:ln>
        </p:spPr>
      </p:sp>
      <p:sp>
        <p:nvSpPr>
          <p:cNvPr id="14" name="Shape 12"/>
          <p:cNvSpPr/>
          <p:nvPr/>
        </p:nvSpPr>
        <p:spPr>
          <a:xfrm>
            <a:off x="9467880" y="6305520"/>
            <a:ext cx="114300" cy="114300"/>
          </a:xfrm>
          <a:prstGeom prst="ellipse">
            <a:avLst/>
          </a:prstGeom>
          <a:solidFill>
            <a:srgbClr val="7E611B"/>
          </a:solidFill>
          <a:ln>
            <a:noFill/>
          </a:ln>
        </p:spPr>
      </p:sp>
      <p:sp>
        <p:nvSpPr>
          <p:cNvPr id="15" name="Text 13"/>
          <p:cNvSpPr/>
          <p:nvPr/>
        </p:nvSpPr>
        <p:spPr>
          <a:xfrm>
            <a:off x="914400" y="457200"/>
            <a:ext cx="266730" cy="304770"/>
          </a:xfrm>
          <a:prstGeom prst="rect">
            <a:avLst/>
          </a:prstGeom>
          <a:noFill/>
          <a:ln>
            <a:noFill/>
          </a:ln>
        </p:spPr>
        <p:txBody>
          <a:bodyPr wrap="none" lIns="0" tIns="0" rIns="0" bIns="0" rtlCol="0" anchor="t"/>
          <a:lstStyle/>
          <a:p>
            <a:pPr algn="l" indent="0" marL="0">
              <a:lnSpc>
                <a:spcPct val="154000"/>
              </a:lnSpc>
              <a:buNone/>
            </a:pPr>
            <a:r>
              <a:rPr lang="en-US" sz="975" b="1" spc="156" kern="0" dirty="0">
                <a:solidFill>
                  <a:srgbClr val="7E611B"/>
                </a:solidFill>
                <a:latin typeface="Consolas" pitchFamily="34" charset="0"/>
                <a:ea typeface="Noto Sans JP" pitchFamily="34" charset="-122"/>
                <a:cs typeface="Consolas" pitchFamily="34" charset="-120"/>
              </a:rPr>
              <a:t>S12</a:t>
            </a:r>
            <a:endParaRPr lang="en-US" sz="975" b="1" spc="156" kern="0" dirty="0">
              <a:solidFill>
                <a:srgbClr val="7E611B"/>
              </a:solidFill>
              <a:latin typeface="Consolas" pitchFamily="34" charset="0"/>
              <a:ea typeface="Noto Sans JP" pitchFamily="34" charset="-122"/>
              <a:cs typeface="Consolas" pitchFamily="34" charset="-120"/>
            </a:endParaRPr>
          </a:p>
        </p:txBody>
      </p:sp>
      <p:sp>
        <p:nvSpPr>
          <p:cNvPr id="16" name="Text 14"/>
          <p:cNvSpPr/>
          <p:nvPr/>
        </p:nvSpPr>
        <p:spPr>
          <a:xfrm>
            <a:off x="1333470" y="438180"/>
            <a:ext cx="295260" cy="314371"/>
          </a:xfrm>
          <a:prstGeom prst="rect">
            <a:avLst/>
          </a:prstGeom>
          <a:noFill/>
          <a:ln>
            <a:noFill/>
          </a:ln>
        </p:spPr>
        <p:txBody>
          <a:bodyPr wrap="none" lIns="0" tIns="0" rIns="0" bIns="0" rtlCol="0" anchor="t"/>
          <a:lstStyle/>
          <a:p>
            <a:pPr algn="l" indent="0" marL="0">
              <a:lnSpc>
                <a:spcPct val="150000"/>
              </a:lnSpc>
              <a:buNone/>
            </a:pPr>
            <a:r>
              <a:rPr lang="ja-JP" altLang="en-US" sz="1050" spc="126" kern="0" dirty="0">
                <a:solidFill>
                  <a:srgbClr val="33312A"/>
                </a:solidFill>
                <a:latin typeface="Noto Sans JP" pitchFamily="34" charset="0"/>
                <a:ea typeface="Noto Sans JP" pitchFamily="34" charset="-122"/>
                <a:cs typeface="Noto Sans JP" pitchFamily="34" charset="-120"/>
              </a:rPr>
              <a:t>復活</a:t>
            </a:r>
            <a:endParaRPr lang="ja-JP" altLang="en-US" sz="1050" spc="126" kern="0" dirty="0">
              <a:solidFill>
                <a:srgbClr val="33312A"/>
              </a:solidFill>
              <a:latin typeface="Noto Sans JP" pitchFamily="34" charset="0"/>
              <a:ea typeface="Noto Sans JP" pitchFamily="34" charset="-122"/>
              <a:cs typeface="Noto Sans JP" pitchFamily="34" charset="-120"/>
            </a:endParaRPr>
          </a:p>
        </p:txBody>
      </p:sp>
      <p:sp>
        <p:nvSpPr>
          <p:cNvPr id="17" name="Text 15"/>
          <p:cNvSpPr/>
          <p:nvPr/>
        </p:nvSpPr>
        <p:spPr>
          <a:xfrm>
            <a:off x="7639080" y="457200"/>
            <a:ext cx="3638580" cy="304770"/>
          </a:xfrm>
          <a:prstGeom prst="rect">
            <a:avLst/>
          </a:prstGeom>
          <a:noFill/>
          <a:ln>
            <a:noFill/>
          </a:ln>
        </p:spPr>
        <p:txBody>
          <a:bodyPr wrap="none" lIns="0" tIns="0" rIns="0" bIns="0" rtlCol="0" anchor="t"/>
          <a:lstStyle/>
          <a:p>
            <a:pPr algn="l" indent="0" marL="0">
              <a:lnSpc>
                <a:spcPct val="154000"/>
              </a:lnSpc>
              <a:buNone/>
            </a:pPr>
            <a:r>
              <a:rPr lang="ja-JP" altLang="en-US" sz="975" spc="137" kern="0" dirty="0">
                <a:solidFill>
                  <a:srgbClr val="6E6B60"/>
                </a:solidFill>
                <a:latin typeface="Consolas" pitchFamily="34" charset="0"/>
                <a:ea typeface="Noto Sans JP" pitchFamily="34" charset="-122"/>
                <a:cs typeface="Consolas" pitchFamily="34" charset="-120"/>
              </a:rPr>
              <a:t>CYBERPUNK: EDGERUNNERS ｜ NETFLIX / TRIGGER</a:t>
            </a:r>
            <a:endParaRPr lang="ja-JP" altLang="en-US" sz="975" spc="137" kern="0" dirty="0">
              <a:solidFill>
                <a:srgbClr val="6E6B60"/>
              </a:solidFill>
              <a:latin typeface="Consolas" pitchFamily="34" charset="0"/>
              <a:ea typeface="Noto Sans JP" pitchFamily="34" charset="-122"/>
              <a:cs typeface="Consolas" pitchFamily="34" charset="-120"/>
            </a:endParaRPr>
          </a:p>
        </p:txBody>
      </p:sp>
      <p:sp>
        <p:nvSpPr>
          <p:cNvPr id="18" name="Shape 16"/>
          <p:cNvSpPr/>
          <p:nvPr/>
        </p:nvSpPr>
        <p:spPr>
          <a:xfrm>
            <a:off x="914400" y="800100"/>
            <a:ext cx="10363170" cy="9510"/>
          </a:xfrm>
          <a:prstGeom prst="rect">
            <a:avLst/>
          </a:prstGeom>
          <a:solidFill>
            <a:srgbClr val="C9C4B8"/>
          </a:solidFill>
          <a:ln>
            <a:noFill/>
          </a:ln>
        </p:spPr>
      </p:sp>
      <p:sp>
        <p:nvSpPr>
          <p:cNvPr id="19" name="Text 17"/>
          <p:cNvSpPr/>
          <p:nvPr/>
        </p:nvSpPr>
        <p:spPr>
          <a:xfrm>
            <a:off x="914400" y="1333470"/>
            <a:ext cx="8734440" cy="771571"/>
          </a:xfrm>
          <a:prstGeom prst="rect">
            <a:avLst/>
          </a:prstGeom>
          <a:noFill/>
          <a:ln>
            <a:noFill/>
          </a:ln>
        </p:spPr>
        <p:txBody>
          <a:bodyPr wrap="square" lIns="0" tIns="0" rIns="0" bIns="0" rtlCol="0" anchor="t"/>
          <a:lstStyle/>
          <a:p>
            <a:pPr algn="l" indent="0" marL="0">
              <a:lnSpc>
                <a:spcPct val="140000"/>
              </a:lnSpc>
              <a:buNone/>
            </a:pPr>
            <a:r>
              <a:rPr lang="ja-JP" altLang="en-US" sz="2250" dirty="0">
                <a:solidFill>
                  <a:srgbClr val="1B1A16"/>
                </a:solidFill>
                <a:latin typeface="Noto Sans JP Medium" pitchFamily="34" charset="0"/>
                <a:ea typeface="Noto Sans JP Medium" pitchFamily="34" charset="-122"/>
                <a:cs typeface="Noto Sans JP Medium" pitchFamily="34" charset="-120"/>
              </a:rPr>
              <a:t>『サイバーパンク エッジランナーズ』</a:t>
            </a:r>
            <a:endParaRPr lang="ja-JP" altLang="en-US" sz="2250" dirty="0">
              <a:solidFill>
                <a:srgbClr val="1B1A16"/>
              </a:solidFill>
              <a:latin typeface="Noto Sans JP Medium" pitchFamily="34" charset="0"/>
              <a:ea typeface="Noto Sans JP Medium" pitchFamily="34" charset="-122"/>
              <a:cs typeface="Noto Sans JP Medium" pitchFamily="34" charset="-120"/>
            </a:endParaRPr>
          </a:p>
          <a:p>
            <a:pPr algn="l" indent="0" marL="0">
              <a:lnSpc>
                <a:spcPct val="140000"/>
              </a:lnSpc>
              <a:spcBef>
                <a:spcPts val="450"/>
              </a:spcBef>
              <a:buNone/>
            </a:pPr>
            <a:r>
              <a:rPr lang="en-US" sz="1050" dirty="0">
                <a:solidFill>
                  <a:srgbClr val="6E6B60"/>
                </a:solidFill>
                <a:latin typeface="Consolas" pitchFamily="34" charset="0"/>
                <a:ea typeface="Noto Sans JP" pitchFamily="34" charset="-122"/>
                <a:cs typeface="Consolas" pitchFamily="34" charset="-120"/>
              </a:rPr>
              <a:t>CYBERPUNK: EDGERUNNERS</a:t>
            </a:r>
            <a:endParaRPr lang="en-US" sz="1050" dirty="0">
              <a:solidFill>
                <a:srgbClr val="6E6B60"/>
              </a:solidFill>
              <a:latin typeface="Consolas" pitchFamily="34" charset="0"/>
              <a:ea typeface="Noto Sans JP" pitchFamily="34" charset="-122"/>
              <a:cs typeface="Consolas" pitchFamily="34" charset="-120"/>
            </a:endParaRPr>
          </a:p>
        </p:txBody>
      </p:sp>
      <p:sp>
        <p:nvSpPr>
          <p:cNvPr id="20" name="Text 18"/>
          <p:cNvSpPr/>
          <p:nvPr/>
        </p:nvSpPr>
        <p:spPr>
          <a:xfrm>
            <a:off x="914400" y="2266980"/>
            <a:ext cx="2668036" cy="440375"/>
          </a:xfrm>
          <a:prstGeom prst="rect">
            <a:avLst/>
          </a:prstGeom>
          <a:noFill/>
          <a:ln>
            <a:noFill/>
          </a:ln>
        </p:spPr>
        <p:txBody>
          <a:bodyPr wrap="none" lIns="0" tIns="0" rIns="0" bIns="0" rtlCol="0" anchor="t"/>
          <a:lstStyle/>
          <a:p>
            <a:pPr algn="l" indent="0" marL="0">
              <a:lnSpc>
                <a:spcPct val="160000"/>
              </a:lnSpc>
              <a:buNone/>
            </a:pPr>
            <a:r>
              <a:rPr lang="ja-JP" altLang="en-US" sz="1050" spc="42" kern="0" dirty="0">
                <a:solidFill>
                  <a:srgbClr val="5C5A50"/>
                </a:solidFill>
                <a:latin typeface="Noto Sans JP" pitchFamily="34" charset="0"/>
                <a:ea typeface="Noto Sans JP" pitchFamily="34" charset="-122"/>
                <a:cs typeface="Noto Sans JP" pitchFamily="34" charset="-120"/>
              </a:rPr>
              <a:t>配信</a:t>
            </a:r>
            <a:r>
              <a:rPr lang="ja-JP" altLang="en-US" sz="1010" spc="40" kern="0" dirty="0">
                <a:solidFill>
                  <a:srgbClr val="5C5A50"/>
                </a:solidFill>
                <a:latin typeface="Noto Sans JP" pitchFamily="34" charset="0"/>
                <a:ea typeface="Noto Sans JP" pitchFamily="34" charset="-122"/>
                <a:cs typeface="Noto Sans JP" pitchFamily="34" charset="-120"/>
              </a:rPr>
              <a:t>　</a:t>
            </a:r>
            <a:r>
              <a:rPr lang="ja-JP" altLang="en-US" sz="1500" spc="60" kern="0" dirty="0">
                <a:solidFill>
                  <a:srgbClr val="33312A"/>
                </a:solidFill>
                <a:latin typeface="Noto Sans JP Medium" pitchFamily="34" charset="0"/>
                <a:ea typeface="Noto Sans JP Medium" pitchFamily="34" charset="-122"/>
                <a:cs typeface="Noto Sans JP Medium" pitchFamily="34" charset="-120"/>
              </a:rPr>
              <a:t>2022</a:t>
            </a:r>
            <a:r>
              <a:rPr lang="ja-JP" altLang="en-US" sz="1425" spc="57" kern="0" dirty="0">
                <a:solidFill>
                  <a:srgbClr val="33312A"/>
                </a:solidFill>
                <a:latin typeface="Noto Sans JP" pitchFamily="34" charset="0"/>
                <a:ea typeface="Noto Sans JP" pitchFamily="34" charset="-122"/>
                <a:cs typeface="Noto Sans JP" pitchFamily="34" charset="-120"/>
              </a:rPr>
              <a:t>年</a:t>
            </a:r>
            <a:r>
              <a:rPr lang="ja-JP" altLang="en-US" sz="1500" spc="60" kern="0" dirty="0">
                <a:solidFill>
                  <a:srgbClr val="33312A"/>
                </a:solidFill>
                <a:latin typeface="Noto Sans JP Medium" pitchFamily="34" charset="0"/>
                <a:ea typeface="Noto Sans JP Medium" pitchFamily="34" charset="-122"/>
                <a:cs typeface="Noto Sans JP Medium" pitchFamily="34" charset="-120"/>
              </a:rPr>
              <a:t>9</a:t>
            </a:r>
            <a:r>
              <a:rPr lang="ja-JP" altLang="en-US" sz="1425" spc="57" kern="0" dirty="0">
                <a:solidFill>
                  <a:srgbClr val="33312A"/>
                </a:solidFill>
                <a:latin typeface="Noto Sans JP" pitchFamily="34" charset="0"/>
                <a:ea typeface="Noto Sans JP" pitchFamily="34" charset="-122"/>
                <a:cs typeface="Noto Sans JP" pitchFamily="34" charset="-120"/>
              </a:rPr>
              <a:t>月</a:t>
            </a:r>
            <a:r>
              <a:rPr lang="ja-JP" altLang="en-US" sz="1500" spc="60" kern="0" dirty="0">
                <a:solidFill>
                  <a:srgbClr val="33312A"/>
                </a:solidFill>
                <a:latin typeface="Noto Sans JP Medium" pitchFamily="34" charset="0"/>
                <a:ea typeface="Noto Sans JP Medium" pitchFamily="34" charset="-122"/>
                <a:cs typeface="Noto Sans JP Medium" pitchFamily="34" charset="-120"/>
              </a:rPr>
              <a:t>13</a:t>
            </a:r>
            <a:r>
              <a:rPr lang="ja-JP" altLang="en-US" sz="1425" spc="57" kern="0" dirty="0">
                <a:solidFill>
                  <a:srgbClr val="33312A"/>
                </a:solidFill>
                <a:latin typeface="Noto Sans JP" pitchFamily="34" charset="0"/>
                <a:ea typeface="Noto Sans JP" pitchFamily="34" charset="-122"/>
                <a:cs typeface="Noto Sans JP" pitchFamily="34" charset="-120"/>
              </a:rPr>
              <a:t>日 ／ Netflix</a:t>
            </a:r>
            <a:endParaRPr lang="ja-JP" altLang="en-US" sz="1425" spc="57" kern="0" dirty="0">
              <a:solidFill>
                <a:srgbClr val="33312A"/>
              </a:solidFill>
              <a:latin typeface="Noto Sans JP" pitchFamily="34" charset="0"/>
              <a:ea typeface="Noto Sans JP" pitchFamily="34" charset="-122"/>
              <a:cs typeface="Noto Sans JP" pitchFamily="34" charset="-120"/>
            </a:endParaRPr>
          </a:p>
        </p:txBody>
      </p:sp>
      <p:sp>
        <p:nvSpPr>
          <p:cNvPr id="21" name="Shape 19"/>
          <p:cNvSpPr/>
          <p:nvPr/>
        </p:nvSpPr>
        <p:spPr>
          <a:xfrm>
            <a:off x="3830056" y="2334646"/>
            <a:ext cx="9510" cy="190470"/>
          </a:xfrm>
          <a:prstGeom prst="rect">
            <a:avLst/>
          </a:prstGeom>
          <a:solidFill>
            <a:srgbClr val="DFDBD0"/>
          </a:solidFill>
          <a:ln>
            <a:noFill/>
          </a:ln>
        </p:spPr>
      </p:sp>
      <p:sp>
        <p:nvSpPr>
          <p:cNvPr id="22" name="Text 20"/>
          <p:cNvSpPr/>
          <p:nvPr/>
        </p:nvSpPr>
        <p:spPr>
          <a:xfrm>
            <a:off x="4087277" y="2276216"/>
            <a:ext cx="1993575" cy="421996"/>
          </a:xfrm>
          <a:prstGeom prst="rect">
            <a:avLst/>
          </a:prstGeom>
          <a:noFill/>
          <a:ln>
            <a:noFill/>
          </a:ln>
        </p:spPr>
        <p:txBody>
          <a:bodyPr wrap="none" lIns="0" tIns="0" rIns="0" bIns="0" rtlCol="0" anchor="t"/>
          <a:lstStyle/>
          <a:p>
            <a:pPr algn="l" indent="0" marL="0">
              <a:lnSpc>
                <a:spcPct val="168000"/>
              </a:lnSpc>
              <a:buNone/>
            </a:pPr>
            <a:r>
              <a:rPr lang="ja-JP" altLang="en-US" sz="1050" spc="42" kern="0" dirty="0">
                <a:solidFill>
                  <a:srgbClr val="5C5A50"/>
                </a:solidFill>
                <a:latin typeface="Noto Sans JP" pitchFamily="34" charset="0"/>
                <a:ea typeface="Noto Sans JP" pitchFamily="34" charset="-122"/>
                <a:cs typeface="Noto Sans JP" pitchFamily="34" charset="-120"/>
              </a:rPr>
              <a:t>制作</a:t>
            </a:r>
            <a:r>
              <a:rPr lang="ja-JP" altLang="en-US" sz="1010" spc="40" kern="0" dirty="0">
                <a:solidFill>
                  <a:srgbClr val="5C5A50"/>
                </a:solidFill>
                <a:latin typeface="Noto Sans JP" pitchFamily="34" charset="0"/>
                <a:ea typeface="Noto Sans JP" pitchFamily="34" charset="-122"/>
                <a:cs typeface="Noto Sans JP" pitchFamily="34" charset="-120"/>
              </a:rPr>
              <a:t>　</a:t>
            </a:r>
            <a:r>
              <a:rPr lang="ja-JP" altLang="en-US" sz="1425" spc="57" kern="0" dirty="0">
                <a:solidFill>
                  <a:srgbClr val="33312A"/>
                </a:solidFill>
                <a:latin typeface="Noto Sans JP" pitchFamily="34" charset="0"/>
                <a:ea typeface="Noto Sans JP" pitchFamily="34" charset="-122"/>
                <a:cs typeface="Noto Sans JP" pitchFamily="34" charset="-120"/>
              </a:rPr>
              <a:t>TRIGGER（日本）</a:t>
            </a:r>
            <a:endParaRPr lang="ja-JP" altLang="en-US" sz="1425" spc="57" kern="0" dirty="0">
              <a:solidFill>
                <a:srgbClr val="33312A"/>
              </a:solidFill>
              <a:latin typeface="Noto Sans JP" pitchFamily="34" charset="0"/>
              <a:ea typeface="Noto Sans JP" pitchFamily="34" charset="-122"/>
              <a:cs typeface="Noto Sans JP" pitchFamily="34" charset="-120"/>
            </a:endParaRPr>
          </a:p>
        </p:txBody>
      </p:sp>
      <p:sp>
        <p:nvSpPr>
          <p:cNvPr id="23" name="Shape 21"/>
          <p:cNvSpPr/>
          <p:nvPr/>
        </p:nvSpPr>
        <p:spPr>
          <a:xfrm>
            <a:off x="6328471" y="2334646"/>
            <a:ext cx="9510" cy="190470"/>
          </a:xfrm>
          <a:prstGeom prst="rect">
            <a:avLst/>
          </a:prstGeom>
          <a:solidFill>
            <a:srgbClr val="DFDBD0"/>
          </a:solidFill>
          <a:ln>
            <a:noFill/>
          </a:ln>
        </p:spPr>
      </p:sp>
      <p:sp>
        <p:nvSpPr>
          <p:cNvPr id="24" name="Text 22"/>
          <p:cNvSpPr/>
          <p:nvPr/>
        </p:nvSpPr>
        <p:spPr>
          <a:xfrm>
            <a:off x="6585692" y="2266980"/>
            <a:ext cx="2033443" cy="440375"/>
          </a:xfrm>
          <a:prstGeom prst="rect">
            <a:avLst/>
          </a:prstGeom>
          <a:noFill/>
          <a:ln>
            <a:noFill/>
          </a:ln>
        </p:spPr>
        <p:txBody>
          <a:bodyPr wrap="none" lIns="0" tIns="0" rIns="0" bIns="0" rtlCol="0" anchor="t"/>
          <a:lstStyle/>
          <a:p>
            <a:pPr algn="l" indent="0" marL="0">
              <a:lnSpc>
                <a:spcPct val="160000"/>
              </a:lnSpc>
              <a:buNone/>
            </a:pPr>
            <a:r>
              <a:rPr lang="ja-JP" altLang="en-US" sz="1050" spc="42" kern="0" dirty="0">
                <a:solidFill>
                  <a:srgbClr val="5C5A50"/>
                </a:solidFill>
                <a:latin typeface="Noto Sans JP" pitchFamily="34" charset="0"/>
                <a:ea typeface="Noto Sans JP" pitchFamily="34" charset="-122"/>
                <a:cs typeface="Noto Sans JP" pitchFamily="34" charset="-120"/>
              </a:rPr>
              <a:t>企画</a:t>
            </a:r>
            <a:r>
              <a:rPr lang="ja-JP" altLang="en-US" sz="1010" spc="40" kern="0" dirty="0">
                <a:solidFill>
                  <a:srgbClr val="5C5A50"/>
                </a:solidFill>
                <a:latin typeface="Noto Sans JP" pitchFamily="34" charset="0"/>
                <a:ea typeface="Noto Sans JP" pitchFamily="34" charset="-122"/>
                <a:cs typeface="Noto Sans JP" pitchFamily="34" charset="-120"/>
              </a:rPr>
              <a:t>　</a:t>
            </a:r>
            <a:r>
              <a:rPr lang="ja-JP" altLang="en-US" sz="1500" spc="60" kern="0" dirty="0">
                <a:solidFill>
                  <a:srgbClr val="33312A"/>
                </a:solidFill>
                <a:latin typeface="Noto Sans JP Medium" pitchFamily="34" charset="0"/>
                <a:ea typeface="Noto Sans JP Medium" pitchFamily="34" charset="-122"/>
                <a:cs typeface="Noto Sans JP Medium" pitchFamily="34" charset="-120"/>
              </a:rPr>
              <a:t>CD PROJEKT RED</a:t>
            </a:r>
            <a:endParaRPr lang="ja-JP" altLang="en-US" sz="1500" spc="60" kern="0" dirty="0">
              <a:solidFill>
                <a:srgbClr val="33312A"/>
              </a:solidFill>
              <a:latin typeface="Noto Sans JP Medium" pitchFamily="34" charset="0"/>
              <a:ea typeface="Noto Sans JP Medium" pitchFamily="34" charset="-122"/>
              <a:cs typeface="Noto Sans JP Medium" pitchFamily="34" charset="-120"/>
            </a:endParaRPr>
          </a:p>
        </p:txBody>
      </p:sp>
      <p:sp>
        <p:nvSpPr>
          <p:cNvPr id="25" name="Shape 23"/>
          <p:cNvSpPr/>
          <p:nvPr/>
        </p:nvSpPr>
        <p:spPr>
          <a:xfrm>
            <a:off x="914400" y="3067080"/>
            <a:ext cx="419070" cy="19020"/>
          </a:xfrm>
          <a:prstGeom prst="rect">
            <a:avLst/>
          </a:prstGeom>
          <a:solidFill>
            <a:srgbClr val="4A5D3A"/>
          </a:solidFill>
          <a:ln>
            <a:noFill/>
          </a:ln>
        </p:spPr>
      </p:sp>
      <p:sp>
        <p:nvSpPr>
          <p:cNvPr id="26" name="Text 24"/>
          <p:cNvSpPr/>
          <p:nvPr/>
        </p:nvSpPr>
        <p:spPr>
          <a:xfrm>
            <a:off x="914400" y="3390870"/>
            <a:ext cx="9734520" cy="1175278"/>
          </a:xfrm>
          <a:prstGeom prst="rect">
            <a:avLst/>
          </a:prstGeom>
          <a:noFill/>
          <a:ln>
            <a:noFill/>
          </a:ln>
        </p:spPr>
        <p:txBody>
          <a:bodyPr wrap="square" lIns="0" tIns="0" rIns="0" bIns="0" rtlCol="0" anchor="t"/>
          <a:lstStyle/>
          <a:p>
            <a:pPr algn="l" indent="0" marL="0">
              <a:lnSpc>
                <a:spcPct val="135000"/>
              </a:lnSpc>
              <a:buNone/>
            </a:pPr>
            <a:r>
              <a:rPr lang="ja-JP" altLang="en-US" sz="3000" dirty="0">
                <a:solidFill>
                  <a:srgbClr val="1B1A16"/>
                </a:solidFill>
                <a:latin typeface="Noto Serif JP SemiBold" pitchFamily="34" charset="0"/>
                <a:ea typeface="Noto Serif JP SemiBold" pitchFamily="34" charset="-122"/>
                <a:cs typeface="Noto Serif JP SemiBold" pitchFamily="34" charset="-120"/>
              </a:rPr>
              <a:t>作品の中で、ゲームは一度も薦められない。</a:t>
            </a:r>
            <a:endParaRPr lang="ja-JP" altLang="en-US" sz="3000" dirty="0">
              <a:solidFill>
                <a:srgbClr val="1B1A16"/>
              </a:solidFill>
              <a:latin typeface="Noto Serif JP SemiBold" pitchFamily="34" charset="0"/>
              <a:ea typeface="Noto Serif JP SemiBold" pitchFamily="34" charset="-122"/>
              <a:cs typeface="Noto Serif JP SemiBold" pitchFamily="34" charset="-120"/>
            </a:endParaRPr>
          </a:p>
          <a:p>
            <a:pPr algn="l" indent="0" marL="0">
              <a:lnSpc>
                <a:spcPct val="135000"/>
              </a:lnSpc>
              <a:spcBef>
                <a:spcPts val="1500"/>
              </a:spcBef>
              <a:buNone/>
            </a:pPr>
            <a:r>
              <a:rPr lang="ja-JP" altLang="en-US" sz="1650" dirty="0">
                <a:solidFill>
                  <a:srgbClr val="33312A"/>
                </a:solidFill>
                <a:latin typeface="Noto Sans JP" pitchFamily="34" charset="0"/>
                <a:ea typeface="Noto Sans JP" pitchFamily="34" charset="-122"/>
                <a:cs typeface="Noto Sans JP" pitchFamily="34" charset="-120"/>
              </a:rPr>
              <a:t>宣伝ではなく、一本の作品として作られている。</a:t>
            </a:r>
            <a:endParaRPr lang="ja-JP" altLang="en-US" sz="1650" dirty="0">
              <a:solidFill>
                <a:srgbClr val="33312A"/>
              </a:solidFill>
              <a:latin typeface="Noto Sans JP" pitchFamily="34" charset="0"/>
              <a:ea typeface="Noto Sans JP" pitchFamily="34" charset="-122"/>
              <a:cs typeface="Noto Sans JP" pitchFamily="34" charset="-120"/>
            </a:endParaRPr>
          </a:p>
        </p:txBody>
      </p:sp>
      <p:sp>
        <p:nvSpPr>
          <p:cNvPr id="27" name="Shape 25"/>
          <p:cNvSpPr/>
          <p:nvPr/>
        </p:nvSpPr>
        <p:spPr>
          <a:xfrm>
            <a:off x="914400" y="4724430"/>
            <a:ext cx="10363170" cy="9510"/>
          </a:xfrm>
          <a:prstGeom prst="rect">
            <a:avLst/>
          </a:prstGeom>
          <a:solidFill>
            <a:srgbClr val="C9C4B8"/>
          </a:solidFill>
          <a:ln>
            <a:noFill/>
          </a:ln>
        </p:spPr>
      </p:sp>
      <p:sp>
        <p:nvSpPr>
          <p:cNvPr id="28" name="Shape 26"/>
          <p:cNvSpPr/>
          <p:nvPr/>
        </p:nvSpPr>
        <p:spPr>
          <a:xfrm>
            <a:off x="914400" y="4953030"/>
            <a:ext cx="190470" cy="19020"/>
          </a:xfrm>
          <a:prstGeom prst="rect">
            <a:avLst/>
          </a:prstGeom>
          <a:solidFill>
            <a:srgbClr val="4A5D3A"/>
          </a:solidFill>
          <a:ln>
            <a:noFill/>
          </a:ln>
        </p:spPr>
      </p:sp>
      <p:sp>
        <p:nvSpPr>
          <p:cNvPr id="29" name="Text 27"/>
          <p:cNvSpPr/>
          <p:nvPr/>
        </p:nvSpPr>
        <p:spPr>
          <a:xfrm>
            <a:off x="914400" y="5086350"/>
            <a:ext cx="6257971" cy="862005"/>
          </a:xfrm>
          <a:prstGeom prst="rect">
            <a:avLst/>
          </a:prstGeom>
          <a:noFill/>
          <a:ln>
            <a:noFill/>
          </a:ln>
        </p:spPr>
        <p:txBody>
          <a:bodyPr wrap="square" lIns="0" tIns="0" rIns="0" bIns="0" rtlCol="0" anchor="t"/>
          <a:lstStyle/>
          <a:p>
            <a:pPr algn="l" indent="0" marL="0">
              <a:lnSpc>
                <a:spcPct val="147000"/>
              </a:lnSpc>
              <a:buNone/>
            </a:pPr>
            <a:r>
              <a:rPr lang="ja-JP" altLang="en-US" sz="1050" dirty="0">
                <a:solidFill>
                  <a:srgbClr val="4A5D3A"/>
                </a:solidFill>
                <a:latin typeface="Noto Sans JP" pitchFamily="34" charset="0"/>
                <a:ea typeface="Noto Sans JP" pitchFamily="34" charset="-122"/>
                <a:cs typeface="Noto Sans JP" pitchFamily="34" charset="-120"/>
              </a:rPr>
              <a:t>結果</a:t>
            </a:r>
            <a:endParaRPr lang="ja-JP" altLang="en-US" sz="1050" dirty="0">
              <a:solidFill>
                <a:srgbClr val="4A5D3A"/>
              </a:solidFill>
              <a:latin typeface="Noto Sans JP" pitchFamily="34" charset="0"/>
              <a:ea typeface="Noto Sans JP" pitchFamily="34" charset="-122"/>
              <a:cs typeface="Noto Sans JP" pitchFamily="34" charset="-120"/>
            </a:endParaRPr>
          </a:p>
          <a:p>
            <a:pPr algn="l" indent="0" marL="0">
              <a:lnSpc>
                <a:spcPct val="147000"/>
              </a:lnSpc>
              <a:spcBef>
                <a:spcPts val="1050"/>
              </a:spcBef>
              <a:buNone/>
            </a:pPr>
            <a:r>
              <a:rPr lang="ja-JP" altLang="en-US" sz="2250" dirty="0">
                <a:solidFill>
                  <a:srgbClr val="1B1A16"/>
                </a:solidFill>
                <a:latin typeface="Noto Sans JP Medium" pitchFamily="34" charset="0"/>
                <a:ea typeface="Noto Sans JP Medium" pitchFamily="34" charset="-122"/>
                <a:cs typeface="Noto Sans JP Medium" pitchFamily="34" charset="-120"/>
              </a:rPr>
              <a:t>配信後、プレイヤーが</a:t>
            </a:r>
            <a:r>
              <a:rPr lang="ja-JP" altLang="en-US" sz="2250" b="1" dirty="0">
                <a:solidFill>
                  <a:srgbClr val="7E611B"/>
                </a:solidFill>
                <a:latin typeface="Noto Sans JP" pitchFamily="34" charset="0"/>
                <a:ea typeface="Noto Sans JP" pitchFamily="34" charset="-122"/>
                <a:cs typeface="Noto Sans JP" pitchFamily="34" charset="-120"/>
              </a:rPr>
              <a:t>戻ってきた</a:t>
            </a:r>
            <a:r>
              <a:rPr lang="ja-JP" altLang="en-US" sz="2250" dirty="0">
                <a:solidFill>
                  <a:srgbClr val="1B1A16"/>
                </a:solidFill>
                <a:latin typeface="Noto Sans JP Medium" pitchFamily="34" charset="0"/>
                <a:ea typeface="Noto Sans JP Medium" pitchFamily="34" charset="-122"/>
                <a:cs typeface="Noto Sans JP Medium" pitchFamily="34" charset="-120"/>
              </a:rPr>
              <a:t>。</a:t>
            </a:r>
            <a:endParaRPr lang="ja-JP" altLang="en-US" sz="2250" dirty="0">
              <a:solidFill>
                <a:srgbClr val="1B1A16"/>
              </a:solidFill>
              <a:latin typeface="Noto Sans JP Medium" pitchFamily="34" charset="0"/>
              <a:ea typeface="Noto Sans JP Medium" pitchFamily="34" charset="-122"/>
              <a:cs typeface="Noto Sans JP Medium" pitchFamily="34" charset="-120"/>
            </a:endParaRPr>
          </a:p>
        </p:txBody>
      </p:sp>
      <p:sp>
        <p:nvSpPr>
          <p:cNvPr id="30" name="Text 28"/>
          <p:cNvSpPr/>
          <p:nvPr/>
        </p:nvSpPr>
        <p:spPr>
          <a:xfrm>
            <a:off x="1257300" y="5981730"/>
            <a:ext cx="952530" cy="285750"/>
          </a:xfrm>
          <a:prstGeom prst="rect">
            <a:avLst/>
          </a:prstGeom>
          <a:noFill/>
          <a:ln>
            <a:noFill/>
          </a:ln>
        </p:spPr>
        <p:txBody>
          <a:bodyPr wrap="none" lIns="0" tIns="0" rIns="0" bIns="0" rtlCol="0" anchor="t"/>
          <a:lstStyle/>
          <a:p>
            <a:pPr algn="r" indent="0" marL="0">
              <a:lnSpc>
                <a:spcPct val="129000"/>
              </a:lnSpc>
              <a:buNone/>
            </a:pPr>
            <a:r>
              <a:rPr lang="en-US" sz="1050" spc="63" kern="0" dirty="0">
                <a:solidFill>
                  <a:srgbClr val="6E6B60"/>
                </a:solidFill>
                <a:latin typeface="Consolas" pitchFamily="34" charset="0"/>
                <a:ea typeface="Noto Sans JP" pitchFamily="34" charset="-122"/>
                <a:cs typeface="Consolas" pitchFamily="34" charset="-120"/>
              </a:rPr>
              <a:t>2020.12</a:t>
            </a:r>
            <a:endParaRPr lang="en-US" sz="1050" spc="63" kern="0" dirty="0">
              <a:solidFill>
                <a:srgbClr val="6E6B60"/>
              </a:solidFill>
              <a:latin typeface="Consolas" pitchFamily="34" charset="0"/>
              <a:ea typeface="Noto Sans JP" pitchFamily="34" charset="-122"/>
              <a:cs typeface="Consolas" pitchFamily="34" charset="-120"/>
            </a:endParaRPr>
          </a:p>
        </p:txBody>
      </p:sp>
      <p:sp>
        <p:nvSpPr>
          <p:cNvPr id="31" name="Text 29"/>
          <p:cNvSpPr/>
          <p:nvPr/>
        </p:nvSpPr>
        <p:spPr>
          <a:xfrm>
            <a:off x="2419320" y="5981730"/>
            <a:ext cx="406634" cy="285750"/>
          </a:xfrm>
          <a:prstGeom prst="rect">
            <a:avLst/>
          </a:prstGeom>
          <a:noFill/>
          <a:ln>
            <a:noFill/>
          </a:ln>
        </p:spPr>
        <p:txBody>
          <a:bodyPr wrap="none" lIns="0" tIns="0" rIns="0" bIns="0" rtlCol="0" anchor="t"/>
          <a:lstStyle/>
          <a:p>
            <a:pPr algn="l" indent="0" marL="0">
              <a:lnSpc>
                <a:spcPct val="129000"/>
              </a:lnSpc>
              <a:buNone/>
            </a:pPr>
            <a:r>
              <a:rPr lang="en-US" sz="1050" spc="63" kern="0" dirty="0">
                <a:solidFill>
                  <a:srgbClr val="6E6B60"/>
                </a:solidFill>
                <a:latin typeface="Consolas" pitchFamily="34" charset="0"/>
                <a:ea typeface="Noto Sans JP" pitchFamily="34" charset="-122"/>
                <a:cs typeface="Consolas" pitchFamily="34" charset="-120"/>
              </a:rPr>
              <a:t>12.18</a:t>
            </a:r>
            <a:endParaRPr lang="en-US" sz="1050" spc="63" kern="0" dirty="0">
              <a:solidFill>
                <a:srgbClr val="6E6B60"/>
              </a:solidFill>
              <a:latin typeface="Consolas" pitchFamily="34" charset="0"/>
              <a:ea typeface="Noto Sans JP" pitchFamily="34" charset="-122"/>
              <a:cs typeface="Consolas" pitchFamily="34" charset="-120"/>
            </a:endParaRPr>
          </a:p>
        </p:txBody>
      </p:sp>
      <p:sp>
        <p:nvSpPr>
          <p:cNvPr id="32" name="Text 30"/>
          <p:cNvSpPr/>
          <p:nvPr/>
        </p:nvSpPr>
        <p:spPr>
          <a:xfrm>
            <a:off x="4152930" y="5981730"/>
            <a:ext cx="1143000" cy="285750"/>
          </a:xfrm>
          <a:prstGeom prst="rect">
            <a:avLst/>
          </a:prstGeom>
          <a:noFill/>
          <a:ln>
            <a:noFill/>
          </a:ln>
        </p:spPr>
        <p:txBody>
          <a:bodyPr wrap="none" lIns="0" tIns="0" rIns="0" bIns="0" rtlCol="0" anchor="t"/>
          <a:lstStyle/>
          <a:p>
            <a:pPr algn="ctr" indent="0" marL="0">
              <a:lnSpc>
                <a:spcPct val="129000"/>
              </a:lnSpc>
              <a:buNone/>
            </a:pPr>
            <a:r>
              <a:rPr lang="en-US" sz="1050" spc="63" kern="0" dirty="0">
                <a:solidFill>
                  <a:srgbClr val="6E6B60"/>
                </a:solidFill>
                <a:latin typeface="Consolas" pitchFamily="34" charset="0"/>
                <a:ea typeface="Noto Sans JP" pitchFamily="34" charset="-122"/>
                <a:cs typeface="Consolas" pitchFamily="34" charset="-120"/>
              </a:rPr>
              <a:t>2021.06.21</a:t>
            </a:r>
            <a:endParaRPr lang="en-US" sz="1050" spc="63" kern="0" dirty="0">
              <a:solidFill>
                <a:srgbClr val="6E6B60"/>
              </a:solidFill>
              <a:latin typeface="Consolas" pitchFamily="34" charset="0"/>
              <a:ea typeface="Noto Sans JP" pitchFamily="34" charset="-122"/>
              <a:cs typeface="Consolas" pitchFamily="34" charset="-120"/>
            </a:endParaRPr>
          </a:p>
        </p:txBody>
      </p:sp>
      <p:sp>
        <p:nvSpPr>
          <p:cNvPr id="33" name="Text 31"/>
          <p:cNvSpPr/>
          <p:nvPr/>
        </p:nvSpPr>
        <p:spPr>
          <a:xfrm>
            <a:off x="8953530" y="5981730"/>
            <a:ext cx="1143000" cy="285750"/>
          </a:xfrm>
          <a:prstGeom prst="rect">
            <a:avLst/>
          </a:prstGeom>
          <a:noFill/>
          <a:ln>
            <a:noFill/>
          </a:ln>
        </p:spPr>
        <p:txBody>
          <a:bodyPr wrap="none" lIns="0" tIns="0" rIns="0" bIns="0" rtlCol="0" anchor="t"/>
          <a:lstStyle/>
          <a:p>
            <a:pPr algn="ctr" indent="0" marL="0">
              <a:lnSpc>
                <a:spcPct val="129000"/>
              </a:lnSpc>
              <a:buNone/>
            </a:pPr>
            <a:r>
              <a:rPr lang="en-US" sz="1050" spc="63" kern="0" dirty="0">
                <a:solidFill>
                  <a:srgbClr val="6E6B60"/>
                </a:solidFill>
                <a:latin typeface="Consolas" pitchFamily="34" charset="0"/>
                <a:ea typeface="Noto Sans JP" pitchFamily="34" charset="-122"/>
                <a:cs typeface="Consolas" pitchFamily="34" charset="-120"/>
              </a:rPr>
              <a:t>2022.09.13</a:t>
            </a:r>
            <a:endParaRPr lang="en-US" sz="1050" spc="63" kern="0" dirty="0">
              <a:solidFill>
                <a:srgbClr val="6E6B60"/>
              </a:solidFill>
              <a:latin typeface="Consolas" pitchFamily="34" charset="0"/>
              <a:ea typeface="Noto Sans JP" pitchFamily="34" charset="-122"/>
              <a:cs typeface="Consolas" pitchFamily="34" charset="-120"/>
            </a:endParaRPr>
          </a:p>
        </p:txBody>
      </p:sp>
      <p:sp>
        <p:nvSpPr>
          <p:cNvPr id="34" name="Text 32"/>
          <p:cNvSpPr/>
          <p:nvPr/>
        </p:nvSpPr>
        <p:spPr>
          <a:xfrm>
            <a:off x="914400" y="6419820"/>
            <a:ext cx="303032" cy="285750"/>
          </a:xfrm>
          <a:prstGeom prst="rect">
            <a:avLst/>
          </a:prstGeom>
          <a:noFill/>
          <a:ln>
            <a:noFill/>
          </a:ln>
        </p:spPr>
        <p:txBody>
          <a:bodyPr wrap="none" lIns="0" tIns="0" rIns="0" bIns="0" rtlCol="0" anchor="t"/>
          <a:lstStyle/>
          <a:p>
            <a:pPr algn="l" indent="0" marL="0">
              <a:lnSpc>
                <a:spcPct val="120000"/>
              </a:lnSpc>
              <a:buNone/>
            </a:pPr>
            <a:r>
              <a:rPr lang="ja-JP" altLang="en-US" sz="1125" spc="68" kern="0" dirty="0">
                <a:solidFill>
                  <a:srgbClr val="33312A"/>
                </a:solidFill>
                <a:latin typeface="Noto Sans JP" pitchFamily="34" charset="0"/>
                <a:ea typeface="Noto Sans JP" pitchFamily="34" charset="-122"/>
                <a:cs typeface="Noto Sans JP" pitchFamily="34" charset="-120"/>
              </a:rPr>
              <a:t>発表</a:t>
            </a:r>
            <a:endParaRPr lang="ja-JP" altLang="en-US" sz="1125" spc="68" kern="0" dirty="0">
              <a:solidFill>
                <a:srgbClr val="33312A"/>
              </a:solidFill>
              <a:latin typeface="Noto Sans JP" pitchFamily="34" charset="0"/>
              <a:ea typeface="Noto Sans JP" pitchFamily="34" charset="-122"/>
              <a:cs typeface="Noto Sans JP" pitchFamily="34" charset="-120"/>
            </a:endParaRPr>
          </a:p>
        </p:txBody>
      </p:sp>
      <p:sp>
        <p:nvSpPr>
          <p:cNvPr id="35" name="Text 33"/>
          <p:cNvSpPr/>
          <p:nvPr/>
        </p:nvSpPr>
        <p:spPr>
          <a:xfrm>
            <a:off x="1257300" y="6419820"/>
            <a:ext cx="952530" cy="285750"/>
          </a:xfrm>
          <a:prstGeom prst="rect">
            <a:avLst/>
          </a:prstGeom>
          <a:noFill/>
          <a:ln>
            <a:noFill/>
          </a:ln>
        </p:spPr>
        <p:txBody>
          <a:bodyPr wrap="none" lIns="0" tIns="0" rIns="0" bIns="0" rtlCol="0" anchor="t"/>
          <a:lstStyle/>
          <a:p>
            <a:pPr algn="r" indent="0" marL="0">
              <a:lnSpc>
                <a:spcPct val="120000"/>
              </a:lnSpc>
              <a:buNone/>
            </a:pPr>
            <a:r>
              <a:rPr lang="ja-JP" altLang="en-US" sz="1125" spc="68" kern="0" dirty="0">
                <a:solidFill>
                  <a:srgbClr val="33312A"/>
                </a:solidFill>
                <a:latin typeface="Noto Sans JP" pitchFamily="34" charset="0"/>
                <a:ea typeface="Noto Sans JP" pitchFamily="34" charset="-122"/>
                <a:cs typeface="Noto Sans JP" pitchFamily="34" charset="-120"/>
              </a:rPr>
              <a:t>発売</a:t>
            </a:r>
            <a:endParaRPr lang="ja-JP" altLang="en-US" sz="1125" spc="68" kern="0" dirty="0">
              <a:solidFill>
                <a:srgbClr val="33312A"/>
              </a:solidFill>
              <a:latin typeface="Noto Sans JP" pitchFamily="34" charset="0"/>
              <a:ea typeface="Noto Sans JP" pitchFamily="34" charset="-122"/>
              <a:cs typeface="Noto Sans JP" pitchFamily="34" charset="-120"/>
            </a:endParaRPr>
          </a:p>
        </p:txBody>
      </p:sp>
      <p:sp>
        <p:nvSpPr>
          <p:cNvPr id="36" name="Text 34"/>
          <p:cNvSpPr/>
          <p:nvPr/>
        </p:nvSpPr>
        <p:spPr>
          <a:xfrm>
            <a:off x="2419320" y="6419820"/>
            <a:ext cx="303032" cy="285750"/>
          </a:xfrm>
          <a:prstGeom prst="rect">
            <a:avLst/>
          </a:prstGeom>
          <a:noFill/>
          <a:ln>
            <a:noFill/>
          </a:ln>
        </p:spPr>
        <p:txBody>
          <a:bodyPr wrap="none" lIns="0" tIns="0" rIns="0" bIns="0" rtlCol="0" anchor="t"/>
          <a:lstStyle/>
          <a:p>
            <a:pPr algn="l" indent="0" marL="0">
              <a:lnSpc>
                <a:spcPct val="120000"/>
              </a:lnSpc>
              <a:buNone/>
            </a:pPr>
            <a:r>
              <a:rPr lang="ja-JP" altLang="en-US" sz="1125" spc="68" kern="0" dirty="0">
                <a:solidFill>
                  <a:srgbClr val="33312A"/>
                </a:solidFill>
                <a:latin typeface="Noto Sans JP" pitchFamily="34" charset="0"/>
                <a:ea typeface="Noto Sans JP" pitchFamily="34" charset="-122"/>
                <a:cs typeface="Noto Sans JP" pitchFamily="34" charset="-120"/>
              </a:rPr>
              <a:t>削除</a:t>
            </a:r>
            <a:endParaRPr lang="ja-JP" altLang="en-US" sz="1125" spc="68" kern="0" dirty="0">
              <a:solidFill>
                <a:srgbClr val="33312A"/>
              </a:solidFill>
              <a:latin typeface="Noto Sans JP" pitchFamily="34" charset="0"/>
              <a:ea typeface="Noto Sans JP" pitchFamily="34" charset="-122"/>
              <a:cs typeface="Noto Sans JP" pitchFamily="34" charset="-120"/>
            </a:endParaRPr>
          </a:p>
        </p:txBody>
      </p:sp>
      <p:sp>
        <p:nvSpPr>
          <p:cNvPr id="37" name="Text 35"/>
          <p:cNvSpPr/>
          <p:nvPr/>
        </p:nvSpPr>
        <p:spPr>
          <a:xfrm>
            <a:off x="4152930" y="6419820"/>
            <a:ext cx="1143000" cy="285750"/>
          </a:xfrm>
          <a:prstGeom prst="rect">
            <a:avLst/>
          </a:prstGeom>
          <a:noFill/>
          <a:ln>
            <a:noFill/>
          </a:ln>
        </p:spPr>
        <p:txBody>
          <a:bodyPr wrap="none" lIns="0" tIns="0" rIns="0" bIns="0" rtlCol="0" anchor="t"/>
          <a:lstStyle/>
          <a:p>
            <a:pPr algn="ctr" indent="0" marL="0">
              <a:lnSpc>
                <a:spcPct val="120000"/>
              </a:lnSpc>
              <a:buNone/>
            </a:pPr>
            <a:r>
              <a:rPr lang="ja-JP" altLang="en-US" sz="1125" spc="68" kern="0" dirty="0">
                <a:solidFill>
                  <a:srgbClr val="33312A"/>
                </a:solidFill>
                <a:latin typeface="Noto Sans JP" pitchFamily="34" charset="0"/>
                <a:ea typeface="Noto Sans JP" pitchFamily="34" charset="-122"/>
                <a:cs typeface="Noto Sans JP" pitchFamily="34" charset="-120"/>
              </a:rPr>
              <a:t>復帰</a:t>
            </a:r>
            <a:endParaRPr lang="ja-JP" altLang="en-US" sz="1125" spc="68" kern="0" dirty="0">
              <a:solidFill>
                <a:srgbClr val="33312A"/>
              </a:solidFill>
              <a:latin typeface="Noto Sans JP" pitchFamily="34" charset="0"/>
              <a:ea typeface="Noto Sans JP" pitchFamily="34" charset="-122"/>
              <a:cs typeface="Noto Sans JP" pitchFamily="34" charset="-120"/>
            </a:endParaRPr>
          </a:p>
        </p:txBody>
      </p:sp>
      <p:sp>
        <p:nvSpPr>
          <p:cNvPr id="38" name="Text 36"/>
          <p:cNvSpPr/>
          <p:nvPr/>
        </p:nvSpPr>
        <p:spPr>
          <a:xfrm>
            <a:off x="8953530" y="6419820"/>
            <a:ext cx="1143000" cy="285750"/>
          </a:xfrm>
          <a:prstGeom prst="rect">
            <a:avLst/>
          </a:prstGeom>
          <a:noFill/>
          <a:ln>
            <a:noFill/>
          </a:ln>
        </p:spPr>
        <p:txBody>
          <a:bodyPr wrap="none" lIns="0" tIns="0" rIns="0" bIns="0" rtlCol="0" anchor="t"/>
          <a:lstStyle/>
          <a:p>
            <a:pPr algn="ctr" indent="0" marL="0">
              <a:lnSpc>
                <a:spcPct val="120000"/>
              </a:lnSpc>
              <a:buNone/>
            </a:pPr>
            <a:r>
              <a:rPr lang="ja-JP" altLang="en-US" sz="1125" spc="68" kern="0" dirty="0">
                <a:solidFill>
                  <a:srgbClr val="33312A"/>
                </a:solidFill>
                <a:latin typeface="Noto Sans JP" pitchFamily="34" charset="0"/>
                <a:ea typeface="Noto Sans JP" pitchFamily="34" charset="-122"/>
                <a:cs typeface="Noto Sans JP" pitchFamily="34" charset="-120"/>
              </a:rPr>
              <a:t>配信</a:t>
            </a:r>
            <a:endParaRPr lang="ja-JP" altLang="en-US" sz="1125" spc="68" kern="0" dirty="0">
              <a:solidFill>
                <a:srgbClr val="33312A"/>
              </a:solidFill>
              <a:latin typeface="Noto Sans JP" pitchFamily="34" charset="0"/>
              <a:ea typeface="Noto Sans JP" pitchFamily="34" charset="-122"/>
              <a:cs typeface="Noto Sans JP" pitchFamily="34" charset="-120"/>
            </a:endParaRPr>
          </a:p>
        </p:txBody>
      </p:sp>
      <p:sp>
        <p:nvSpPr>
          <p:cNvPr id="39" name="Text 37"/>
          <p:cNvSpPr/>
          <p:nvPr/>
        </p:nvSpPr>
        <p:spPr>
          <a:xfrm>
            <a:off x="10191720" y="6229350"/>
            <a:ext cx="282824" cy="266730"/>
          </a:xfrm>
          <a:prstGeom prst="rect">
            <a:avLst/>
          </a:prstGeom>
          <a:noFill/>
          <a:ln>
            <a:noFill/>
          </a:ln>
        </p:spPr>
        <p:txBody>
          <a:bodyPr wrap="none" lIns="0" tIns="0" rIns="0" bIns="0" rtlCol="0" anchor="t"/>
          <a:lstStyle/>
          <a:p>
            <a:pPr algn="l" indent="0" marL="0">
              <a:lnSpc>
                <a:spcPct val="114000"/>
              </a:lnSpc>
              <a:buNone/>
            </a:pPr>
            <a:r>
              <a:rPr lang="ja-JP" altLang="en-US" sz="1050" b="1" spc="63" kern="0" dirty="0">
                <a:solidFill>
                  <a:srgbClr val="4A5D3A"/>
                </a:solidFill>
                <a:latin typeface="Noto Sans JP" pitchFamily="34" charset="0"/>
                <a:ea typeface="Noto Sans JP" pitchFamily="34" charset="-122"/>
                <a:cs typeface="Noto Sans JP" pitchFamily="34" charset="-120"/>
              </a:rPr>
              <a:t>物語</a:t>
            </a:r>
            <a:endParaRPr lang="ja-JP" altLang="en-US" sz="1050" b="1" spc="63" kern="0" dirty="0">
              <a:solidFill>
                <a:srgbClr val="4A5D3A"/>
              </a:solidFill>
              <a:latin typeface="Noto Sans JP" pitchFamily="34" charset="0"/>
              <a:ea typeface="Noto Sans JP" pitchFamily="34" charset="-122"/>
              <a:cs typeface="Noto Sans JP" pitchFamily="34" charset="-120"/>
            </a:endParaRPr>
          </a:p>
        </p:txBody>
      </p:sp>
      <p:sp>
        <p:nvSpPr>
          <p:cNvPr id="40" name="Shape 38"/>
          <p:cNvSpPr/>
          <p:nvPr/>
        </p:nvSpPr>
        <p:spPr>
          <a:xfrm>
            <a:off x="914400" y="790590"/>
            <a:ext cx="245334" cy="28621"/>
          </a:xfrm>
          <a:prstGeom prst="rect">
            <a:avLst/>
          </a:prstGeom>
          <a:solidFill>
            <a:srgbClr val="7E611B"/>
          </a:solidFill>
          <a:ln>
            <a:noFill/>
          </a:ln>
        </p:spPr>
      </p:sp>
      <p:sp>
        <p:nvSpPr>
          <p:cNvPr id="41" name="Shape 39"/>
          <p:cNvSpPr/>
          <p:nvPr/>
        </p:nvSpPr>
        <p:spPr>
          <a:xfrm>
            <a:off x="1202436" y="790590"/>
            <a:ext cx="245334" cy="28621"/>
          </a:xfrm>
          <a:prstGeom prst="rect">
            <a:avLst/>
          </a:prstGeom>
          <a:solidFill>
            <a:srgbClr val="7E611B"/>
          </a:solidFill>
          <a:ln>
            <a:noFill/>
          </a:ln>
        </p:spPr>
      </p:sp>
      <p:sp>
        <p:nvSpPr>
          <p:cNvPr id="42" name="Text 40"/>
          <p:cNvSpPr/>
          <p:nvPr/>
        </p:nvSpPr>
        <p:spPr>
          <a:xfrm>
            <a:off x="8420070" y="6362670"/>
            <a:ext cx="2857500" cy="209580"/>
          </a:xfrm>
          <a:prstGeom prst="rect">
            <a:avLst/>
          </a:prstGeom>
          <a:noFill/>
          <a:ln>
            <a:noFill/>
          </a:ln>
        </p:spPr>
        <p:txBody>
          <a:bodyPr wrap="square" lIns="0" tIns="0" rIns="0" bIns="0" rtlCol="0" anchor="t"/>
          <a:lstStyle/>
          <a:p>
            <a:pPr algn="r" indent="0" marL="0">
              <a:buNone/>
            </a:pPr>
            <a:r>
              <a:rPr lang="en-US" sz="975" spc="160" kern="0" dirty="0">
                <a:solidFill>
                  <a:srgbClr val="6E6B60"/>
                </a:solidFill>
                <a:latin typeface="Consolas" pitchFamily="34" charset="0"/>
                <a:ea typeface="Noto Sans JP" pitchFamily="34" charset="-122"/>
                <a:cs typeface="Consolas" pitchFamily="34" charset="-120"/>
              </a:rPr>
              <a:t>12 / 23</a:t>
            </a:r>
            <a:endParaRPr lang="en-US" sz="975" spc="160" kern="0" dirty="0">
              <a:solidFill>
                <a:srgbClr val="6E6B60"/>
              </a:solidFill>
              <a:latin typeface="Consolas" pitchFamily="34" charset="0"/>
              <a:ea typeface="Noto Sans JP" pitchFamily="34" charset="-122"/>
              <a:cs typeface="Consolas" pitchFamily="34" charset="-12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2590770" y="1143000"/>
            <a:ext cx="0" cy="171450"/>
          </a:xfrm>
          <a:prstGeom prst="line">
            <a:avLst/>
          </a:prstGeom>
          <a:noFill/>
          <a:ln w="14288">
            <a:solidFill>
              <a:srgbClr val="7A776B"/>
            </a:solidFill>
            <a:prstDash val="solid"/>
          </a:ln>
        </p:spPr>
      </p:sp>
      <p:sp>
        <p:nvSpPr>
          <p:cNvPr id="3" name="Shape 1"/>
          <p:cNvSpPr/>
          <p:nvPr/>
        </p:nvSpPr>
        <p:spPr>
          <a:xfrm>
            <a:off x="3657600" y="1143000"/>
            <a:ext cx="0" cy="171450"/>
          </a:xfrm>
          <a:prstGeom prst="line">
            <a:avLst/>
          </a:prstGeom>
          <a:noFill/>
          <a:ln w="14288">
            <a:solidFill>
              <a:srgbClr val="7A776B"/>
            </a:solidFill>
            <a:prstDash val="solid"/>
          </a:ln>
        </p:spPr>
      </p:sp>
      <p:sp>
        <p:nvSpPr>
          <p:cNvPr id="4" name="Shape 2"/>
          <p:cNvSpPr/>
          <p:nvPr/>
        </p:nvSpPr>
        <p:spPr>
          <a:xfrm>
            <a:off x="4724430" y="1143000"/>
            <a:ext cx="0" cy="171450"/>
          </a:xfrm>
          <a:prstGeom prst="line">
            <a:avLst/>
          </a:prstGeom>
          <a:noFill/>
          <a:ln w="14288">
            <a:solidFill>
              <a:srgbClr val="7A776B"/>
            </a:solidFill>
            <a:prstDash val="solid"/>
          </a:ln>
        </p:spPr>
      </p:sp>
      <p:sp>
        <p:nvSpPr>
          <p:cNvPr id="5" name="Shape 3"/>
          <p:cNvSpPr/>
          <p:nvPr/>
        </p:nvSpPr>
        <p:spPr>
          <a:xfrm>
            <a:off x="5791170" y="1143000"/>
            <a:ext cx="0" cy="171450"/>
          </a:xfrm>
          <a:prstGeom prst="line">
            <a:avLst/>
          </a:prstGeom>
          <a:noFill/>
          <a:ln w="14288">
            <a:solidFill>
              <a:srgbClr val="7A776B"/>
            </a:solidFill>
            <a:prstDash val="solid"/>
          </a:ln>
        </p:spPr>
      </p:sp>
      <p:sp>
        <p:nvSpPr>
          <p:cNvPr id="6" name="Shape 4"/>
          <p:cNvSpPr/>
          <p:nvPr/>
        </p:nvSpPr>
        <p:spPr>
          <a:xfrm>
            <a:off x="6858000" y="1143000"/>
            <a:ext cx="0" cy="171450"/>
          </a:xfrm>
          <a:prstGeom prst="line">
            <a:avLst/>
          </a:prstGeom>
          <a:noFill/>
          <a:ln w="14288">
            <a:solidFill>
              <a:srgbClr val="7A776B"/>
            </a:solidFill>
            <a:prstDash val="solid"/>
          </a:ln>
        </p:spPr>
      </p:sp>
      <p:sp>
        <p:nvSpPr>
          <p:cNvPr id="7" name="Shape 5"/>
          <p:cNvSpPr/>
          <p:nvPr/>
        </p:nvSpPr>
        <p:spPr>
          <a:xfrm>
            <a:off x="7924830" y="1143000"/>
            <a:ext cx="0" cy="171450"/>
          </a:xfrm>
          <a:prstGeom prst="line">
            <a:avLst/>
          </a:prstGeom>
          <a:noFill/>
          <a:ln w="14288">
            <a:solidFill>
              <a:srgbClr val="7A776B"/>
            </a:solidFill>
            <a:prstDash val="solid"/>
          </a:ln>
        </p:spPr>
      </p:sp>
      <p:sp>
        <p:nvSpPr>
          <p:cNvPr id="8" name="Shape 6"/>
          <p:cNvSpPr/>
          <p:nvPr/>
        </p:nvSpPr>
        <p:spPr>
          <a:xfrm>
            <a:off x="8991570" y="1143000"/>
            <a:ext cx="0" cy="171450"/>
          </a:xfrm>
          <a:prstGeom prst="line">
            <a:avLst/>
          </a:prstGeom>
          <a:noFill/>
          <a:ln w="14288">
            <a:solidFill>
              <a:srgbClr val="7A776B"/>
            </a:solidFill>
            <a:prstDash val="solid"/>
          </a:ln>
        </p:spPr>
      </p:sp>
      <p:sp>
        <p:nvSpPr>
          <p:cNvPr id="9" name="Shape 7"/>
          <p:cNvSpPr/>
          <p:nvPr/>
        </p:nvSpPr>
        <p:spPr>
          <a:xfrm>
            <a:off x="10058400" y="1143000"/>
            <a:ext cx="0" cy="171450"/>
          </a:xfrm>
          <a:prstGeom prst="line">
            <a:avLst/>
          </a:prstGeom>
          <a:noFill/>
          <a:ln w="14288">
            <a:solidFill>
              <a:srgbClr val="7A776B"/>
            </a:solidFill>
            <a:prstDash val="solid"/>
          </a:ln>
        </p:spPr>
      </p:sp>
      <p:sp>
        <p:nvSpPr>
          <p:cNvPr id="10" name="Shape 8"/>
          <p:cNvSpPr/>
          <p:nvPr/>
        </p:nvSpPr>
        <p:spPr>
          <a:xfrm>
            <a:off x="11125230" y="1143000"/>
            <a:ext cx="0" cy="171450"/>
          </a:xfrm>
          <a:prstGeom prst="line">
            <a:avLst/>
          </a:prstGeom>
          <a:noFill/>
          <a:ln w="14288">
            <a:solidFill>
              <a:srgbClr val="7A776B"/>
            </a:solidFill>
            <a:prstDash val="solid"/>
          </a:ln>
        </p:spPr>
      </p:sp>
      <p:sp>
        <p:nvSpPr>
          <p:cNvPr id="11" name="Shape 9"/>
          <p:cNvSpPr/>
          <p:nvPr/>
        </p:nvSpPr>
        <p:spPr>
          <a:xfrm>
            <a:off x="2381280" y="3552810"/>
            <a:ext cx="6134070" cy="28621"/>
          </a:xfrm>
          <a:custGeom>
            <a:avLst/>
            <a:gdLst/>
            <a:ahLst/>
            <a:cxnLst/>
            <a:rect l="l" t="t" r="r" b="b"/>
            <a:pathLst>
              <a:path w="6134070" h="28621">
                <a:moveTo>
                  <a:pt x="0" y="28621"/>
                </a:moveTo>
                <a:lnTo>
                  <a:pt x="152430" y="28621"/>
                </a:lnTo>
                <a:lnTo>
                  <a:pt x="295260" y="28621"/>
                </a:lnTo>
                <a:lnTo>
                  <a:pt x="447690" y="19020"/>
                </a:lnTo>
                <a:lnTo>
                  <a:pt x="600121" y="19020"/>
                </a:lnTo>
                <a:lnTo>
                  <a:pt x="752460" y="19020"/>
                </a:lnTo>
                <a:lnTo>
                  <a:pt x="895380" y="28621"/>
                </a:lnTo>
                <a:lnTo>
                  <a:pt x="1047720" y="28621"/>
                </a:lnTo>
                <a:lnTo>
                  <a:pt x="1200150" y="28621"/>
                </a:lnTo>
                <a:lnTo>
                  <a:pt x="1343071" y="28621"/>
                </a:lnTo>
                <a:lnTo>
                  <a:pt x="1495410" y="28621"/>
                </a:lnTo>
                <a:lnTo>
                  <a:pt x="1647840" y="28621"/>
                </a:lnTo>
                <a:lnTo>
                  <a:pt x="1800271" y="28621"/>
                </a:lnTo>
                <a:lnTo>
                  <a:pt x="1943100" y="28621"/>
                </a:lnTo>
                <a:lnTo>
                  <a:pt x="2095530" y="28621"/>
                </a:lnTo>
                <a:lnTo>
                  <a:pt x="2247870" y="19020"/>
                </a:lnTo>
                <a:lnTo>
                  <a:pt x="2343150" y="19020"/>
                </a:lnTo>
                <a:lnTo>
                  <a:pt x="2390790" y="19020"/>
                </a:lnTo>
                <a:lnTo>
                  <a:pt x="2543221" y="9510"/>
                </a:lnTo>
                <a:lnTo>
                  <a:pt x="2695560" y="9510"/>
                </a:lnTo>
                <a:lnTo>
                  <a:pt x="2838480" y="9510"/>
                </a:lnTo>
                <a:lnTo>
                  <a:pt x="2990820" y="9510"/>
                </a:lnTo>
                <a:lnTo>
                  <a:pt x="3143250" y="9510"/>
                </a:lnTo>
                <a:lnTo>
                  <a:pt x="3295680" y="9510"/>
                </a:lnTo>
                <a:lnTo>
                  <a:pt x="3438510" y="9510"/>
                </a:lnTo>
                <a:lnTo>
                  <a:pt x="3590940" y="19020"/>
                </a:lnTo>
                <a:lnTo>
                  <a:pt x="3743371" y="19020"/>
                </a:lnTo>
                <a:lnTo>
                  <a:pt x="3886200" y="19020"/>
                </a:lnTo>
                <a:lnTo>
                  <a:pt x="4038630" y="19020"/>
                </a:lnTo>
                <a:lnTo>
                  <a:pt x="4190970" y="19020"/>
                </a:lnTo>
                <a:lnTo>
                  <a:pt x="4343400" y="19020"/>
                </a:lnTo>
                <a:lnTo>
                  <a:pt x="4486321" y="9510"/>
                </a:lnTo>
                <a:lnTo>
                  <a:pt x="4629150" y="9510"/>
                </a:lnTo>
                <a:lnTo>
                  <a:pt x="4638660" y="9510"/>
                </a:lnTo>
                <a:lnTo>
                  <a:pt x="4791090" y="9510"/>
                </a:lnTo>
                <a:lnTo>
                  <a:pt x="4933920" y="0"/>
                </a:lnTo>
                <a:lnTo>
                  <a:pt x="5086350" y="0"/>
                </a:lnTo>
                <a:lnTo>
                  <a:pt x="5238780" y="9510"/>
                </a:lnTo>
                <a:lnTo>
                  <a:pt x="5381610" y="9510"/>
                </a:lnTo>
                <a:lnTo>
                  <a:pt x="5534040" y="9510"/>
                </a:lnTo>
                <a:lnTo>
                  <a:pt x="5686471" y="9510"/>
                </a:lnTo>
                <a:lnTo>
                  <a:pt x="5838810" y="9510"/>
                </a:lnTo>
                <a:lnTo>
                  <a:pt x="5981730" y="9510"/>
                </a:lnTo>
                <a:lnTo>
                  <a:pt x="6134070" y="0"/>
                </a:lnTo>
              </a:path>
            </a:pathLst>
          </a:custGeom>
          <a:noFill/>
          <a:ln w="19050">
            <a:solidFill>
              <a:srgbClr val="7A776B"/>
            </a:solidFill>
            <a:prstDash val="solid"/>
          </a:ln>
        </p:spPr>
      </p:sp>
      <p:sp>
        <p:nvSpPr>
          <p:cNvPr id="12" name="Shape 10"/>
          <p:cNvSpPr/>
          <p:nvPr/>
        </p:nvSpPr>
        <p:spPr>
          <a:xfrm>
            <a:off x="8515350" y="2809860"/>
            <a:ext cx="2762220" cy="742950"/>
          </a:xfrm>
          <a:custGeom>
            <a:avLst/>
            <a:gdLst/>
            <a:ahLst/>
            <a:cxnLst/>
            <a:rect l="l" t="t" r="r" b="b"/>
            <a:pathLst>
              <a:path w="2762220" h="742950">
                <a:moveTo>
                  <a:pt x="0" y="742950"/>
                </a:moveTo>
                <a:lnTo>
                  <a:pt x="123810" y="657271"/>
                </a:lnTo>
                <a:lnTo>
                  <a:pt x="219090" y="542971"/>
                </a:lnTo>
                <a:lnTo>
                  <a:pt x="314371" y="419070"/>
                </a:lnTo>
                <a:lnTo>
                  <a:pt x="400050" y="295260"/>
                </a:lnTo>
                <a:lnTo>
                  <a:pt x="485821" y="171450"/>
                </a:lnTo>
                <a:lnTo>
                  <a:pt x="571500" y="85771"/>
                </a:lnTo>
                <a:lnTo>
                  <a:pt x="590520" y="66660"/>
                </a:lnTo>
                <a:lnTo>
                  <a:pt x="723930" y="0"/>
                </a:lnTo>
                <a:lnTo>
                  <a:pt x="876270" y="0"/>
                </a:lnTo>
                <a:lnTo>
                  <a:pt x="1019190" y="38130"/>
                </a:lnTo>
                <a:lnTo>
                  <a:pt x="1162020" y="85771"/>
                </a:lnTo>
                <a:lnTo>
                  <a:pt x="1304940" y="133320"/>
                </a:lnTo>
                <a:lnTo>
                  <a:pt x="1457371" y="180960"/>
                </a:lnTo>
                <a:lnTo>
                  <a:pt x="1600200" y="228600"/>
                </a:lnTo>
                <a:lnTo>
                  <a:pt x="1743121" y="276240"/>
                </a:lnTo>
                <a:lnTo>
                  <a:pt x="1885950" y="314371"/>
                </a:lnTo>
                <a:lnTo>
                  <a:pt x="2028871" y="352410"/>
                </a:lnTo>
                <a:lnTo>
                  <a:pt x="2181210" y="390540"/>
                </a:lnTo>
                <a:lnTo>
                  <a:pt x="2305020" y="419070"/>
                </a:lnTo>
                <a:lnTo>
                  <a:pt x="2324130" y="419070"/>
                </a:lnTo>
                <a:lnTo>
                  <a:pt x="2476470" y="438180"/>
                </a:lnTo>
                <a:lnTo>
                  <a:pt x="2628900" y="447690"/>
                </a:lnTo>
                <a:lnTo>
                  <a:pt x="2762220" y="457200"/>
                </a:lnTo>
                <a:lnTo>
                  <a:pt x="2762220" y="476220"/>
                </a:lnTo>
                <a:lnTo>
                  <a:pt x="2762220" y="628650"/>
                </a:lnTo>
                <a:lnTo>
                  <a:pt x="2762220" y="742950"/>
                </a:lnTo>
                <a:lnTo>
                  <a:pt x="2724180" y="742950"/>
                </a:lnTo>
                <a:lnTo>
                  <a:pt x="2571750" y="742950"/>
                </a:lnTo>
                <a:lnTo>
                  <a:pt x="2419320" y="742950"/>
                </a:lnTo>
                <a:lnTo>
                  <a:pt x="2276490" y="742950"/>
                </a:lnTo>
                <a:lnTo>
                  <a:pt x="2124060" y="742950"/>
                </a:lnTo>
                <a:lnTo>
                  <a:pt x="1971721" y="742950"/>
                </a:lnTo>
                <a:lnTo>
                  <a:pt x="1819290" y="742950"/>
                </a:lnTo>
                <a:lnTo>
                  <a:pt x="1666860" y="742950"/>
                </a:lnTo>
                <a:lnTo>
                  <a:pt x="1514521" y="742950"/>
                </a:lnTo>
                <a:lnTo>
                  <a:pt x="1362090" y="742950"/>
                </a:lnTo>
                <a:lnTo>
                  <a:pt x="1209660" y="742950"/>
                </a:lnTo>
                <a:lnTo>
                  <a:pt x="1057321" y="742950"/>
                </a:lnTo>
                <a:lnTo>
                  <a:pt x="904890" y="742950"/>
                </a:lnTo>
                <a:lnTo>
                  <a:pt x="761970" y="742950"/>
                </a:lnTo>
                <a:lnTo>
                  <a:pt x="609630" y="742950"/>
                </a:lnTo>
                <a:lnTo>
                  <a:pt x="457200" y="742950"/>
                </a:lnTo>
                <a:lnTo>
                  <a:pt x="304770" y="742950"/>
                </a:lnTo>
                <a:lnTo>
                  <a:pt x="152430" y="742950"/>
                </a:lnTo>
                <a:lnTo>
                  <a:pt x="0" y="742950"/>
                </a:lnTo>
                <a:close/>
              </a:path>
            </a:pathLst>
          </a:custGeom>
          <a:solidFill>
            <a:srgbClr val="7E611B">
              <a:alpha val="10000"/>
            </a:srgbClr>
          </a:solidFill>
          <a:ln>
            <a:noFill/>
          </a:ln>
        </p:spPr>
      </p:sp>
      <p:sp>
        <p:nvSpPr>
          <p:cNvPr id="13" name="Shape 11"/>
          <p:cNvSpPr/>
          <p:nvPr/>
        </p:nvSpPr>
        <p:spPr>
          <a:xfrm>
            <a:off x="8515350" y="2809860"/>
            <a:ext cx="2762220" cy="742950"/>
          </a:xfrm>
          <a:custGeom>
            <a:avLst/>
            <a:gdLst/>
            <a:ahLst/>
            <a:cxnLst/>
            <a:rect l="l" t="t" r="r" b="b"/>
            <a:pathLst>
              <a:path w="2762220" h="742950">
                <a:moveTo>
                  <a:pt x="0" y="742950"/>
                </a:moveTo>
                <a:lnTo>
                  <a:pt x="123810" y="666780"/>
                </a:lnTo>
                <a:lnTo>
                  <a:pt x="219090" y="542971"/>
                </a:lnTo>
                <a:lnTo>
                  <a:pt x="304770" y="428671"/>
                </a:lnTo>
                <a:lnTo>
                  <a:pt x="390540" y="295260"/>
                </a:lnTo>
                <a:lnTo>
                  <a:pt x="485821" y="180960"/>
                </a:lnTo>
                <a:lnTo>
                  <a:pt x="571500" y="85771"/>
                </a:lnTo>
                <a:lnTo>
                  <a:pt x="590520" y="66660"/>
                </a:lnTo>
                <a:lnTo>
                  <a:pt x="714421" y="0"/>
                </a:lnTo>
                <a:lnTo>
                  <a:pt x="866760" y="0"/>
                </a:lnTo>
                <a:lnTo>
                  <a:pt x="876270" y="0"/>
                </a:lnTo>
                <a:lnTo>
                  <a:pt x="1009680" y="38130"/>
                </a:lnTo>
                <a:lnTo>
                  <a:pt x="1152510" y="85771"/>
                </a:lnTo>
                <a:lnTo>
                  <a:pt x="1295430" y="133320"/>
                </a:lnTo>
                <a:lnTo>
                  <a:pt x="1438260" y="180960"/>
                </a:lnTo>
                <a:lnTo>
                  <a:pt x="1581180" y="228600"/>
                </a:lnTo>
                <a:lnTo>
                  <a:pt x="1733520" y="266730"/>
                </a:lnTo>
                <a:lnTo>
                  <a:pt x="1876440" y="314371"/>
                </a:lnTo>
                <a:lnTo>
                  <a:pt x="2019270" y="352410"/>
                </a:lnTo>
                <a:lnTo>
                  <a:pt x="2162190" y="390540"/>
                </a:lnTo>
                <a:lnTo>
                  <a:pt x="2305020" y="419070"/>
                </a:lnTo>
                <a:lnTo>
                  <a:pt x="2314621" y="419070"/>
                </a:lnTo>
                <a:lnTo>
                  <a:pt x="2457450" y="428671"/>
                </a:lnTo>
                <a:lnTo>
                  <a:pt x="2609880" y="447690"/>
                </a:lnTo>
                <a:lnTo>
                  <a:pt x="2762220" y="457200"/>
                </a:lnTo>
              </a:path>
            </a:pathLst>
          </a:custGeom>
          <a:noFill/>
          <a:ln w="23813">
            <a:solidFill>
              <a:srgbClr val="7E611B"/>
            </a:solidFill>
            <a:prstDash val="solid"/>
          </a:ln>
        </p:spPr>
      </p:sp>
      <p:sp>
        <p:nvSpPr>
          <p:cNvPr id="14" name="Shape 12"/>
          <p:cNvSpPr/>
          <p:nvPr/>
        </p:nvSpPr>
        <p:spPr>
          <a:xfrm>
            <a:off x="8515350" y="1066830"/>
            <a:ext cx="0" cy="2628900"/>
          </a:xfrm>
          <a:prstGeom prst="line">
            <a:avLst/>
          </a:prstGeom>
          <a:noFill/>
          <a:ln w="28575">
            <a:solidFill>
              <a:srgbClr val="7E611B"/>
            </a:solidFill>
            <a:prstDash val="solid"/>
          </a:ln>
        </p:spPr>
      </p:sp>
      <p:sp>
        <p:nvSpPr>
          <p:cNvPr id="15" name="Shape 13"/>
          <p:cNvSpPr/>
          <p:nvPr/>
        </p:nvSpPr>
        <p:spPr>
          <a:xfrm>
            <a:off x="8462955" y="2033626"/>
            <a:ext cx="104790" cy="104790"/>
          </a:xfrm>
          <a:prstGeom prst="ellipse">
            <a:avLst/>
          </a:prstGeom>
          <a:solidFill>
            <a:srgbClr val="7E611B"/>
          </a:solidFill>
          <a:ln>
            <a:noFill/>
          </a:ln>
        </p:spPr>
      </p:sp>
      <p:sp>
        <p:nvSpPr>
          <p:cNvPr id="16" name="Shape 14"/>
          <p:cNvSpPr/>
          <p:nvPr/>
        </p:nvSpPr>
        <p:spPr>
          <a:xfrm>
            <a:off x="8591520" y="2086021"/>
            <a:ext cx="190470" cy="0"/>
          </a:xfrm>
          <a:prstGeom prst="line">
            <a:avLst/>
          </a:prstGeom>
          <a:noFill/>
          <a:ln w="14288">
            <a:solidFill>
              <a:srgbClr val="7E611B"/>
            </a:solidFill>
            <a:prstDash val="solid"/>
          </a:ln>
        </p:spPr>
      </p:sp>
      <p:sp>
        <p:nvSpPr>
          <p:cNvPr id="17" name="Shape 15"/>
          <p:cNvSpPr/>
          <p:nvPr/>
        </p:nvSpPr>
        <p:spPr>
          <a:xfrm>
            <a:off x="10306020" y="5829300"/>
            <a:ext cx="971550" cy="247620"/>
          </a:xfrm>
          <a:custGeom>
            <a:avLst/>
            <a:gdLst/>
            <a:ahLst/>
            <a:cxnLst/>
            <a:rect l="l" t="t" r="r" b="b"/>
            <a:pathLst>
              <a:path w="971550" h="247620">
                <a:moveTo>
                  <a:pt x="0" y="0"/>
                </a:moveTo>
                <a:lnTo>
                  <a:pt x="971550" y="0"/>
                </a:lnTo>
                <a:lnTo>
                  <a:pt x="971550" y="247620"/>
                </a:lnTo>
                <a:lnTo>
                  <a:pt x="0" y="247620"/>
                </a:lnTo>
                <a:close/>
              </a:path>
            </a:pathLst>
          </a:custGeom>
          <a:noFill/>
          <a:ln w="14288">
            <a:solidFill>
              <a:srgbClr val="4A5D3A"/>
            </a:solidFill>
            <a:prstDash val="solid"/>
          </a:ln>
        </p:spPr>
      </p:sp>
      <p:sp>
        <p:nvSpPr>
          <p:cNvPr id="18" name="Shape 16"/>
          <p:cNvSpPr/>
          <p:nvPr/>
        </p:nvSpPr>
        <p:spPr>
          <a:xfrm>
            <a:off x="10401300" y="5886450"/>
            <a:ext cx="95280" cy="133320"/>
          </a:xfrm>
          <a:custGeom>
            <a:avLst/>
            <a:gdLst/>
            <a:ahLst/>
            <a:cxnLst/>
            <a:rect l="l" t="t" r="r" b="b"/>
            <a:pathLst>
              <a:path w="95280" h="133320">
                <a:moveTo>
                  <a:pt x="0" y="0"/>
                </a:moveTo>
                <a:lnTo>
                  <a:pt x="95280" y="0"/>
                </a:lnTo>
                <a:lnTo>
                  <a:pt x="95280" y="133320"/>
                </a:lnTo>
                <a:lnTo>
                  <a:pt x="0" y="133320"/>
                </a:lnTo>
                <a:close/>
              </a:path>
            </a:pathLst>
          </a:custGeom>
          <a:noFill/>
          <a:ln w="14288">
            <a:solidFill>
              <a:srgbClr val="4A5D3A"/>
            </a:solidFill>
            <a:prstDash val="solid"/>
          </a:ln>
        </p:spPr>
      </p:sp>
      <p:sp>
        <p:nvSpPr>
          <p:cNvPr id="19" name="Shape 17"/>
          <p:cNvSpPr/>
          <p:nvPr/>
        </p:nvSpPr>
        <p:spPr>
          <a:xfrm>
            <a:off x="10429921" y="5886450"/>
            <a:ext cx="0" cy="133320"/>
          </a:xfrm>
          <a:prstGeom prst="line">
            <a:avLst/>
          </a:prstGeom>
          <a:noFill/>
          <a:ln w="14288">
            <a:solidFill>
              <a:srgbClr val="4A5D3A"/>
            </a:solidFill>
            <a:prstDash val="solid"/>
          </a:ln>
        </p:spPr>
      </p:sp>
      <p:sp>
        <p:nvSpPr>
          <p:cNvPr id="20" name="Text 18"/>
          <p:cNvSpPr/>
          <p:nvPr/>
        </p:nvSpPr>
        <p:spPr>
          <a:xfrm>
            <a:off x="914400" y="457200"/>
            <a:ext cx="266730" cy="304770"/>
          </a:xfrm>
          <a:prstGeom prst="rect">
            <a:avLst/>
          </a:prstGeom>
          <a:noFill/>
          <a:ln>
            <a:noFill/>
          </a:ln>
        </p:spPr>
        <p:txBody>
          <a:bodyPr wrap="none" lIns="0" tIns="0" rIns="0" bIns="0" rtlCol="0" anchor="t"/>
          <a:lstStyle/>
          <a:p>
            <a:pPr algn="l" indent="0" marL="0">
              <a:lnSpc>
                <a:spcPct val="154000"/>
              </a:lnSpc>
              <a:buNone/>
            </a:pPr>
            <a:r>
              <a:rPr lang="en-US" sz="975" b="1" spc="156" kern="0" dirty="0">
                <a:solidFill>
                  <a:srgbClr val="7E611B"/>
                </a:solidFill>
                <a:latin typeface="Consolas" pitchFamily="34" charset="0"/>
                <a:ea typeface="Noto Sans JP" pitchFamily="34" charset="-122"/>
                <a:cs typeface="Consolas" pitchFamily="34" charset="-120"/>
              </a:rPr>
              <a:t>S13</a:t>
            </a:r>
            <a:endParaRPr lang="en-US" sz="975" b="1" spc="156" kern="0" dirty="0">
              <a:solidFill>
                <a:srgbClr val="7E611B"/>
              </a:solidFill>
              <a:latin typeface="Consolas" pitchFamily="34" charset="0"/>
              <a:ea typeface="Noto Sans JP" pitchFamily="34" charset="-122"/>
              <a:cs typeface="Consolas" pitchFamily="34" charset="-120"/>
            </a:endParaRPr>
          </a:p>
        </p:txBody>
      </p:sp>
      <p:sp>
        <p:nvSpPr>
          <p:cNvPr id="21" name="Text 19"/>
          <p:cNvSpPr/>
          <p:nvPr/>
        </p:nvSpPr>
        <p:spPr>
          <a:xfrm>
            <a:off x="1333470" y="438180"/>
            <a:ext cx="1047720" cy="314371"/>
          </a:xfrm>
          <a:prstGeom prst="rect">
            <a:avLst/>
          </a:prstGeom>
          <a:noFill/>
          <a:ln>
            <a:noFill/>
          </a:ln>
        </p:spPr>
        <p:txBody>
          <a:bodyPr wrap="none" lIns="0" tIns="0" rIns="0" bIns="0" rtlCol="0" anchor="t"/>
          <a:lstStyle/>
          <a:p>
            <a:pPr algn="l" indent="0" marL="0">
              <a:lnSpc>
                <a:spcPct val="150000"/>
              </a:lnSpc>
              <a:buNone/>
            </a:pPr>
            <a:r>
              <a:rPr lang="ja-JP" altLang="en-US" sz="1050" spc="126" kern="0" dirty="0">
                <a:solidFill>
                  <a:srgbClr val="33312A"/>
                </a:solidFill>
                <a:latin typeface="Noto Sans JP" pitchFamily="34" charset="0"/>
                <a:ea typeface="Noto Sans JP" pitchFamily="34" charset="-122"/>
                <a:cs typeface="Noto Sans JP" pitchFamily="34" charset="-120"/>
              </a:rPr>
              <a:t>なぜ跳ねたのか</a:t>
            </a:r>
            <a:endParaRPr lang="ja-JP" altLang="en-US" sz="1050" spc="126" kern="0" dirty="0">
              <a:solidFill>
                <a:srgbClr val="33312A"/>
              </a:solidFill>
              <a:latin typeface="Noto Sans JP" pitchFamily="34" charset="0"/>
              <a:ea typeface="Noto Sans JP" pitchFamily="34" charset="-122"/>
              <a:cs typeface="Noto Sans JP" pitchFamily="34" charset="-120"/>
            </a:endParaRPr>
          </a:p>
        </p:txBody>
      </p:sp>
      <p:sp>
        <p:nvSpPr>
          <p:cNvPr id="22" name="Text 20"/>
          <p:cNvSpPr/>
          <p:nvPr/>
        </p:nvSpPr>
        <p:spPr>
          <a:xfrm>
            <a:off x="8629650" y="457200"/>
            <a:ext cx="2647920" cy="304770"/>
          </a:xfrm>
          <a:prstGeom prst="rect">
            <a:avLst/>
          </a:prstGeom>
          <a:noFill/>
          <a:ln>
            <a:noFill/>
          </a:ln>
        </p:spPr>
        <p:txBody>
          <a:bodyPr wrap="none" lIns="0" tIns="0" rIns="0" bIns="0" rtlCol="0" anchor="t"/>
          <a:lstStyle/>
          <a:p>
            <a:pPr algn="l" indent="0" marL="0">
              <a:lnSpc>
                <a:spcPct val="154000"/>
              </a:lnSpc>
              <a:buNone/>
            </a:pPr>
            <a:r>
              <a:rPr lang="en-US" sz="975" spc="137" kern="0" dirty="0">
                <a:solidFill>
                  <a:srgbClr val="6E6B60"/>
                </a:solidFill>
                <a:latin typeface="Consolas" pitchFamily="34" charset="0"/>
                <a:ea typeface="Noto Sans JP" pitchFamily="34" charset="-122"/>
                <a:cs typeface="Consolas" pitchFamily="34" charset="-120"/>
              </a:rPr>
              <a:t>CYBERPUNK 2077 — CD PROJEKT RED</a:t>
            </a:r>
            <a:endParaRPr lang="en-US" sz="975" spc="137" kern="0" dirty="0">
              <a:solidFill>
                <a:srgbClr val="6E6B60"/>
              </a:solidFill>
              <a:latin typeface="Consolas" pitchFamily="34" charset="0"/>
              <a:ea typeface="Noto Sans JP" pitchFamily="34" charset="-122"/>
              <a:cs typeface="Consolas" pitchFamily="34" charset="-120"/>
            </a:endParaRPr>
          </a:p>
        </p:txBody>
      </p:sp>
      <p:sp>
        <p:nvSpPr>
          <p:cNvPr id="23" name="Shape 21"/>
          <p:cNvSpPr/>
          <p:nvPr/>
        </p:nvSpPr>
        <p:spPr>
          <a:xfrm>
            <a:off x="914400" y="800100"/>
            <a:ext cx="10363170" cy="9510"/>
          </a:xfrm>
          <a:prstGeom prst="rect">
            <a:avLst/>
          </a:prstGeom>
          <a:solidFill>
            <a:srgbClr val="C9C4B8"/>
          </a:solidFill>
          <a:ln>
            <a:noFill/>
          </a:ln>
        </p:spPr>
      </p:sp>
      <p:sp>
        <p:nvSpPr>
          <p:cNvPr id="24" name="Text 22"/>
          <p:cNvSpPr/>
          <p:nvPr/>
        </p:nvSpPr>
        <p:spPr>
          <a:xfrm>
            <a:off x="914400" y="1085850"/>
            <a:ext cx="1352580" cy="633405"/>
          </a:xfrm>
          <a:prstGeom prst="rect">
            <a:avLst/>
          </a:prstGeom>
          <a:noFill/>
          <a:ln>
            <a:noFill/>
          </a:ln>
        </p:spPr>
        <p:txBody>
          <a:bodyPr wrap="square" lIns="0" tIns="0" rIns="0" bIns="0" rtlCol="0" anchor="t"/>
          <a:lstStyle/>
          <a:p>
            <a:pPr algn="l" indent="0" marL="0">
              <a:lnSpc>
                <a:spcPct val="153000"/>
              </a:lnSpc>
              <a:buNone/>
            </a:pPr>
            <a:r>
              <a:rPr lang="ja-JP" altLang="en-US" sz="1425" dirty="0">
                <a:solidFill>
                  <a:srgbClr val="33312A"/>
                </a:solidFill>
                <a:latin typeface="Noto Sans JP Medium" pitchFamily="34" charset="0"/>
                <a:ea typeface="Noto Sans JP Medium" pitchFamily="34" charset="-122"/>
                <a:cs typeface="Noto Sans JP Medium" pitchFamily="34" charset="-120"/>
              </a:rPr>
              <a:t>技術</a:t>
            </a:r>
            <a:endParaRPr lang="ja-JP" altLang="en-US" sz="1425" dirty="0">
              <a:solidFill>
                <a:srgbClr val="33312A"/>
              </a:solidFill>
              <a:latin typeface="Noto Sans JP Medium" pitchFamily="34" charset="0"/>
              <a:ea typeface="Noto Sans JP Medium" pitchFamily="34" charset="-122"/>
              <a:cs typeface="Noto Sans JP Medium" pitchFamily="34" charset="-120"/>
            </a:endParaRPr>
          </a:p>
          <a:p>
            <a:pPr algn="l" indent="0" marL="0">
              <a:lnSpc>
                <a:spcPct val="153000"/>
              </a:lnSpc>
              <a:spcBef>
                <a:spcPts val="375"/>
              </a:spcBef>
              <a:buNone/>
            </a:pPr>
            <a:r>
              <a:rPr lang="ja-JP" altLang="en-US" sz="1050" dirty="0">
                <a:solidFill>
                  <a:srgbClr val="6E6B60"/>
                </a:solidFill>
                <a:latin typeface="Noto Sans JP" pitchFamily="34" charset="0"/>
                <a:ea typeface="Noto Sans JP" pitchFamily="34" charset="-122"/>
                <a:cs typeface="Noto Sans JP" pitchFamily="34" charset="-120"/>
              </a:rPr>
              <a:t>パッチ配信</a:t>
            </a:r>
            <a:endParaRPr lang="ja-JP" altLang="en-US" sz="1050" dirty="0">
              <a:solidFill>
                <a:srgbClr val="6E6B60"/>
              </a:solidFill>
              <a:latin typeface="Noto Sans JP" pitchFamily="34" charset="0"/>
              <a:ea typeface="Noto Sans JP" pitchFamily="34" charset="-122"/>
              <a:cs typeface="Noto Sans JP" pitchFamily="34" charset="-120"/>
            </a:endParaRPr>
          </a:p>
        </p:txBody>
      </p:sp>
      <p:sp>
        <p:nvSpPr>
          <p:cNvPr id="25" name="Text 23"/>
          <p:cNvSpPr/>
          <p:nvPr/>
        </p:nvSpPr>
        <p:spPr>
          <a:xfrm>
            <a:off x="914400" y="1828800"/>
            <a:ext cx="1352580" cy="633405"/>
          </a:xfrm>
          <a:prstGeom prst="rect">
            <a:avLst/>
          </a:prstGeom>
          <a:noFill/>
          <a:ln>
            <a:noFill/>
          </a:ln>
        </p:spPr>
        <p:txBody>
          <a:bodyPr wrap="square" lIns="0" tIns="0" rIns="0" bIns="0" rtlCol="0" anchor="t"/>
          <a:lstStyle/>
          <a:p>
            <a:pPr algn="l" indent="0" marL="0">
              <a:lnSpc>
                <a:spcPct val="153000"/>
              </a:lnSpc>
              <a:buNone/>
            </a:pPr>
            <a:r>
              <a:rPr lang="ja-JP" altLang="en-US" sz="1425" b="1" dirty="0">
                <a:solidFill>
                  <a:srgbClr val="4A5D3A"/>
                </a:solidFill>
                <a:latin typeface="Noto Sans JP" pitchFamily="34" charset="0"/>
                <a:ea typeface="Noto Sans JP" pitchFamily="34" charset="-122"/>
                <a:cs typeface="Noto Sans JP" pitchFamily="34" charset="-120"/>
              </a:rPr>
              <a:t>物語</a:t>
            </a:r>
            <a:endParaRPr lang="ja-JP" altLang="en-US" sz="1425" b="1" dirty="0">
              <a:solidFill>
                <a:srgbClr val="4A5D3A"/>
              </a:solidFill>
              <a:latin typeface="Noto Sans JP" pitchFamily="34" charset="0"/>
              <a:ea typeface="Noto Sans JP" pitchFamily="34" charset="-122"/>
              <a:cs typeface="Noto Sans JP" pitchFamily="34" charset="-120"/>
            </a:endParaRPr>
          </a:p>
          <a:p>
            <a:pPr algn="l" indent="0" marL="0">
              <a:lnSpc>
                <a:spcPct val="153000"/>
              </a:lnSpc>
              <a:spcBef>
                <a:spcPts val="375"/>
              </a:spcBef>
              <a:buNone/>
            </a:pPr>
            <a:r>
              <a:rPr lang="ja-JP" altLang="en-US" sz="1050" dirty="0">
                <a:solidFill>
                  <a:srgbClr val="6E6B60"/>
                </a:solidFill>
                <a:latin typeface="Noto Sans JP" pitchFamily="34" charset="0"/>
                <a:ea typeface="Noto Sans JP" pitchFamily="34" charset="-122"/>
                <a:cs typeface="Noto Sans JP" pitchFamily="34" charset="-120"/>
              </a:rPr>
              <a:t>アニメ配信</a:t>
            </a:r>
            <a:endParaRPr lang="ja-JP" altLang="en-US" sz="1050" dirty="0">
              <a:solidFill>
                <a:srgbClr val="6E6B60"/>
              </a:solidFill>
              <a:latin typeface="Noto Sans JP" pitchFamily="34" charset="0"/>
              <a:ea typeface="Noto Sans JP" pitchFamily="34" charset="-122"/>
              <a:cs typeface="Noto Sans JP" pitchFamily="34" charset="-120"/>
            </a:endParaRPr>
          </a:p>
        </p:txBody>
      </p:sp>
      <p:sp>
        <p:nvSpPr>
          <p:cNvPr id="26" name="Text 24"/>
          <p:cNvSpPr/>
          <p:nvPr/>
        </p:nvSpPr>
        <p:spPr>
          <a:xfrm>
            <a:off x="914400" y="2876520"/>
            <a:ext cx="1352580" cy="833476"/>
          </a:xfrm>
          <a:prstGeom prst="rect">
            <a:avLst/>
          </a:prstGeom>
          <a:noFill/>
          <a:ln>
            <a:noFill/>
          </a:ln>
        </p:spPr>
        <p:txBody>
          <a:bodyPr wrap="square" lIns="0" tIns="0" rIns="0" bIns="0" rtlCol="0" anchor="t"/>
          <a:lstStyle/>
          <a:p>
            <a:pPr algn="l" indent="0" marL="0">
              <a:lnSpc>
                <a:spcPct val="153000"/>
              </a:lnSpc>
              <a:buNone/>
            </a:pPr>
            <a:r>
              <a:rPr lang="ja-JP" altLang="en-US" sz="1425" dirty="0">
                <a:solidFill>
                  <a:srgbClr val="33312A"/>
                </a:solidFill>
                <a:latin typeface="Noto Sans JP Medium" pitchFamily="34" charset="0"/>
                <a:ea typeface="Noto Sans JP Medium" pitchFamily="34" charset="-122"/>
                <a:cs typeface="Noto Sans JP Medium" pitchFamily="34" charset="-120"/>
              </a:rPr>
              <a:t>結果</a:t>
            </a:r>
            <a:endParaRPr lang="ja-JP" altLang="en-US" sz="1425" dirty="0">
              <a:solidFill>
                <a:srgbClr val="33312A"/>
              </a:solidFill>
              <a:latin typeface="Noto Sans JP Medium" pitchFamily="34" charset="0"/>
              <a:ea typeface="Noto Sans JP Medium" pitchFamily="34" charset="-122"/>
              <a:cs typeface="Noto Sans JP Medium" pitchFamily="34" charset="-120"/>
            </a:endParaRPr>
          </a:p>
          <a:p>
            <a:pPr algn="l" indent="0" marL="0">
              <a:lnSpc>
                <a:spcPct val="153000"/>
              </a:lnSpc>
              <a:spcBef>
                <a:spcPts val="375"/>
              </a:spcBef>
              <a:buNone/>
            </a:pPr>
            <a:r>
              <a:rPr lang="ja-JP" altLang="en-US" sz="1050" dirty="0">
                <a:solidFill>
                  <a:srgbClr val="6E6B60"/>
                </a:solidFill>
                <a:latin typeface="Noto Sans JP" pitchFamily="34" charset="0"/>
                <a:ea typeface="Noto Sans JP" pitchFamily="34" charset="-122"/>
                <a:cs typeface="Noto Sans JP" pitchFamily="34" charset="-120"/>
              </a:rPr>
              <a:t>同時接続数（Steam）</a:t>
            </a:r>
            <a:endParaRPr lang="ja-JP" altLang="en-US" sz="1050" dirty="0">
              <a:solidFill>
                <a:srgbClr val="6E6B60"/>
              </a:solidFill>
              <a:latin typeface="Noto Sans JP" pitchFamily="34" charset="0"/>
              <a:ea typeface="Noto Sans JP" pitchFamily="34" charset="-122"/>
              <a:cs typeface="Noto Sans JP" pitchFamily="34" charset="-120"/>
            </a:endParaRPr>
          </a:p>
        </p:txBody>
      </p:sp>
      <p:sp>
        <p:nvSpPr>
          <p:cNvPr id="27" name="Text 25"/>
          <p:cNvSpPr/>
          <p:nvPr/>
        </p:nvSpPr>
        <p:spPr>
          <a:xfrm>
            <a:off x="3905220" y="1638330"/>
            <a:ext cx="4457700" cy="676290"/>
          </a:xfrm>
          <a:prstGeom prst="rect">
            <a:avLst/>
          </a:prstGeom>
          <a:noFill/>
          <a:ln>
            <a:noFill/>
          </a:ln>
        </p:spPr>
        <p:txBody>
          <a:bodyPr wrap="square" lIns="0" tIns="0" rIns="0" bIns="0" rtlCol="0" anchor="t"/>
          <a:lstStyle/>
          <a:p>
            <a:pPr algn="r" indent="0" marL="0">
              <a:lnSpc>
                <a:spcPct val="158000"/>
              </a:lnSpc>
              <a:buNone/>
            </a:pPr>
            <a:r>
              <a:rPr lang="ja-JP" altLang="en-US" sz="1425" spc="43" kern="0" dirty="0">
                <a:solidFill>
                  <a:srgbClr val="1B1A16"/>
                </a:solidFill>
                <a:latin typeface="Noto Sans JP Medium" pitchFamily="34" charset="0"/>
                <a:ea typeface="Noto Sans JP Medium" pitchFamily="34" charset="-122"/>
                <a:cs typeface="Noto Sans JP Medium" pitchFamily="34" charset="-120"/>
              </a:rPr>
              <a:t>サイバーパンク エッジランナーズ</a:t>
            </a:r>
            <a:endParaRPr lang="ja-JP" altLang="en-US" sz="1425" spc="43" kern="0" dirty="0">
              <a:solidFill>
                <a:srgbClr val="1B1A16"/>
              </a:solidFill>
              <a:latin typeface="Noto Sans JP Medium" pitchFamily="34" charset="0"/>
              <a:ea typeface="Noto Sans JP Medium" pitchFamily="34" charset="-122"/>
              <a:cs typeface="Noto Sans JP Medium" pitchFamily="34" charset="-120"/>
            </a:endParaRPr>
          </a:p>
          <a:p>
            <a:pPr algn="r" indent="0" marL="0">
              <a:lnSpc>
                <a:spcPct val="158000"/>
              </a:lnSpc>
              <a:buNone/>
            </a:pPr>
            <a:r>
              <a:rPr lang="ja-JP" altLang="en-US" sz="1050" spc="32" kern="0" dirty="0">
                <a:solidFill>
                  <a:srgbClr val="6E6B60"/>
                </a:solidFill>
                <a:latin typeface="Consolas" pitchFamily="34" charset="0"/>
                <a:ea typeface="Noto Sans JP" pitchFamily="34" charset="-122"/>
                <a:cs typeface="Consolas" pitchFamily="34" charset="-120"/>
              </a:rPr>
              <a:t>CYBERPUNK: EDGERUNNERS ｜ NETFLIX / TRIGGER</a:t>
            </a:r>
            <a:endParaRPr lang="ja-JP" altLang="en-US" sz="1050" spc="32" kern="0" dirty="0">
              <a:solidFill>
                <a:srgbClr val="6E6B60"/>
              </a:solidFill>
              <a:latin typeface="Consolas" pitchFamily="34" charset="0"/>
              <a:ea typeface="Noto Sans JP" pitchFamily="34" charset="-122"/>
              <a:cs typeface="Consolas" pitchFamily="34" charset="-120"/>
            </a:endParaRPr>
          </a:p>
        </p:txBody>
      </p:sp>
      <p:sp>
        <p:nvSpPr>
          <p:cNvPr id="28" name="Text 26"/>
          <p:cNvSpPr/>
          <p:nvPr/>
        </p:nvSpPr>
        <p:spPr>
          <a:xfrm>
            <a:off x="6457950" y="2247870"/>
            <a:ext cx="1904970" cy="333390"/>
          </a:xfrm>
          <a:prstGeom prst="rect">
            <a:avLst/>
          </a:prstGeom>
          <a:noFill/>
          <a:ln>
            <a:noFill/>
          </a:ln>
        </p:spPr>
        <p:txBody>
          <a:bodyPr wrap="none" lIns="0" tIns="0" rIns="0" bIns="0" rtlCol="0" anchor="t"/>
          <a:lstStyle/>
          <a:p>
            <a:pPr algn="r" indent="0" marL="0">
              <a:lnSpc>
                <a:spcPct val="153000"/>
              </a:lnSpc>
              <a:buNone/>
            </a:pPr>
            <a:r>
              <a:rPr lang="en-US" sz="1125" b="1" spc="90" kern="0" dirty="0">
                <a:solidFill>
                  <a:srgbClr val="4A5D3A"/>
                </a:solidFill>
                <a:latin typeface="Consolas" pitchFamily="34" charset="0"/>
                <a:ea typeface="Noto Sans JP" pitchFamily="34" charset="-122"/>
                <a:cs typeface="Consolas" pitchFamily="34" charset="-120"/>
              </a:rPr>
              <a:t>2022.09</a:t>
            </a:r>
            <a:endParaRPr lang="en-US" sz="1125" b="1" spc="90" kern="0" dirty="0">
              <a:solidFill>
                <a:srgbClr val="4A5D3A"/>
              </a:solidFill>
              <a:latin typeface="Consolas" pitchFamily="34" charset="0"/>
              <a:ea typeface="Noto Sans JP" pitchFamily="34" charset="-122"/>
              <a:cs typeface="Consolas" pitchFamily="34" charset="-120"/>
            </a:endParaRPr>
          </a:p>
        </p:txBody>
      </p:sp>
      <p:sp>
        <p:nvSpPr>
          <p:cNvPr id="29" name="Text 27"/>
          <p:cNvSpPr/>
          <p:nvPr/>
        </p:nvSpPr>
        <p:spPr>
          <a:xfrm>
            <a:off x="2381280" y="3790920"/>
            <a:ext cx="381030" cy="333390"/>
          </a:xfrm>
          <a:prstGeom prst="rect">
            <a:avLst/>
          </a:prstGeom>
          <a:noFill/>
          <a:ln>
            <a:noFill/>
          </a:ln>
        </p:spPr>
        <p:txBody>
          <a:bodyPr wrap="none" lIns="0" tIns="0" rIns="0" bIns="0" rtlCol="0" anchor="t"/>
          <a:lstStyle/>
          <a:p>
            <a:pPr algn="l" indent="0" marL="0">
              <a:lnSpc>
                <a:spcPct val="153000"/>
              </a:lnSpc>
              <a:buNone/>
            </a:pPr>
            <a:r>
              <a:rPr lang="en-US" sz="1125" spc="135" kern="0" dirty="0">
                <a:solidFill>
                  <a:srgbClr val="6E6B60"/>
                </a:solidFill>
                <a:latin typeface="Consolas" pitchFamily="34" charset="0"/>
                <a:ea typeface="Noto Sans JP" pitchFamily="34" charset="-122"/>
                <a:cs typeface="Consolas" pitchFamily="34" charset="-120"/>
              </a:rPr>
              <a:t>2022</a:t>
            </a:r>
            <a:endParaRPr lang="en-US" sz="1125" spc="135" kern="0" dirty="0">
              <a:solidFill>
                <a:srgbClr val="6E6B60"/>
              </a:solidFill>
              <a:latin typeface="Consolas" pitchFamily="34" charset="0"/>
              <a:ea typeface="Noto Sans JP" pitchFamily="34" charset="-122"/>
              <a:cs typeface="Consolas" pitchFamily="34" charset="-120"/>
            </a:endParaRPr>
          </a:p>
        </p:txBody>
      </p:sp>
      <p:sp>
        <p:nvSpPr>
          <p:cNvPr id="30" name="Text 28"/>
          <p:cNvSpPr/>
          <p:nvPr/>
        </p:nvSpPr>
        <p:spPr>
          <a:xfrm>
            <a:off x="3181380" y="3810030"/>
            <a:ext cx="4000500" cy="361920"/>
          </a:xfrm>
          <a:prstGeom prst="rect">
            <a:avLst/>
          </a:prstGeom>
          <a:noFill/>
          <a:ln>
            <a:noFill/>
          </a:ln>
        </p:spPr>
        <p:txBody>
          <a:bodyPr wrap="none" lIns="0" tIns="0" rIns="0" bIns="0" rtlCol="0" anchor="t"/>
          <a:lstStyle/>
          <a:p>
            <a:pPr algn="l" indent="0" marL="0">
              <a:lnSpc>
                <a:spcPct val="150000"/>
              </a:lnSpc>
              <a:buNone/>
            </a:pPr>
            <a:r>
              <a:rPr lang="ja-JP" altLang="en-US" sz="1050" dirty="0">
                <a:solidFill>
                  <a:srgbClr val="6E6B60"/>
                </a:solidFill>
                <a:latin typeface="Noto Sans JP" pitchFamily="34" charset="0"/>
                <a:ea typeface="Noto Sans JP" pitchFamily="34" charset="-122"/>
                <a:cs typeface="Noto Sans JP" pitchFamily="34" charset="-120"/>
              </a:rPr>
              <a:t>発売直後と2021年の山は、この範囲の外</a:t>
            </a:r>
            <a:endParaRPr lang="ja-JP" altLang="en-US" sz="1050" dirty="0">
              <a:solidFill>
                <a:srgbClr val="6E6B60"/>
              </a:solidFill>
              <a:latin typeface="Noto Sans JP" pitchFamily="34" charset="0"/>
              <a:ea typeface="Noto Sans JP" pitchFamily="34" charset="-122"/>
              <a:cs typeface="Noto Sans JP" pitchFamily="34" charset="-120"/>
            </a:endParaRPr>
          </a:p>
        </p:txBody>
      </p:sp>
      <p:sp>
        <p:nvSpPr>
          <p:cNvPr id="31" name="Text 29"/>
          <p:cNvSpPr/>
          <p:nvPr/>
        </p:nvSpPr>
        <p:spPr>
          <a:xfrm>
            <a:off x="8420070" y="3771900"/>
            <a:ext cx="2857500" cy="361920"/>
          </a:xfrm>
          <a:prstGeom prst="rect">
            <a:avLst/>
          </a:prstGeom>
          <a:noFill/>
          <a:ln>
            <a:noFill/>
          </a:ln>
        </p:spPr>
        <p:txBody>
          <a:bodyPr wrap="none" lIns="0" tIns="0" rIns="0" bIns="0" rtlCol="0" anchor="t"/>
          <a:lstStyle/>
          <a:p>
            <a:pPr algn="r" indent="0" marL="0">
              <a:lnSpc>
                <a:spcPct val="173000"/>
              </a:lnSpc>
              <a:buNone/>
            </a:pPr>
            <a:r>
              <a:rPr lang="ja-JP" altLang="en-US" sz="1125" spc="34" kern="0" dirty="0">
                <a:solidFill>
                  <a:srgbClr val="1B1A16"/>
                </a:solidFill>
                <a:latin typeface="Noto Sans JP" pitchFamily="34" charset="0"/>
                <a:ea typeface="Noto Sans JP" pitchFamily="34" charset="-122"/>
                <a:cs typeface="Noto Sans JP" pitchFamily="34" charset="-120"/>
              </a:rPr>
              <a:t>直前3か月の約7倍</a:t>
            </a:r>
            <a:endParaRPr lang="ja-JP" altLang="en-US" sz="1125" spc="34" kern="0" dirty="0">
              <a:solidFill>
                <a:srgbClr val="1B1A16"/>
              </a:solidFill>
              <a:latin typeface="Noto Sans JP" pitchFamily="34" charset="0"/>
              <a:ea typeface="Noto Sans JP" pitchFamily="34" charset="-122"/>
              <a:cs typeface="Noto Sans JP" pitchFamily="34" charset="-120"/>
            </a:endParaRPr>
          </a:p>
        </p:txBody>
      </p:sp>
      <p:sp>
        <p:nvSpPr>
          <p:cNvPr id="32" name="Text 30"/>
          <p:cNvSpPr/>
          <p:nvPr/>
        </p:nvSpPr>
        <p:spPr>
          <a:xfrm>
            <a:off x="9269730" y="2495580"/>
            <a:ext cx="2007840" cy="304770"/>
          </a:xfrm>
          <a:prstGeom prst="rect">
            <a:avLst/>
          </a:prstGeom>
          <a:noFill/>
          <a:ln>
            <a:noFill/>
          </a:ln>
        </p:spPr>
        <p:txBody>
          <a:bodyPr wrap="none" lIns="0" tIns="0" rIns="0" bIns="0" rtlCol="0" anchor="t"/>
          <a:lstStyle/>
          <a:p>
            <a:pPr algn="r" indent="0" marL="0">
              <a:lnSpc>
                <a:spcPct val="143000"/>
              </a:lnSpc>
              <a:buNone/>
            </a:pPr>
            <a:r>
              <a:rPr lang="ja-JP" altLang="en-US" sz="1050" spc="63" kern="0" dirty="0">
                <a:solidFill>
                  <a:srgbClr val="1B1A16"/>
                </a:solidFill>
                <a:latin typeface="Consolas" pitchFamily="34" charset="0"/>
                <a:ea typeface="Noto Sans JP" pitchFamily="34" charset="-122"/>
                <a:cs typeface="Consolas" pitchFamily="34" charset="-120"/>
              </a:rPr>
              <a:t>2022.09 月間ピーク 136,724</a:t>
            </a:r>
            <a:endParaRPr lang="ja-JP" altLang="en-US" sz="1050" spc="63" kern="0" dirty="0">
              <a:solidFill>
                <a:srgbClr val="1B1A16"/>
              </a:solidFill>
              <a:latin typeface="Consolas" pitchFamily="34" charset="0"/>
              <a:ea typeface="Noto Sans JP" pitchFamily="34" charset="-122"/>
              <a:cs typeface="Consolas" pitchFamily="34" charset="-120"/>
            </a:endParaRPr>
          </a:p>
        </p:txBody>
      </p:sp>
      <p:sp>
        <p:nvSpPr>
          <p:cNvPr id="33" name="Text 31"/>
          <p:cNvSpPr/>
          <p:nvPr/>
        </p:nvSpPr>
        <p:spPr>
          <a:xfrm>
            <a:off x="6143396" y="3162270"/>
            <a:ext cx="2124243" cy="304770"/>
          </a:xfrm>
          <a:prstGeom prst="rect">
            <a:avLst/>
          </a:prstGeom>
          <a:noFill/>
          <a:ln>
            <a:noFill/>
          </a:ln>
        </p:spPr>
        <p:txBody>
          <a:bodyPr wrap="none" lIns="0" tIns="0" rIns="0" bIns="0" rtlCol="0" anchor="t"/>
          <a:lstStyle/>
          <a:p>
            <a:pPr algn="r" indent="0" marL="0">
              <a:lnSpc>
                <a:spcPct val="143000"/>
              </a:lnSpc>
              <a:buNone/>
            </a:pPr>
            <a:r>
              <a:rPr lang="ja-JP" altLang="en-US" sz="1050" spc="63" kern="0" dirty="0">
                <a:solidFill>
                  <a:srgbClr val="33312A"/>
                </a:solidFill>
                <a:latin typeface="Consolas" pitchFamily="34" charset="0"/>
                <a:ea typeface="Noto Sans JP" pitchFamily="34" charset="-122"/>
                <a:cs typeface="Consolas" pitchFamily="34" charset="-120"/>
              </a:rPr>
              <a:t>6–8月の月間ピーク平均 約1.9万</a:t>
            </a:r>
            <a:endParaRPr lang="ja-JP" altLang="en-US" sz="1050" spc="63" kern="0" dirty="0">
              <a:solidFill>
                <a:srgbClr val="33312A"/>
              </a:solidFill>
              <a:latin typeface="Consolas" pitchFamily="34" charset="0"/>
              <a:ea typeface="Noto Sans JP" pitchFamily="34" charset="-122"/>
              <a:cs typeface="Consolas" pitchFamily="34" charset="-120"/>
            </a:endParaRPr>
          </a:p>
        </p:txBody>
      </p:sp>
      <p:sp>
        <p:nvSpPr>
          <p:cNvPr id="34" name="Text 32"/>
          <p:cNvSpPr/>
          <p:nvPr/>
        </p:nvSpPr>
        <p:spPr>
          <a:xfrm>
            <a:off x="914400" y="4238610"/>
            <a:ext cx="581010" cy="304770"/>
          </a:xfrm>
          <a:prstGeom prst="rect">
            <a:avLst/>
          </a:prstGeom>
          <a:noFill/>
          <a:ln>
            <a:noFill/>
          </a:ln>
        </p:spPr>
        <p:txBody>
          <a:bodyPr wrap="none" lIns="0" tIns="0" rIns="0" bIns="0" rtlCol="0" anchor="t"/>
          <a:lstStyle/>
          <a:p>
            <a:pPr algn="l" indent="0" marL="0">
              <a:lnSpc>
                <a:spcPct val="154000"/>
              </a:lnSpc>
              <a:buNone/>
            </a:pPr>
            <a:r>
              <a:rPr lang="ja-JP" altLang="en-US" sz="975" spc="156" kern="0" dirty="0">
                <a:solidFill>
                  <a:srgbClr val="33312A"/>
                </a:solidFill>
                <a:latin typeface="Consolas" pitchFamily="34" charset="0"/>
                <a:ea typeface="Noto Sans JP" pitchFamily="34" charset="-122"/>
                <a:cs typeface="Consolas" pitchFamily="34" charset="-120"/>
              </a:rPr>
              <a:t>図 13–1</a:t>
            </a:r>
            <a:endParaRPr lang="ja-JP" altLang="en-US" sz="975" spc="156" kern="0" dirty="0">
              <a:solidFill>
                <a:srgbClr val="33312A"/>
              </a:solidFill>
              <a:latin typeface="Consolas" pitchFamily="34" charset="0"/>
              <a:ea typeface="Noto Sans JP" pitchFamily="34" charset="-122"/>
              <a:cs typeface="Consolas" pitchFamily="34" charset="-120"/>
            </a:endParaRPr>
          </a:p>
        </p:txBody>
      </p:sp>
      <p:sp>
        <p:nvSpPr>
          <p:cNvPr id="35" name="Text 33"/>
          <p:cNvSpPr/>
          <p:nvPr/>
        </p:nvSpPr>
        <p:spPr>
          <a:xfrm>
            <a:off x="1668963" y="4190970"/>
            <a:ext cx="6282568" cy="354239"/>
          </a:xfrm>
          <a:prstGeom prst="rect">
            <a:avLst/>
          </a:prstGeom>
          <a:noFill/>
          <a:ln>
            <a:noFill/>
          </a:ln>
        </p:spPr>
        <p:txBody>
          <a:bodyPr wrap="none" lIns="0" tIns="0" rIns="0" bIns="0" rtlCol="0" anchor="t"/>
          <a:lstStyle/>
          <a:p>
            <a:pPr algn="l" indent="0" marL="0">
              <a:lnSpc>
                <a:spcPct val="179000"/>
              </a:lnSpc>
              <a:buNone/>
            </a:pPr>
            <a:r>
              <a:rPr lang="ja-JP" altLang="en-US" sz="1050" spc="21" kern="0" dirty="0">
                <a:solidFill>
                  <a:srgbClr val="5C5A50"/>
                </a:solidFill>
                <a:latin typeface="Noto Sans JP" pitchFamily="34" charset="0"/>
                <a:ea typeface="Noto Sans JP" pitchFamily="34" charset="-122"/>
                <a:cs typeface="Noto Sans JP" pitchFamily="34" charset="-120"/>
              </a:rPr>
              <a:t>Steam の同時接続数。他機種の数字は非公開。模式図で、曲線の形とパッチ間隔は実データではない。</a:t>
            </a:r>
            <a:endParaRPr lang="ja-JP" altLang="en-US" sz="1050" spc="21" kern="0" dirty="0">
              <a:solidFill>
                <a:srgbClr val="5C5A50"/>
              </a:solidFill>
              <a:latin typeface="Noto Sans JP" pitchFamily="34" charset="0"/>
              <a:ea typeface="Noto Sans JP" pitchFamily="34" charset="-122"/>
              <a:cs typeface="Noto Sans JP" pitchFamily="34" charset="-120"/>
            </a:endParaRPr>
          </a:p>
        </p:txBody>
      </p:sp>
      <p:sp>
        <p:nvSpPr>
          <p:cNvPr id="36" name="Shape 34"/>
          <p:cNvSpPr/>
          <p:nvPr/>
        </p:nvSpPr>
        <p:spPr>
          <a:xfrm>
            <a:off x="914400" y="4552980"/>
            <a:ext cx="10363170" cy="9510"/>
          </a:xfrm>
          <a:prstGeom prst="rect">
            <a:avLst/>
          </a:prstGeom>
          <a:solidFill>
            <a:srgbClr val="C9C4B8"/>
          </a:solidFill>
          <a:ln>
            <a:noFill/>
          </a:ln>
        </p:spPr>
      </p:sp>
      <p:sp>
        <p:nvSpPr>
          <p:cNvPr id="37" name="Shape 35"/>
          <p:cNvSpPr/>
          <p:nvPr/>
        </p:nvSpPr>
        <p:spPr>
          <a:xfrm>
            <a:off x="914400" y="4686300"/>
            <a:ext cx="190470" cy="19020"/>
          </a:xfrm>
          <a:prstGeom prst="rect">
            <a:avLst/>
          </a:prstGeom>
          <a:solidFill>
            <a:srgbClr val="4A5D3A"/>
          </a:solidFill>
          <a:ln>
            <a:noFill/>
          </a:ln>
        </p:spPr>
      </p:sp>
      <p:sp>
        <p:nvSpPr>
          <p:cNvPr id="38" name="Text 36"/>
          <p:cNvSpPr/>
          <p:nvPr/>
        </p:nvSpPr>
        <p:spPr>
          <a:xfrm>
            <a:off x="914400" y="4800600"/>
            <a:ext cx="6000750" cy="333390"/>
          </a:xfrm>
          <a:prstGeom prst="rect">
            <a:avLst/>
          </a:prstGeom>
          <a:noFill/>
          <a:ln>
            <a:noFill/>
          </a:ln>
        </p:spPr>
        <p:txBody>
          <a:bodyPr wrap="none" lIns="0" tIns="0" rIns="0" bIns="0" rtlCol="0" anchor="t"/>
          <a:lstStyle/>
          <a:p>
            <a:pPr algn="l" indent="0" marL="0">
              <a:lnSpc>
                <a:spcPct val="150000"/>
              </a:lnSpc>
              <a:buNone/>
            </a:pPr>
            <a:r>
              <a:rPr lang="ja-JP" altLang="en-US" sz="1050" spc="189" kern="0" dirty="0">
                <a:solidFill>
                  <a:srgbClr val="4A5D3A"/>
                </a:solidFill>
                <a:latin typeface="Noto Sans JP" pitchFamily="34" charset="0"/>
                <a:ea typeface="Noto Sans JP" pitchFamily="34" charset="-122"/>
                <a:cs typeface="Noto Sans JP" pitchFamily="34" charset="-120"/>
              </a:rPr>
              <a:t>結論</a:t>
            </a:r>
            <a:endParaRPr lang="ja-JP" altLang="en-US" sz="1050" spc="189" kern="0" dirty="0">
              <a:solidFill>
                <a:srgbClr val="4A5D3A"/>
              </a:solidFill>
              <a:latin typeface="Noto Sans JP" pitchFamily="34" charset="0"/>
              <a:ea typeface="Noto Sans JP" pitchFamily="34" charset="-122"/>
              <a:cs typeface="Noto Sans JP" pitchFamily="34" charset="-120"/>
            </a:endParaRPr>
          </a:p>
        </p:txBody>
      </p:sp>
      <p:sp>
        <p:nvSpPr>
          <p:cNvPr id="39" name="Text 37"/>
          <p:cNvSpPr/>
          <p:nvPr/>
        </p:nvSpPr>
        <p:spPr>
          <a:xfrm>
            <a:off x="914400" y="5153010"/>
            <a:ext cx="6210330" cy="1181130"/>
          </a:xfrm>
          <a:prstGeom prst="rect">
            <a:avLst/>
          </a:prstGeom>
          <a:noFill/>
          <a:ln>
            <a:noFill/>
          </a:ln>
        </p:spPr>
        <p:txBody>
          <a:bodyPr wrap="square" lIns="0" tIns="0" rIns="0" bIns="0" rtlCol="0" anchor="t"/>
          <a:lstStyle/>
          <a:p>
            <a:pPr algn="l" indent="0" marL="0">
              <a:lnSpc>
                <a:spcPct val="140000"/>
              </a:lnSpc>
              <a:buNone/>
            </a:pPr>
            <a:r>
              <a:rPr lang="ja-JP" altLang="en-US" sz="3000" spc="120" kern="0" dirty="0">
                <a:solidFill>
                  <a:srgbClr val="1B1A16"/>
                </a:solidFill>
                <a:latin typeface="Noto Serif JP SemiBold" pitchFamily="34" charset="0"/>
                <a:ea typeface="Noto Serif JP SemiBold" pitchFamily="34" charset="-122"/>
                <a:cs typeface="Noto Serif JP SemiBold" pitchFamily="34" charset="-120"/>
              </a:rPr>
              <a:t>足りなかったのは技術ではなく、</a:t>
            </a:r>
            <a:endParaRPr lang="ja-JP" altLang="en-US" sz="3000" spc="120" kern="0" dirty="0">
              <a:solidFill>
                <a:srgbClr val="1B1A16"/>
              </a:solidFill>
              <a:latin typeface="Noto Serif JP SemiBold" pitchFamily="34" charset="0"/>
              <a:ea typeface="Noto Serif JP SemiBold" pitchFamily="34" charset="-122"/>
              <a:cs typeface="Noto Serif JP SemiBold" pitchFamily="34" charset="-120"/>
            </a:endParaRPr>
          </a:p>
          <a:p>
            <a:pPr algn="l" indent="0" marL="0">
              <a:lnSpc>
                <a:spcPct val="140000"/>
              </a:lnSpc>
              <a:buNone/>
            </a:pPr>
            <a:r>
              <a:rPr lang="ja-JP" altLang="en-US" sz="3000" spc="120" kern="0" dirty="0">
                <a:solidFill>
                  <a:srgbClr val="1B1A16"/>
                </a:solidFill>
                <a:latin typeface="Noto Serif JP SemiBold" pitchFamily="34" charset="0"/>
                <a:ea typeface="Noto Serif JP SemiBold" pitchFamily="34" charset="-122"/>
                <a:cs typeface="Noto Serif JP SemiBold" pitchFamily="34" charset="-120"/>
              </a:rPr>
              <a:t>新しい</a:t>
            </a:r>
            <a:r>
              <a:rPr lang="ja-JP" altLang="en-US" sz="3000" spc="120" kern="0" dirty="0">
                <a:solidFill>
                  <a:srgbClr val="4A5D3A"/>
                </a:solidFill>
                <a:latin typeface="Noto Serif JP SemiBold" pitchFamily="34" charset="0"/>
                <a:ea typeface="Noto Serif JP SemiBold" pitchFamily="34" charset="-122"/>
                <a:cs typeface="Noto Serif JP SemiBold" pitchFamily="34" charset="-120"/>
              </a:rPr>
              <a:t>物語</a:t>
            </a:r>
            <a:r>
              <a:rPr lang="ja-JP" altLang="en-US" sz="3000" spc="120" kern="0" dirty="0">
                <a:solidFill>
                  <a:srgbClr val="1B1A16"/>
                </a:solidFill>
                <a:latin typeface="Noto Serif JP SemiBold" pitchFamily="34" charset="0"/>
                <a:ea typeface="Noto Serif JP SemiBold" pitchFamily="34" charset="-122"/>
                <a:cs typeface="Noto Serif JP SemiBold" pitchFamily="34" charset="-120"/>
              </a:rPr>
              <a:t>だった。</a:t>
            </a:r>
            <a:endParaRPr lang="ja-JP" altLang="en-US" sz="3000" spc="120" kern="0" dirty="0">
              <a:solidFill>
                <a:srgbClr val="1B1A16"/>
              </a:solidFill>
              <a:latin typeface="Noto Serif JP SemiBold" pitchFamily="34" charset="0"/>
              <a:ea typeface="Noto Serif JP SemiBold" pitchFamily="34" charset="-122"/>
              <a:cs typeface="Noto Serif JP SemiBold" pitchFamily="34" charset="-120"/>
            </a:endParaRPr>
          </a:p>
        </p:txBody>
      </p:sp>
      <p:sp>
        <p:nvSpPr>
          <p:cNvPr id="40" name="Text 38"/>
          <p:cNvSpPr/>
          <p:nvPr/>
        </p:nvSpPr>
        <p:spPr>
          <a:xfrm>
            <a:off x="10582260" y="5829300"/>
            <a:ext cx="625450" cy="361920"/>
          </a:xfrm>
          <a:prstGeom prst="rect">
            <a:avLst/>
          </a:prstGeom>
          <a:noFill/>
          <a:ln>
            <a:noFill/>
          </a:ln>
        </p:spPr>
        <p:txBody>
          <a:bodyPr wrap="none" lIns="0" tIns="0" rIns="0" bIns="0" rtlCol="0" anchor="t"/>
          <a:lstStyle/>
          <a:p>
            <a:pPr algn="l" indent="0" marL="0">
              <a:lnSpc>
                <a:spcPct val="186000"/>
              </a:lnSpc>
              <a:buNone/>
            </a:pPr>
            <a:r>
              <a:rPr lang="en-US" sz="1050" spc="126" kern="0" dirty="0">
                <a:solidFill>
                  <a:srgbClr val="4A5D3A"/>
                </a:solidFill>
                <a:latin typeface="Consolas" pitchFamily="34" charset="0"/>
                <a:ea typeface="Noto Sans JP" pitchFamily="34" charset="-122"/>
                <a:cs typeface="Consolas" pitchFamily="34" charset="-120"/>
              </a:rPr>
              <a:t>HOLT 04</a:t>
            </a:r>
            <a:endParaRPr lang="en-US" sz="1050" spc="126" kern="0" dirty="0">
              <a:solidFill>
                <a:srgbClr val="4A5D3A"/>
              </a:solidFill>
              <a:latin typeface="Consolas" pitchFamily="34" charset="0"/>
              <a:ea typeface="Noto Sans JP" pitchFamily="34" charset="-122"/>
              <a:cs typeface="Consolas" pitchFamily="34" charset="-120"/>
            </a:endParaRPr>
          </a:p>
        </p:txBody>
      </p:sp>
      <p:sp>
        <p:nvSpPr>
          <p:cNvPr id="41" name="Shape 39"/>
          <p:cNvSpPr/>
          <p:nvPr/>
        </p:nvSpPr>
        <p:spPr>
          <a:xfrm>
            <a:off x="914400" y="790590"/>
            <a:ext cx="245334" cy="28621"/>
          </a:xfrm>
          <a:prstGeom prst="rect">
            <a:avLst/>
          </a:prstGeom>
          <a:solidFill>
            <a:srgbClr val="7E611B"/>
          </a:solidFill>
          <a:ln>
            <a:noFill/>
          </a:ln>
        </p:spPr>
      </p:sp>
      <p:sp>
        <p:nvSpPr>
          <p:cNvPr id="42" name="Shape 40"/>
          <p:cNvSpPr/>
          <p:nvPr/>
        </p:nvSpPr>
        <p:spPr>
          <a:xfrm>
            <a:off x="1202436" y="790590"/>
            <a:ext cx="245334" cy="28621"/>
          </a:xfrm>
          <a:prstGeom prst="rect">
            <a:avLst/>
          </a:prstGeom>
          <a:solidFill>
            <a:srgbClr val="7E611B"/>
          </a:solidFill>
          <a:ln>
            <a:noFill/>
          </a:ln>
        </p:spPr>
      </p:sp>
      <p:sp>
        <p:nvSpPr>
          <p:cNvPr id="43" name="Text 41"/>
          <p:cNvSpPr/>
          <p:nvPr/>
        </p:nvSpPr>
        <p:spPr>
          <a:xfrm>
            <a:off x="8420070" y="6362670"/>
            <a:ext cx="2857500" cy="209580"/>
          </a:xfrm>
          <a:prstGeom prst="rect">
            <a:avLst/>
          </a:prstGeom>
          <a:noFill/>
          <a:ln>
            <a:noFill/>
          </a:ln>
        </p:spPr>
        <p:txBody>
          <a:bodyPr wrap="square" lIns="0" tIns="0" rIns="0" bIns="0" rtlCol="0" anchor="t"/>
          <a:lstStyle/>
          <a:p>
            <a:pPr algn="r" indent="0" marL="0">
              <a:buNone/>
            </a:pPr>
            <a:r>
              <a:rPr lang="en-US" sz="975" spc="160" kern="0" dirty="0">
                <a:solidFill>
                  <a:srgbClr val="6E6B60"/>
                </a:solidFill>
                <a:latin typeface="Consolas" pitchFamily="34" charset="0"/>
                <a:ea typeface="Noto Sans JP" pitchFamily="34" charset="-122"/>
                <a:cs typeface="Consolas" pitchFamily="34" charset="-120"/>
              </a:rPr>
              <a:t>13 / 23</a:t>
            </a:r>
            <a:endParaRPr lang="en-US" sz="975" spc="160" kern="0" dirty="0">
              <a:solidFill>
                <a:srgbClr val="6E6B60"/>
              </a:solidFill>
              <a:latin typeface="Consolas" pitchFamily="34" charset="0"/>
              <a:ea typeface="Noto Sans JP" pitchFamily="34" charset="-122"/>
              <a:cs typeface="Consolas" pitchFamily="34" charset="-12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914400" y="1828800"/>
            <a:ext cx="6400800" cy="533370"/>
          </a:xfrm>
          <a:custGeom>
            <a:avLst/>
            <a:gdLst/>
            <a:ahLst/>
            <a:cxnLst/>
            <a:rect l="l" t="t" r="r" b="b"/>
            <a:pathLst>
              <a:path w="6400800" h="533370">
                <a:moveTo>
                  <a:pt x="0" y="0"/>
                </a:moveTo>
                <a:lnTo>
                  <a:pt x="6400800" y="0"/>
                </a:lnTo>
                <a:lnTo>
                  <a:pt x="6400800" y="533370"/>
                </a:lnTo>
                <a:lnTo>
                  <a:pt x="0" y="533370"/>
                </a:lnTo>
                <a:close/>
              </a:path>
            </a:pathLst>
          </a:custGeom>
          <a:solidFill>
            <a:srgbClr val="FAF9F5"/>
          </a:solidFill>
          <a:ln w="14288">
            <a:solidFill>
              <a:srgbClr val="33312A"/>
            </a:solidFill>
            <a:prstDash val="solid"/>
          </a:ln>
        </p:spPr>
      </p:sp>
      <p:sp>
        <p:nvSpPr>
          <p:cNvPr id="3" name="Shape 1"/>
          <p:cNvSpPr/>
          <p:nvPr/>
        </p:nvSpPr>
        <p:spPr>
          <a:xfrm>
            <a:off x="1219170" y="2438430"/>
            <a:ext cx="6400800" cy="533370"/>
          </a:xfrm>
          <a:custGeom>
            <a:avLst/>
            <a:gdLst/>
            <a:ahLst/>
            <a:cxnLst/>
            <a:rect l="l" t="t" r="r" b="b"/>
            <a:pathLst>
              <a:path w="6400800" h="533370">
                <a:moveTo>
                  <a:pt x="0" y="0"/>
                </a:moveTo>
                <a:lnTo>
                  <a:pt x="6400800" y="0"/>
                </a:lnTo>
                <a:lnTo>
                  <a:pt x="6400800" y="533370"/>
                </a:lnTo>
                <a:lnTo>
                  <a:pt x="0" y="533370"/>
                </a:lnTo>
                <a:close/>
              </a:path>
            </a:pathLst>
          </a:custGeom>
          <a:solidFill>
            <a:srgbClr val="4A5D3A">
              <a:alpha val="10000"/>
            </a:srgbClr>
          </a:solidFill>
          <a:ln w="19050">
            <a:solidFill>
              <a:srgbClr val="4A5D3A"/>
            </a:solidFill>
            <a:prstDash val="solid"/>
          </a:ln>
        </p:spPr>
      </p:sp>
      <p:sp>
        <p:nvSpPr>
          <p:cNvPr id="4" name="Shape 2"/>
          <p:cNvSpPr/>
          <p:nvPr/>
        </p:nvSpPr>
        <p:spPr>
          <a:xfrm>
            <a:off x="1524030" y="3047970"/>
            <a:ext cx="6400800" cy="533370"/>
          </a:xfrm>
          <a:custGeom>
            <a:avLst/>
            <a:gdLst/>
            <a:ahLst/>
            <a:cxnLst/>
            <a:rect l="l" t="t" r="r" b="b"/>
            <a:pathLst>
              <a:path w="6400800" h="533370">
                <a:moveTo>
                  <a:pt x="0" y="0"/>
                </a:moveTo>
                <a:lnTo>
                  <a:pt x="6400800" y="0"/>
                </a:lnTo>
                <a:lnTo>
                  <a:pt x="6400800" y="533370"/>
                </a:lnTo>
                <a:lnTo>
                  <a:pt x="0" y="533370"/>
                </a:lnTo>
                <a:close/>
              </a:path>
            </a:pathLst>
          </a:custGeom>
          <a:solidFill>
            <a:srgbClr val="33312A"/>
          </a:solidFill>
          <a:ln>
            <a:noFill/>
          </a:ln>
        </p:spPr>
      </p:sp>
      <p:sp>
        <p:nvSpPr>
          <p:cNvPr id="5" name="Shape 3"/>
          <p:cNvSpPr/>
          <p:nvPr/>
        </p:nvSpPr>
        <p:spPr>
          <a:xfrm>
            <a:off x="7315200" y="2362170"/>
            <a:ext cx="1104870" cy="0"/>
          </a:xfrm>
          <a:prstGeom prst="line">
            <a:avLst/>
          </a:prstGeom>
          <a:noFill/>
          <a:ln w="9525">
            <a:solidFill>
              <a:srgbClr val="C9C4B8"/>
            </a:solidFill>
            <a:prstDash val="sysDot"/>
          </a:ln>
        </p:spPr>
      </p:sp>
      <p:sp>
        <p:nvSpPr>
          <p:cNvPr id="6" name="Shape 4"/>
          <p:cNvSpPr/>
          <p:nvPr/>
        </p:nvSpPr>
        <p:spPr>
          <a:xfrm>
            <a:off x="7924830" y="3047970"/>
            <a:ext cx="495330" cy="0"/>
          </a:xfrm>
          <a:prstGeom prst="line">
            <a:avLst/>
          </a:prstGeom>
          <a:noFill/>
          <a:ln w="9525">
            <a:solidFill>
              <a:srgbClr val="C9C4B8"/>
            </a:solidFill>
            <a:prstDash val="sysDot"/>
          </a:ln>
        </p:spPr>
      </p:sp>
      <p:sp>
        <p:nvSpPr>
          <p:cNvPr id="7" name="Shape 5"/>
          <p:cNvSpPr/>
          <p:nvPr/>
        </p:nvSpPr>
        <p:spPr>
          <a:xfrm>
            <a:off x="8305770" y="2381280"/>
            <a:ext cx="0" cy="647670"/>
          </a:xfrm>
          <a:prstGeom prst="line">
            <a:avLst/>
          </a:prstGeom>
          <a:noFill/>
          <a:ln w="14288">
            <a:solidFill>
              <a:srgbClr val="6E6B60"/>
            </a:solidFill>
            <a:prstDash val="solid"/>
          </a:ln>
        </p:spPr>
      </p:sp>
      <p:sp>
        <p:nvSpPr>
          <p:cNvPr id="8" name="Shape 6"/>
          <p:cNvSpPr/>
          <p:nvPr/>
        </p:nvSpPr>
        <p:spPr>
          <a:xfrm>
            <a:off x="8229600" y="2371771"/>
            <a:ext cx="152430" cy="0"/>
          </a:xfrm>
          <a:prstGeom prst="line">
            <a:avLst/>
          </a:prstGeom>
          <a:noFill/>
          <a:ln w="14288">
            <a:solidFill>
              <a:srgbClr val="6E6B60"/>
            </a:solidFill>
            <a:prstDash val="solid"/>
          </a:ln>
        </p:spPr>
      </p:sp>
      <p:sp>
        <p:nvSpPr>
          <p:cNvPr id="9" name="Shape 7"/>
          <p:cNvSpPr/>
          <p:nvPr/>
        </p:nvSpPr>
        <p:spPr>
          <a:xfrm>
            <a:off x="8229600" y="3038460"/>
            <a:ext cx="152430" cy="0"/>
          </a:xfrm>
          <a:prstGeom prst="line">
            <a:avLst/>
          </a:prstGeom>
          <a:noFill/>
          <a:ln w="14288">
            <a:solidFill>
              <a:srgbClr val="6E6B60"/>
            </a:solidFill>
            <a:prstDash val="solid"/>
          </a:ln>
        </p:spPr>
      </p:sp>
      <p:sp>
        <p:nvSpPr>
          <p:cNvPr id="10" name="Shape 8"/>
          <p:cNvSpPr/>
          <p:nvPr/>
        </p:nvSpPr>
        <p:spPr>
          <a:xfrm>
            <a:off x="914400" y="3971971"/>
            <a:ext cx="1333470" cy="247620"/>
          </a:xfrm>
          <a:custGeom>
            <a:avLst/>
            <a:gdLst/>
            <a:ahLst/>
            <a:cxnLst/>
            <a:rect l="l" t="t" r="r" b="b"/>
            <a:pathLst>
              <a:path w="1333470" h="247620">
                <a:moveTo>
                  <a:pt x="0" y="0"/>
                </a:moveTo>
                <a:lnTo>
                  <a:pt x="1333470" y="0"/>
                </a:lnTo>
                <a:lnTo>
                  <a:pt x="1333470" y="247620"/>
                </a:lnTo>
                <a:lnTo>
                  <a:pt x="0" y="247620"/>
                </a:lnTo>
                <a:close/>
              </a:path>
            </a:pathLst>
          </a:custGeom>
          <a:noFill/>
          <a:ln w="14288">
            <a:solidFill>
              <a:srgbClr val="4A5D3A"/>
            </a:solidFill>
            <a:prstDash val="solid"/>
          </a:ln>
        </p:spPr>
      </p:sp>
      <p:sp>
        <p:nvSpPr>
          <p:cNvPr id="11" name="Shape 9"/>
          <p:cNvSpPr/>
          <p:nvPr/>
        </p:nvSpPr>
        <p:spPr>
          <a:xfrm>
            <a:off x="1009680" y="4029121"/>
            <a:ext cx="95280" cy="133320"/>
          </a:xfrm>
          <a:custGeom>
            <a:avLst/>
            <a:gdLst/>
            <a:ahLst/>
            <a:cxnLst/>
            <a:rect l="l" t="t" r="r" b="b"/>
            <a:pathLst>
              <a:path w="95280" h="133320">
                <a:moveTo>
                  <a:pt x="0" y="0"/>
                </a:moveTo>
                <a:lnTo>
                  <a:pt x="95280" y="0"/>
                </a:lnTo>
                <a:lnTo>
                  <a:pt x="95280" y="133320"/>
                </a:lnTo>
                <a:lnTo>
                  <a:pt x="0" y="133320"/>
                </a:lnTo>
                <a:close/>
              </a:path>
            </a:pathLst>
          </a:custGeom>
          <a:noFill/>
          <a:ln w="14288">
            <a:solidFill>
              <a:srgbClr val="4A5D3A"/>
            </a:solidFill>
            <a:prstDash val="solid"/>
          </a:ln>
        </p:spPr>
      </p:sp>
      <p:sp>
        <p:nvSpPr>
          <p:cNvPr id="12" name="Shape 10"/>
          <p:cNvSpPr/>
          <p:nvPr/>
        </p:nvSpPr>
        <p:spPr>
          <a:xfrm>
            <a:off x="1038210" y="4029121"/>
            <a:ext cx="0" cy="133320"/>
          </a:xfrm>
          <a:prstGeom prst="line">
            <a:avLst/>
          </a:prstGeom>
          <a:noFill/>
          <a:ln w="14288">
            <a:solidFill>
              <a:srgbClr val="4A5D3A"/>
            </a:solidFill>
            <a:prstDash val="solid"/>
          </a:ln>
        </p:spPr>
      </p:sp>
      <p:sp>
        <p:nvSpPr>
          <p:cNvPr id="13" name="Text 11"/>
          <p:cNvSpPr/>
          <p:nvPr/>
        </p:nvSpPr>
        <p:spPr>
          <a:xfrm>
            <a:off x="914400" y="461955"/>
            <a:ext cx="263713" cy="300015"/>
          </a:xfrm>
          <a:prstGeom prst="rect">
            <a:avLst/>
          </a:prstGeom>
          <a:noFill/>
          <a:ln>
            <a:noFill/>
          </a:ln>
        </p:spPr>
        <p:txBody>
          <a:bodyPr wrap="none" lIns="0" tIns="0" rIns="0" bIns="0" rtlCol="0" anchor="t"/>
          <a:lstStyle/>
          <a:p>
            <a:pPr algn="l" indent="0" marL="0">
              <a:lnSpc>
                <a:spcPct val="154000"/>
              </a:lnSpc>
              <a:buNone/>
            </a:pPr>
            <a:r>
              <a:rPr lang="en-US" sz="975" b="1" spc="156" kern="0" dirty="0">
                <a:solidFill>
                  <a:srgbClr val="7E611B"/>
                </a:solidFill>
                <a:latin typeface="Consolas" pitchFamily="34" charset="0"/>
                <a:ea typeface="Noto Sans JP" pitchFamily="34" charset="-122"/>
                <a:cs typeface="Consolas" pitchFamily="34" charset="-120"/>
              </a:rPr>
              <a:t>S14</a:t>
            </a:r>
            <a:endParaRPr lang="en-US" sz="975" b="1" spc="156" kern="0" dirty="0">
              <a:solidFill>
                <a:srgbClr val="7E611B"/>
              </a:solidFill>
              <a:latin typeface="Consolas" pitchFamily="34" charset="0"/>
              <a:ea typeface="Noto Sans JP" pitchFamily="34" charset="-122"/>
              <a:cs typeface="Consolas" pitchFamily="34" charset="-120"/>
            </a:endParaRPr>
          </a:p>
        </p:txBody>
      </p:sp>
      <p:sp>
        <p:nvSpPr>
          <p:cNvPr id="14" name="Text 12"/>
          <p:cNvSpPr/>
          <p:nvPr/>
        </p:nvSpPr>
        <p:spPr>
          <a:xfrm>
            <a:off x="1330543" y="438180"/>
            <a:ext cx="1490838" cy="314371"/>
          </a:xfrm>
          <a:prstGeom prst="rect">
            <a:avLst/>
          </a:prstGeom>
          <a:noFill/>
          <a:ln>
            <a:noFill/>
          </a:ln>
        </p:spPr>
        <p:txBody>
          <a:bodyPr wrap="none" lIns="0" tIns="0" rIns="0" bIns="0" rtlCol="0" anchor="t"/>
          <a:lstStyle/>
          <a:p>
            <a:pPr algn="l" indent="0" marL="0">
              <a:lnSpc>
                <a:spcPct val="150000"/>
              </a:lnSpc>
              <a:buNone/>
            </a:pPr>
            <a:r>
              <a:rPr lang="ja-JP" altLang="en-US" sz="1050" spc="126" kern="0" dirty="0">
                <a:solidFill>
                  <a:srgbClr val="33312A"/>
                </a:solidFill>
                <a:latin typeface="Noto Sans JP" pitchFamily="34" charset="0"/>
                <a:ea typeface="Noto Sans JP" pitchFamily="34" charset="-122"/>
                <a:cs typeface="Noto Sans JP" pitchFamily="34" charset="-120"/>
              </a:rPr>
              <a:t>アニメが供給したもの</a:t>
            </a:r>
            <a:endParaRPr lang="ja-JP" altLang="en-US" sz="1050" spc="126" kern="0" dirty="0">
              <a:solidFill>
                <a:srgbClr val="33312A"/>
              </a:solidFill>
              <a:latin typeface="Noto Sans JP" pitchFamily="34" charset="0"/>
              <a:ea typeface="Noto Sans JP" pitchFamily="34" charset="-122"/>
              <a:cs typeface="Noto Sans JP" pitchFamily="34" charset="-120"/>
            </a:endParaRPr>
          </a:p>
        </p:txBody>
      </p:sp>
      <p:sp>
        <p:nvSpPr>
          <p:cNvPr id="15" name="Text 13"/>
          <p:cNvSpPr/>
          <p:nvPr/>
        </p:nvSpPr>
        <p:spPr>
          <a:xfrm>
            <a:off x="9398386" y="461955"/>
            <a:ext cx="1879183" cy="300015"/>
          </a:xfrm>
          <a:prstGeom prst="rect">
            <a:avLst/>
          </a:prstGeom>
          <a:noFill/>
          <a:ln>
            <a:noFill/>
          </a:ln>
        </p:spPr>
        <p:txBody>
          <a:bodyPr wrap="none" lIns="0" tIns="0" rIns="0" bIns="0" rtlCol="0" anchor="t"/>
          <a:lstStyle/>
          <a:p>
            <a:pPr algn="l" indent="0" marL="0">
              <a:lnSpc>
                <a:spcPct val="154000"/>
              </a:lnSpc>
              <a:buNone/>
            </a:pPr>
            <a:r>
              <a:rPr lang="en-US" sz="975" spc="137" kern="0" dirty="0">
                <a:solidFill>
                  <a:srgbClr val="6E6B60"/>
                </a:solidFill>
                <a:latin typeface="Consolas" pitchFamily="34" charset="0"/>
                <a:ea typeface="Noto Sans JP" pitchFamily="34" charset="-122"/>
                <a:cs typeface="Consolas" pitchFamily="34" charset="-120"/>
              </a:rPr>
              <a:t>CYBERPUNK: EDGERUNNERS</a:t>
            </a:r>
            <a:endParaRPr lang="en-US" sz="975" spc="137" kern="0" dirty="0">
              <a:solidFill>
                <a:srgbClr val="6E6B60"/>
              </a:solidFill>
              <a:latin typeface="Consolas" pitchFamily="34" charset="0"/>
              <a:ea typeface="Noto Sans JP" pitchFamily="34" charset="-122"/>
              <a:cs typeface="Consolas" pitchFamily="34" charset="-120"/>
            </a:endParaRPr>
          </a:p>
        </p:txBody>
      </p:sp>
      <p:sp>
        <p:nvSpPr>
          <p:cNvPr id="16" name="Shape 14"/>
          <p:cNvSpPr/>
          <p:nvPr/>
        </p:nvSpPr>
        <p:spPr>
          <a:xfrm>
            <a:off x="914400" y="800100"/>
            <a:ext cx="10363170" cy="9510"/>
          </a:xfrm>
          <a:prstGeom prst="rect">
            <a:avLst/>
          </a:prstGeom>
          <a:solidFill>
            <a:srgbClr val="C9C4B8"/>
          </a:solidFill>
          <a:ln>
            <a:noFill/>
          </a:ln>
        </p:spPr>
      </p:sp>
      <p:sp>
        <p:nvSpPr>
          <p:cNvPr id="17" name="Text 15"/>
          <p:cNvSpPr/>
          <p:nvPr/>
        </p:nvSpPr>
        <p:spPr>
          <a:xfrm>
            <a:off x="914400" y="1181130"/>
            <a:ext cx="8572500" cy="440101"/>
          </a:xfrm>
          <a:prstGeom prst="rect">
            <a:avLst/>
          </a:prstGeom>
          <a:noFill/>
          <a:ln>
            <a:noFill/>
          </a:ln>
        </p:spPr>
        <p:txBody>
          <a:bodyPr wrap="none" lIns="0" tIns="0" rIns="0" bIns="0" rtlCol="0" anchor="t"/>
          <a:lstStyle/>
          <a:p>
            <a:pPr algn="l" indent="0" marL="0">
              <a:lnSpc>
                <a:spcPct val="179000"/>
              </a:lnSpc>
              <a:buNone/>
            </a:pPr>
            <a:r>
              <a:rPr lang="ja-JP" altLang="en-US" sz="1425" spc="43" kern="0" dirty="0">
                <a:solidFill>
                  <a:srgbClr val="5C5A50"/>
                </a:solidFill>
                <a:latin typeface="Noto Sans JP" pitchFamily="34" charset="0"/>
                <a:ea typeface="Noto Sans JP" pitchFamily="34" charset="-122"/>
                <a:cs typeface="Noto Sans JP" pitchFamily="34" charset="-120"/>
              </a:rPr>
              <a:t>では、その物語とは何だったのか。</a:t>
            </a:r>
            <a:endParaRPr lang="ja-JP" altLang="en-US" sz="1425" spc="43" kern="0" dirty="0">
              <a:solidFill>
                <a:srgbClr val="5C5A50"/>
              </a:solidFill>
              <a:latin typeface="Noto Sans JP" pitchFamily="34" charset="0"/>
              <a:ea typeface="Noto Sans JP" pitchFamily="34" charset="-122"/>
              <a:cs typeface="Noto Sans JP" pitchFamily="34" charset="-120"/>
            </a:endParaRPr>
          </a:p>
        </p:txBody>
      </p:sp>
      <p:sp>
        <p:nvSpPr>
          <p:cNvPr id="18" name="Text 16"/>
          <p:cNvSpPr/>
          <p:nvPr/>
        </p:nvSpPr>
        <p:spPr>
          <a:xfrm>
            <a:off x="1104870" y="2043135"/>
            <a:ext cx="325801" cy="342900"/>
          </a:xfrm>
          <a:prstGeom prst="rect">
            <a:avLst/>
          </a:prstGeom>
          <a:noFill/>
          <a:ln>
            <a:noFill/>
          </a:ln>
        </p:spPr>
        <p:txBody>
          <a:bodyPr wrap="none" lIns="0" tIns="0" rIns="0" bIns="0" rtlCol="0" anchor="t"/>
          <a:lstStyle/>
          <a:p>
            <a:pPr algn="l" indent="0" marL="0">
              <a:lnSpc>
                <a:spcPct val="160000"/>
              </a:lnSpc>
              <a:buNone/>
            </a:pPr>
            <a:r>
              <a:rPr lang="ja-JP" altLang="en-US" sz="1125" spc="158" kern="0" dirty="0">
                <a:solidFill>
                  <a:srgbClr val="5C5A50"/>
                </a:solidFill>
                <a:latin typeface="Noto Sans JP" pitchFamily="34" charset="0"/>
                <a:ea typeface="Noto Sans JP" pitchFamily="34" charset="-122"/>
                <a:cs typeface="Noto Sans JP" pitchFamily="34" charset="-120"/>
              </a:rPr>
              <a:t>建前</a:t>
            </a:r>
            <a:endParaRPr lang="ja-JP" altLang="en-US" sz="1125" spc="158" kern="0" dirty="0">
              <a:solidFill>
                <a:srgbClr val="5C5A50"/>
              </a:solidFill>
              <a:latin typeface="Noto Sans JP" pitchFamily="34" charset="0"/>
              <a:ea typeface="Noto Sans JP" pitchFamily="34" charset="-122"/>
              <a:cs typeface="Noto Sans JP" pitchFamily="34" charset="-120"/>
            </a:endParaRPr>
          </a:p>
        </p:txBody>
      </p:sp>
      <p:sp>
        <p:nvSpPr>
          <p:cNvPr id="19" name="Text 17"/>
          <p:cNvSpPr/>
          <p:nvPr/>
        </p:nvSpPr>
        <p:spPr>
          <a:xfrm>
            <a:off x="2438430" y="1904970"/>
            <a:ext cx="2317547" cy="495330"/>
          </a:xfrm>
          <a:prstGeom prst="rect">
            <a:avLst/>
          </a:prstGeom>
          <a:noFill/>
          <a:ln>
            <a:noFill/>
          </a:ln>
        </p:spPr>
        <p:txBody>
          <a:bodyPr wrap="none" lIns="0" tIns="0" rIns="0" bIns="0" rtlCol="0" anchor="t"/>
          <a:lstStyle/>
          <a:p>
            <a:pPr algn="l" indent="0" marL="0">
              <a:lnSpc>
                <a:spcPct val="133000"/>
              </a:lnSpc>
              <a:buNone/>
            </a:pPr>
            <a:r>
              <a:rPr lang="ja-JP" altLang="en-US" sz="2250" spc="45" kern="0" dirty="0">
                <a:solidFill>
                  <a:srgbClr val="33312A"/>
                </a:solidFill>
                <a:latin typeface="Noto Sans JP Medium" pitchFamily="34" charset="0"/>
                <a:ea typeface="Noto Sans JP Medium" pitchFamily="34" charset="-122"/>
                <a:cs typeface="Noto Sans JP Medium" pitchFamily="34" charset="-120"/>
              </a:rPr>
              <a:t>頑張れば報われる</a:t>
            </a:r>
            <a:endParaRPr lang="ja-JP" altLang="en-US" sz="2250" spc="45" kern="0" dirty="0">
              <a:solidFill>
                <a:srgbClr val="33312A"/>
              </a:solidFill>
              <a:latin typeface="Noto Sans JP Medium" pitchFamily="34" charset="0"/>
              <a:ea typeface="Noto Sans JP Medium" pitchFamily="34" charset="-122"/>
              <a:cs typeface="Noto Sans JP Medium" pitchFamily="34" charset="-120"/>
            </a:endParaRPr>
          </a:p>
        </p:txBody>
      </p:sp>
      <p:sp>
        <p:nvSpPr>
          <p:cNvPr id="20" name="Text 18"/>
          <p:cNvSpPr/>
          <p:nvPr/>
        </p:nvSpPr>
        <p:spPr>
          <a:xfrm>
            <a:off x="1409730" y="2619390"/>
            <a:ext cx="285750" cy="342900"/>
          </a:xfrm>
          <a:prstGeom prst="rect">
            <a:avLst/>
          </a:prstGeom>
          <a:noFill/>
          <a:ln>
            <a:noFill/>
          </a:ln>
        </p:spPr>
        <p:txBody>
          <a:bodyPr wrap="none" lIns="0" tIns="0" rIns="0" bIns="0" rtlCol="0" anchor="t"/>
          <a:lstStyle/>
          <a:p>
            <a:pPr algn="l" indent="0" marL="0">
              <a:lnSpc>
                <a:spcPct val="160000"/>
              </a:lnSpc>
              <a:buNone/>
            </a:pPr>
            <a:r>
              <a:rPr lang="ja-JP" altLang="en-US" sz="1125" b="1" dirty="0">
                <a:solidFill>
                  <a:srgbClr val="4A5D3A"/>
                </a:solidFill>
                <a:latin typeface="Noto Sans JP" pitchFamily="34" charset="0"/>
                <a:ea typeface="Noto Sans JP" pitchFamily="34" charset="-122"/>
                <a:cs typeface="Noto Sans JP" pitchFamily="34" charset="-120"/>
              </a:rPr>
              <a:t>物語</a:t>
            </a:r>
            <a:endParaRPr lang="ja-JP" altLang="en-US" sz="1125" b="1" dirty="0">
              <a:solidFill>
                <a:srgbClr val="4A5D3A"/>
              </a:solidFill>
              <a:latin typeface="Noto Sans JP" pitchFamily="34" charset="0"/>
              <a:ea typeface="Noto Sans JP" pitchFamily="34" charset="-122"/>
              <a:cs typeface="Noto Sans JP" pitchFamily="34" charset="-120"/>
            </a:endParaRPr>
          </a:p>
        </p:txBody>
      </p:sp>
      <p:sp>
        <p:nvSpPr>
          <p:cNvPr id="21" name="Text 19"/>
          <p:cNvSpPr/>
          <p:nvPr/>
        </p:nvSpPr>
        <p:spPr>
          <a:xfrm>
            <a:off x="1771650" y="2638410"/>
            <a:ext cx="446593" cy="342900"/>
          </a:xfrm>
          <a:prstGeom prst="rect">
            <a:avLst/>
          </a:prstGeom>
          <a:noFill/>
          <a:ln>
            <a:noFill/>
          </a:ln>
        </p:spPr>
        <p:txBody>
          <a:bodyPr wrap="none" lIns="0" tIns="0" rIns="0" bIns="0" rtlCol="0" anchor="t"/>
          <a:lstStyle/>
          <a:p>
            <a:pPr algn="l" indent="0" marL="0">
              <a:lnSpc>
                <a:spcPct val="171000"/>
              </a:lnSpc>
              <a:buNone/>
            </a:pPr>
            <a:r>
              <a:rPr lang="en-US" sz="1050" spc="126" kern="0" dirty="0">
                <a:solidFill>
                  <a:srgbClr val="6E6B60"/>
                </a:solidFill>
                <a:latin typeface="Consolas" pitchFamily="34" charset="0"/>
                <a:ea typeface="Noto Sans JP" pitchFamily="34" charset="-122"/>
                <a:cs typeface="Consolas" pitchFamily="34" charset="-120"/>
              </a:rPr>
              <a:t>STORY</a:t>
            </a:r>
            <a:endParaRPr lang="en-US" sz="1050" spc="126" kern="0" dirty="0">
              <a:solidFill>
                <a:srgbClr val="6E6B60"/>
              </a:solidFill>
              <a:latin typeface="Consolas" pitchFamily="34" charset="0"/>
              <a:ea typeface="Noto Sans JP" pitchFamily="34" charset="-122"/>
              <a:cs typeface="Consolas" pitchFamily="34" charset="-120"/>
            </a:endParaRPr>
          </a:p>
        </p:txBody>
      </p:sp>
      <p:sp>
        <p:nvSpPr>
          <p:cNvPr id="22" name="Text 20"/>
          <p:cNvSpPr/>
          <p:nvPr/>
        </p:nvSpPr>
        <p:spPr>
          <a:xfrm>
            <a:off x="2438430" y="2552730"/>
            <a:ext cx="4295760" cy="419070"/>
          </a:xfrm>
          <a:prstGeom prst="rect">
            <a:avLst/>
          </a:prstGeom>
          <a:noFill/>
          <a:ln>
            <a:noFill/>
          </a:ln>
        </p:spPr>
        <p:txBody>
          <a:bodyPr wrap="none" lIns="0" tIns="0" rIns="0" bIns="0" rtlCol="0" anchor="t"/>
          <a:lstStyle/>
          <a:p>
            <a:pPr algn="l" indent="0" marL="0">
              <a:lnSpc>
                <a:spcPct val="145000"/>
              </a:lnSpc>
              <a:buNone/>
            </a:pPr>
            <a:r>
              <a:rPr lang="ja-JP" altLang="en-US" sz="1650" spc="50" kern="0" dirty="0">
                <a:solidFill>
                  <a:srgbClr val="1B1A16"/>
                </a:solidFill>
                <a:latin typeface="Noto Sans JP Medium" pitchFamily="34" charset="0"/>
                <a:ea typeface="Noto Sans JP Medium" pitchFamily="34" charset="-122"/>
                <a:cs typeface="Noto Sans JP Medium" pitchFamily="34" charset="-120"/>
              </a:rPr>
              <a:t>必死に努力して駆け上がり、そして壊れる。</a:t>
            </a:r>
            <a:endParaRPr lang="ja-JP" altLang="en-US" sz="1650" spc="50" kern="0" dirty="0">
              <a:solidFill>
                <a:srgbClr val="1B1A16"/>
              </a:solidFill>
              <a:latin typeface="Noto Sans JP Medium" pitchFamily="34" charset="0"/>
              <a:ea typeface="Noto Sans JP Medium" pitchFamily="34" charset="-122"/>
              <a:cs typeface="Noto Sans JP Medium" pitchFamily="34" charset="-120"/>
            </a:endParaRPr>
          </a:p>
        </p:txBody>
      </p:sp>
      <p:sp>
        <p:nvSpPr>
          <p:cNvPr id="23" name="Text 21"/>
          <p:cNvSpPr/>
          <p:nvPr/>
        </p:nvSpPr>
        <p:spPr>
          <a:xfrm>
            <a:off x="1714500" y="3262305"/>
            <a:ext cx="325801" cy="342900"/>
          </a:xfrm>
          <a:prstGeom prst="rect">
            <a:avLst/>
          </a:prstGeom>
          <a:noFill/>
          <a:ln>
            <a:noFill/>
          </a:ln>
        </p:spPr>
        <p:txBody>
          <a:bodyPr wrap="none" lIns="0" tIns="0" rIns="0" bIns="0" rtlCol="0" anchor="t"/>
          <a:lstStyle/>
          <a:p>
            <a:pPr algn="l" indent="0" marL="0">
              <a:lnSpc>
                <a:spcPct val="160000"/>
              </a:lnSpc>
              <a:buNone/>
            </a:pPr>
            <a:r>
              <a:rPr lang="ja-JP" altLang="en-US" sz="1125" spc="158" kern="0" dirty="0">
                <a:solidFill>
                  <a:srgbClr val="DFDBD0"/>
                </a:solidFill>
                <a:latin typeface="Noto Sans JP" pitchFamily="34" charset="0"/>
                <a:ea typeface="Noto Sans JP" pitchFamily="34" charset="-122"/>
                <a:cs typeface="Noto Sans JP" pitchFamily="34" charset="-120"/>
              </a:rPr>
              <a:t>実感</a:t>
            </a:r>
            <a:endParaRPr lang="ja-JP" altLang="en-US" sz="1125" spc="158" kern="0" dirty="0">
              <a:solidFill>
                <a:srgbClr val="DFDBD0"/>
              </a:solidFill>
              <a:latin typeface="Noto Sans JP" pitchFamily="34" charset="0"/>
              <a:ea typeface="Noto Sans JP" pitchFamily="34" charset="-122"/>
              <a:cs typeface="Noto Sans JP" pitchFamily="34" charset="-120"/>
            </a:endParaRPr>
          </a:p>
        </p:txBody>
      </p:sp>
      <p:sp>
        <p:nvSpPr>
          <p:cNvPr id="24" name="Text 22"/>
          <p:cNvSpPr/>
          <p:nvPr/>
        </p:nvSpPr>
        <p:spPr>
          <a:xfrm>
            <a:off x="2438430" y="3124230"/>
            <a:ext cx="3197565" cy="495330"/>
          </a:xfrm>
          <a:prstGeom prst="rect">
            <a:avLst/>
          </a:prstGeom>
          <a:noFill/>
          <a:ln>
            <a:noFill/>
          </a:ln>
        </p:spPr>
        <p:txBody>
          <a:bodyPr wrap="none" lIns="0" tIns="0" rIns="0" bIns="0" rtlCol="0" anchor="t"/>
          <a:lstStyle/>
          <a:p>
            <a:pPr algn="l" indent="0" marL="0">
              <a:lnSpc>
                <a:spcPct val="133000"/>
              </a:lnSpc>
              <a:buNone/>
            </a:pPr>
            <a:r>
              <a:rPr lang="ja-JP" altLang="en-US" sz="2250" b="1" spc="45" kern="0" dirty="0">
                <a:solidFill>
                  <a:srgbClr val="FAF9F5"/>
                </a:solidFill>
                <a:latin typeface="Noto Sans JP" pitchFamily="34" charset="0"/>
                <a:ea typeface="Noto Sans JP" pitchFamily="34" charset="-122"/>
                <a:cs typeface="Noto Sans JP" pitchFamily="34" charset="-120"/>
              </a:rPr>
              <a:t>システムは人をすり潰す</a:t>
            </a:r>
            <a:endParaRPr lang="ja-JP" altLang="en-US" sz="2250" b="1" spc="45" kern="0" dirty="0">
              <a:solidFill>
                <a:srgbClr val="FAF9F5"/>
              </a:solidFill>
              <a:latin typeface="Noto Sans JP" pitchFamily="34" charset="0"/>
              <a:ea typeface="Noto Sans JP" pitchFamily="34" charset="-122"/>
              <a:cs typeface="Noto Sans JP" pitchFamily="34" charset="-120"/>
            </a:endParaRPr>
          </a:p>
        </p:txBody>
      </p:sp>
      <p:sp>
        <p:nvSpPr>
          <p:cNvPr id="25" name="Text 23"/>
          <p:cNvSpPr/>
          <p:nvPr/>
        </p:nvSpPr>
        <p:spPr>
          <a:xfrm>
            <a:off x="8496330" y="2590770"/>
            <a:ext cx="325801" cy="342900"/>
          </a:xfrm>
          <a:prstGeom prst="rect">
            <a:avLst/>
          </a:prstGeom>
          <a:noFill/>
          <a:ln>
            <a:noFill/>
          </a:ln>
        </p:spPr>
        <p:txBody>
          <a:bodyPr wrap="none" lIns="0" tIns="0" rIns="0" bIns="0" rtlCol="0" anchor="t"/>
          <a:lstStyle/>
          <a:p>
            <a:pPr algn="l" indent="0" marL="0">
              <a:lnSpc>
                <a:spcPct val="160000"/>
              </a:lnSpc>
              <a:buNone/>
            </a:pPr>
            <a:r>
              <a:rPr lang="ja-JP" altLang="en-US" sz="1125" spc="158" kern="0" dirty="0">
                <a:solidFill>
                  <a:srgbClr val="5C5A50"/>
                </a:solidFill>
                <a:latin typeface="Noto Sans JP" pitchFamily="34" charset="0"/>
                <a:ea typeface="Noto Sans JP" pitchFamily="34" charset="-122"/>
                <a:cs typeface="Noto Sans JP" pitchFamily="34" charset="-120"/>
              </a:rPr>
              <a:t>ズレ</a:t>
            </a:r>
            <a:endParaRPr lang="ja-JP" altLang="en-US" sz="1125" spc="158" kern="0" dirty="0">
              <a:solidFill>
                <a:srgbClr val="5C5A50"/>
              </a:solidFill>
              <a:latin typeface="Noto Sans JP" pitchFamily="34" charset="0"/>
              <a:ea typeface="Noto Sans JP" pitchFamily="34" charset="-122"/>
              <a:cs typeface="Noto Sans JP" pitchFamily="34" charset="-120"/>
            </a:endParaRPr>
          </a:p>
        </p:txBody>
      </p:sp>
      <p:sp>
        <p:nvSpPr>
          <p:cNvPr id="26" name="Text 24"/>
          <p:cNvSpPr/>
          <p:nvPr/>
        </p:nvSpPr>
        <p:spPr>
          <a:xfrm>
            <a:off x="1190640" y="3971971"/>
            <a:ext cx="953262" cy="361920"/>
          </a:xfrm>
          <a:prstGeom prst="rect">
            <a:avLst/>
          </a:prstGeom>
          <a:noFill/>
          <a:ln>
            <a:noFill/>
          </a:ln>
        </p:spPr>
        <p:txBody>
          <a:bodyPr wrap="none" lIns="0" tIns="0" rIns="0" bIns="0" rtlCol="0" anchor="t"/>
          <a:lstStyle/>
          <a:p>
            <a:pPr algn="l" indent="0" marL="0">
              <a:lnSpc>
                <a:spcPct val="186000"/>
              </a:lnSpc>
              <a:buNone/>
            </a:pPr>
            <a:r>
              <a:rPr lang="ja-JP" altLang="en-US" sz="1050" spc="126" kern="0" dirty="0">
                <a:solidFill>
                  <a:srgbClr val="4A5D3A"/>
                </a:solidFill>
                <a:latin typeface="Consolas" pitchFamily="34" charset="0"/>
                <a:ea typeface="Noto Sans JP" pitchFamily="34" charset="-122"/>
                <a:cs typeface="Consolas" pitchFamily="34" charset="-120"/>
              </a:rPr>
              <a:t>HOLT 01・02</a:t>
            </a:r>
            <a:endParaRPr lang="ja-JP" altLang="en-US" sz="1050" spc="126" kern="0" dirty="0">
              <a:solidFill>
                <a:srgbClr val="4A5D3A"/>
              </a:solidFill>
              <a:latin typeface="Consolas" pitchFamily="34" charset="0"/>
              <a:ea typeface="Noto Sans JP" pitchFamily="34" charset="-122"/>
              <a:cs typeface="Consolas" pitchFamily="34" charset="-120"/>
            </a:endParaRPr>
          </a:p>
        </p:txBody>
      </p:sp>
      <p:sp>
        <p:nvSpPr>
          <p:cNvPr id="27" name="Text 25"/>
          <p:cNvSpPr/>
          <p:nvPr/>
        </p:nvSpPr>
        <p:spPr>
          <a:xfrm>
            <a:off x="2400300" y="3943350"/>
            <a:ext cx="8163946" cy="419070"/>
          </a:xfrm>
          <a:prstGeom prst="rect">
            <a:avLst/>
          </a:prstGeom>
          <a:noFill/>
          <a:ln>
            <a:noFill/>
          </a:ln>
        </p:spPr>
        <p:txBody>
          <a:bodyPr wrap="none" lIns="0" tIns="0" rIns="0" bIns="0" rtlCol="0" anchor="t"/>
          <a:lstStyle/>
          <a:p>
            <a:pPr algn="l" indent="0" marL="0">
              <a:lnSpc>
                <a:spcPct val="168000"/>
              </a:lnSpc>
              <a:buNone/>
            </a:pPr>
            <a:r>
              <a:rPr lang="ja-JP" altLang="en-US" sz="1425" spc="43" kern="0" dirty="0">
                <a:solidFill>
                  <a:srgbClr val="33312A"/>
                </a:solidFill>
                <a:latin typeface="Noto Sans JP" pitchFamily="34" charset="0"/>
                <a:ea typeface="Noto Sans JP" pitchFamily="34" charset="-122"/>
                <a:cs typeface="Noto Sans JP" pitchFamily="34" charset="-120"/>
              </a:rPr>
              <a:t>ホルトの本が言っていたのは、これです。——社会の建前と人々の実感のズレを、</a:t>
            </a:r>
            <a:r>
              <a:rPr lang="ja-JP" altLang="en-US" sz="1425" b="1" spc="43" kern="0" dirty="0">
                <a:solidFill>
                  <a:srgbClr val="4A5D3A"/>
                </a:solidFill>
                <a:latin typeface="Noto Sans JP" pitchFamily="34" charset="0"/>
                <a:ea typeface="Noto Sans JP" pitchFamily="34" charset="-122"/>
                <a:cs typeface="Noto Sans JP" pitchFamily="34" charset="-120"/>
              </a:rPr>
              <a:t>物語</a:t>
            </a:r>
            <a:r>
              <a:rPr lang="ja-JP" altLang="en-US" sz="1425" spc="43" kern="0" dirty="0">
                <a:solidFill>
                  <a:srgbClr val="33312A"/>
                </a:solidFill>
                <a:latin typeface="Noto Sans JP" pitchFamily="34" charset="0"/>
                <a:ea typeface="Noto Sans JP" pitchFamily="34" charset="-122"/>
                <a:cs typeface="Noto Sans JP" pitchFamily="34" charset="-120"/>
              </a:rPr>
              <a:t>が埋める。</a:t>
            </a:r>
            <a:endParaRPr lang="ja-JP" altLang="en-US" sz="1425" spc="43" kern="0" dirty="0">
              <a:solidFill>
                <a:srgbClr val="33312A"/>
              </a:solidFill>
              <a:latin typeface="Noto Sans JP" pitchFamily="34" charset="0"/>
              <a:ea typeface="Noto Sans JP" pitchFamily="34" charset="-122"/>
              <a:cs typeface="Noto Sans JP" pitchFamily="34" charset="-120"/>
            </a:endParaRPr>
          </a:p>
        </p:txBody>
      </p:sp>
      <p:sp>
        <p:nvSpPr>
          <p:cNvPr id="28" name="Shape 26"/>
          <p:cNvSpPr/>
          <p:nvPr/>
        </p:nvSpPr>
        <p:spPr>
          <a:xfrm>
            <a:off x="914400" y="4857750"/>
            <a:ext cx="10363170" cy="9510"/>
          </a:xfrm>
          <a:prstGeom prst="rect">
            <a:avLst/>
          </a:prstGeom>
          <a:solidFill>
            <a:srgbClr val="C9C4B8"/>
          </a:solidFill>
          <a:ln>
            <a:noFill/>
          </a:ln>
        </p:spPr>
      </p:sp>
      <p:sp>
        <p:nvSpPr>
          <p:cNvPr id="29" name="Shape 27"/>
          <p:cNvSpPr/>
          <p:nvPr/>
        </p:nvSpPr>
        <p:spPr>
          <a:xfrm>
            <a:off x="914400" y="5086350"/>
            <a:ext cx="190470" cy="19020"/>
          </a:xfrm>
          <a:prstGeom prst="rect">
            <a:avLst/>
          </a:prstGeom>
          <a:solidFill>
            <a:srgbClr val="4A5D3A"/>
          </a:solidFill>
          <a:ln>
            <a:noFill/>
          </a:ln>
        </p:spPr>
      </p:sp>
      <p:sp>
        <p:nvSpPr>
          <p:cNvPr id="30" name="Text 28"/>
          <p:cNvSpPr/>
          <p:nvPr/>
        </p:nvSpPr>
        <p:spPr>
          <a:xfrm>
            <a:off x="914400" y="5276820"/>
            <a:ext cx="10363170" cy="685800"/>
          </a:xfrm>
          <a:prstGeom prst="rect">
            <a:avLst/>
          </a:prstGeom>
          <a:noFill/>
          <a:ln>
            <a:noFill/>
          </a:ln>
        </p:spPr>
        <p:txBody>
          <a:bodyPr wrap="none" lIns="0" tIns="0" rIns="0" bIns="0" rtlCol="0" anchor="t"/>
          <a:lstStyle/>
          <a:p>
            <a:pPr algn="l" indent="0" marL="0">
              <a:lnSpc>
                <a:spcPct val="145000"/>
              </a:lnSpc>
              <a:buNone/>
            </a:pPr>
            <a:r>
              <a:rPr lang="ja-JP" altLang="en-US" sz="3000" dirty="0">
                <a:solidFill>
                  <a:srgbClr val="7E611B"/>
                </a:solidFill>
                <a:latin typeface="Noto Serif JP SemiBold" pitchFamily="34" charset="0"/>
                <a:ea typeface="Noto Serif JP SemiBold" pitchFamily="34" charset="-122"/>
                <a:cs typeface="Noto Serif JP SemiBold" pitchFamily="34" charset="-120"/>
              </a:rPr>
              <a:t>その間</a:t>
            </a:r>
            <a:r>
              <a:rPr lang="ja-JP" altLang="en-US" sz="3000" dirty="0">
                <a:solidFill>
                  <a:srgbClr val="1B1A16"/>
                </a:solidFill>
                <a:latin typeface="Noto Serif JP SemiBold" pitchFamily="34" charset="0"/>
                <a:ea typeface="Noto Serif JP SemiBold" pitchFamily="34" charset="-122"/>
                <a:cs typeface="Noto Serif JP SemiBold" pitchFamily="34" charset="-120"/>
              </a:rPr>
              <a:t>にある話を、アニメが引き受けた。</a:t>
            </a:r>
            <a:endParaRPr lang="ja-JP" altLang="en-US" sz="3000" dirty="0">
              <a:solidFill>
                <a:srgbClr val="1B1A16"/>
              </a:solidFill>
              <a:latin typeface="Noto Serif JP SemiBold" pitchFamily="34" charset="0"/>
              <a:ea typeface="Noto Serif JP SemiBold" pitchFamily="34" charset="-122"/>
              <a:cs typeface="Noto Serif JP SemiBold" pitchFamily="34" charset="-120"/>
            </a:endParaRPr>
          </a:p>
        </p:txBody>
      </p:sp>
      <p:sp>
        <p:nvSpPr>
          <p:cNvPr id="31" name="Shape 29"/>
          <p:cNvSpPr/>
          <p:nvPr/>
        </p:nvSpPr>
        <p:spPr>
          <a:xfrm>
            <a:off x="914400" y="790590"/>
            <a:ext cx="245334" cy="28621"/>
          </a:xfrm>
          <a:prstGeom prst="rect">
            <a:avLst/>
          </a:prstGeom>
          <a:solidFill>
            <a:srgbClr val="7E611B"/>
          </a:solidFill>
          <a:ln>
            <a:noFill/>
          </a:ln>
        </p:spPr>
      </p:sp>
      <p:sp>
        <p:nvSpPr>
          <p:cNvPr id="32" name="Shape 30"/>
          <p:cNvSpPr/>
          <p:nvPr/>
        </p:nvSpPr>
        <p:spPr>
          <a:xfrm>
            <a:off x="1202436" y="790590"/>
            <a:ext cx="245334" cy="28621"/>
          </a:xfrm>
          <a:prstGeom prst="rect">
            <a:avLst/>
          </a:prstGeom>
          <a:solidFill>
            <a:srgbClr val="7E611B"/>
          </a:solidFill>
          <a:ln>
            <a:noFill/>
          </a:ln>
        </p:spPr>
      </p:sp>
      <p:sp>
        <p:nvSpPr>
          <p:cNvPr id="33" name="Text 31"/>
          <p:cNvSpPr/>
          <p:nvPr/>
        </p:nvSpPr>
        <p:spPr>
          <a:xfrm>
            <a:off x="8420070" y="6362670"/>
            <a:ext cx="2857500" cy="209580"/>
          </a:xfrm>
          <a:prstGeom prst="rect">
            <a:avLst/>
          </a:prstGeom>
          <a:noFill/>
          <a:ln>
            <a:noFill/>
          </a:ln>
        </p:spPr>
        <p:txBody>
          <a:bodyPr wrap="square" lIns="0" tIns="0" rIns="0" bIns="0" rtlCol="0" anchor="t"/>
          <a:lstStyle/>
          <a:p>
            <a:pPr algn="r" indent="0" marL="0">
              <a:buNone/>
            </a:pPr>
            <a:r>
              <a:rPr lang="en-US" sz="975" spc="160" kern="0" dirty="0">
                <a:solidFill>
                  <a:srgbClr val="6E6B60"/>
                </a:solidFill>
                <a:latin typeface="Consolas" pitchFamily="34" charset="0"/>
                <a:ea typeface="Noto Sans JP" pitchFamily="34" charset="-122"/>
                <a:cs typeface="Consolas" pitchFamily="34" charset="-120"/>
              </a:rPr>
              <a:t>14 / 23</a:t>
            </a:r>
            <a:endParaRPr lang="en-US" sz="975" spc="160" kern="0" dirty="0">
              <a:solidFill>
                <a:srgbClr val="6E6B60"/>
              </a:solidFill>
              <a:latin typeface="Consolas" pitchFamily="34" charset="0"/>
              <a:ea typeface="Noto Sans JP" pitchFamily="34" charset="-122"/>
              <a:cs typeface="Consolas" pitchFamily="34" charset="-12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2971800" y="1838310"/>
            <a:ext cx="323880" cy="228600"/>
          </a:xfrm>
          <a:custGeom>
            <a:avLst/>
            <a:gdLst/>
            <a:ahLst/>
            <a:cxnLst/>
            <a:rect l="l" t="t" r="r" b="b"/>
            <a:pathLst>
              <a:path w="323880" h="228600">
                <a:moveTo>
                  <a:pt x="0" y="0"/>
                </a:moveTo>
                <a:lnTo>
                  <a:pt x="323880" y="0"/>
                </a:lnTo>
                <a:lnTo>
                  <a:pt x="323880" y="228600"/>
                </a:lnTo>
                <a:lnTo>
                  <a:pt x="0" y="228600"/>
                </a:lnTo>
                <a:close/>
              </a:path>
            </a:pathLst>
          </a:custGeom>
          <a:noFill/>
          <a:ln w="14288">
            <a:solidFill>
              <a:srgbClr val="4A5D3A"/>
            </a:solidFill>
            <a:prstDash val="solid"/>
          </a:ln>
        </p:spPr>
      </p:sp>
      <p:sp>
        <p:nvSpPr>
          <p:cNvPr id="3" name="Shape 1"/>
          <p:cNvSpPr/>
          <p:nvPr/>
        </p:nvSpPr>
        <p:spPr>
          <a:xfrm>
            <a:off x="2971800" y="2762220"/>
            <a:ext cx="323880" cy="228600"/>
          </a:xfrm>
          <a:custGeom>
            <a:avLst/>
            <a:gdLst/>
            <a:ahLst/>
            <a:cxnLst/>
            <a:rect l="l" t="t" r="r" b="b"/>
            <a:pathLst>
              <a:path w="323880" h="228600">
                <a:moveTo>
                  <a:pt x="0" y="0"/>
                </a:moveTo>
                <a:lnTo>
                  <a:pt x="323880" y="0"/>
                </a:lnTo>
                <a:lnTo>
                  <a:pt x="323880" y="228600"/>
                </a:lnTo>
                <a:lnTo>
                  <a:pt x="0" y="228600"/>
                </a:lnTo>
                <a:close/>
              </a:path>
            </a:pathLst>
          </a:custGeom>
          <a:noFill/>
          <a:ln w="14288">
            <a:solidFill>
              <a:srgbClr val="4A5D3A"/>
            </a:solidFill>
            <a:prstDash val="solid"/>
          </a:ln>
        </p:spPr>
      </p:sp>
      <p:sp>
        <p:nvSpPr>
          <p:cNvPr id="4" name="Shape 2"/>
          <p:cNvSpPr/>
          <p:nvPr/>
        </p:nvSpPr>
        <p:spPr>
          <a:xfrm>
            <a:off x="2971800" y="3381360"/>
            <a:ext cx="323880" cy="228600"/>
          </a:xfrm>
          <a:custGeom>
            <a:avLst/>
            <a:gdLst/>
            <a:ahLst/>
            <a:cxnLst/>
            <a:rect l="l" t="t" r="r" b="b"/>
            <a:pathLst>
              <a:path w="323880" h="228600">
                <a:moveTo>
                  <a:pt x="0" y="0"/>
                </a:moveTo>
                <a:lnTo>
                  <a:pt x="323880" y="0"/>
                </a:lnTo>
                <a:lnTo>
                  <a:pt x="323880" y="228600"/>
                </a:lnTo>
                <a:lnTo>
                  <a:pt x="0" y="228600"/>
                </a:lnTo>
                <a:close/>
              </a:path>
            </a:pathLst>
          </a:custGeom>
          <a:noFill/>
          <a:ln w="14288">
            <a:solidFill>
              <a:srgbClr val="4A5D3A"/>
            </a:solidFill>
            <a:prstDash val="solid"/>
          </a:ln>
        </p:spPr>
      </p:sp>
      <p:sp>
        <p:nvSpPr>
          <p:cNvPr id="5" name="Shape 3"/>
          <p:cNvSpPr/>
          <p:nvPr/>
        </p:nvSpPr>
        <p:spPr>
          <a:xfrm>
            <a:off x="2971800" y="3943350"/>
            <a:ext cx="323880" cy="228600"/>
          </a:xfrm>
          <a:custGeom>
            <a:avLst/>
            <a:gdLst/>
            <a:ahLst/>
            <a:cxnLst/>
            <a:rect l="l" t="t" r="r" b="b"/>
            <a:pathLst>
              <a:path w="323880" h="228600">
                <a:moveTo>
                  <a:pt x="0" y="0"/>
                </a:moveTo>
                <a:lnTo>
                  <a:pt x="323880" y="0"/>
                </a:lnTo>
                <a:lnTo>
                  <a:pt x="323880" y="228600"/>
                </a:lnTo>
                <a:lnTo>
                  <a:pt x="0" y="228600"/>
                </a:lnTo>
                <a:close/>
              </a:path>
            </a:pathLst>
          </a:custGeom>
          <a:noFill/>
          <a:ln w="14288">
            <a:solidFill>
              <a:srgbClr val="4A5D3A"/>
            </a:solidFill>
            <a:prstDash val="solid"/>
          </a:ln>
        </p:spPr>
      </p:sp>
      <p:sp>
        <p:nvSpPr>
          <p:cNvPr id="6" name="Text 4"/>
          <p:cNvSpPr/>
          <p:nvPr/>
        </p:nvSpPr>
        <p:spPr>
          <a:xfrm>
            <a:off x="914400" y="461955"/>
            <a:ext cx="263713" cy="300015"/>
          </a:xfrm>
          <a:prstGeom prst="rect">
            <a:avLst/>
          </a:prstGeom>
          <a:noFill/>
          <a:ln>
            <a:noFill/>
          </a:ln>
        </p:spPr>
        <p:txBody>
          <a:bodyPr wrap="none" lIns="0" tIns="0" rIns="0" bIns="0" rtlCol="0" anchor="t"/>
          <a:lstStyle/>
          <a:p>
            <a:pPr algn="l" indent="0" marL="0">
              <a:lnSpc>
                <a:spcPct val="154000"/>
              </a:lnSpc>
              <a:buNone/>
            </a:pPr>
            <a:r>
              <a:rPr lang="en-US" sz="975" b="1" spc="156" kern="0" dirty="0">
                <a:solidFill>
                  <a:srgbClr val="4A5D3A"/>
                </a:solidFill>
                <a:latin typeface="Consolas" pitchFamily="34" charset="0"/>
                <a:ea typeface="Noto Sans JP" pitchFamily="34" charset="-122"/>
                <a:cs typeface="Consolas" pitchFamily="34" charset="-120"/>
              </a:rPr>
              <a:t>S15</a:t>
            </a:r>
            <a:endParaRPr lang="en-US" sz="975" b="1" spc="156" kern="0" dirty="0">
              <a:solidFill>
                <a:srgbClr val="4A5D3A"/>
              </a:solidFill>
              <a:latin typeface="Consolas" pitchFamily="34" charset="0"/>
              <a:ea typeface="Noto Sans JP" pitchFamily="34" charset="-122"/>
              <a:cs typeface="Consolas" pitchFamily="34" charset="-120"/>
            </a:endParaRPr>
          </a:p>
        </p:txBody>
      </p:sp>
      <p:sp>
        <p:nvSpPr>
          <p:cNvPr id="7" name="Text 5"/>
          <p:cNvSpPr/>
          <p:nvPr/>
        </p:nvSpPr>
        <p:spPr>
          <a:xfrm>
            <a:off x="1330543" y="438180"/>
            <a:ext cx="2987070" cy="314371"/>
          </a:xfrm>
          <a:prstGeom prst="rect">
            <a:avLst/>
          </a:prstGeom>
          <a:noFill/>
          <a:ln>
            <a:noFill/>
          </a:ln>
        </p:spPr>
        <p:txBody>
          <a:bodyPr wrap="none" lIns="0" tIns="0" rIns="0" bIns="0" rtlCol="0" anchor="t"/>
          <a:lstStyle/>
          <a:p>
            <a:pPr algn="l" indent="0" marL="0">
              <a:lnSpc>
                <a:spcPct val="150000"/>
              </a:lnSpc>
              <a:buNone/>
            </a:pPr>
            <a:r>
              <a:rPr lang="ja-JP" altLang="en-US" sz="1050" spc="126" kern="0" dirty="0">
                <a:solidFill>
                  <a:srgbClr val="33312A"/>
                </a:solidFill>
                <a:latin typeface="Noto Sans JP" pitchFamily="34" charset="0"/>
                <a:ea typeface="Noto Sans JP" pitchFamily="34" charset="-122"/>
                <a:cs typeface="Noto Sans JP" pitchFamily="34" charset="-120"/>
              </a:rPr>
              <a:t>ホルトの本に戻る｜ブランドが神話になる日</a:t>
            </a:r>
            <a:endParaRPr lang="ja-JP" altLang="en-US" sz="1050" spc="126" kern="0" dirty="0">
              <a:solidFill>
                <a:srgbClr val="33312A"/>
              </a:solidFill>
              <a:latin typeface="Noto Sans JP" pitchFamily="34" charset="0"/>
              <a:ea typeface="Noto Sans JP" pitchFamily="34" charset="-122"/>
              <a:cs typeface="Noto Sans JP" pitchFamily="34" charset="-120"/>
            </a:endParaRPr>
          </a:p>
        </p:txBody>
      </p:sp>
      <p:sp>
        <p:nvSpPr>
          <p:cNvPr id="8" name="Text 6"/>
          <p:cNvSpPr/>
          <p:nvPr/>
        </p:nvSpPr>
        <p:spPr>
          <a:xfrm>
            <a:off x="9740097" y="461955"/>
            <a:ext cx="1537564" cy="300015"/>
          </a:xfrm>
          <a:prstGeom prst="rect">
            <a:avLst/>
          </a:prstGeom>
          <a:noFill/>
          <a:ln>
            <a:noFill/>
          </a:ln>
        </p:spPr>
        <p:txBody>
          <a:bodyPr wrap="none" lIns="0" tIns="0" rIns="0" bIns="0" rtlCol="0" anchor="t"/>
          <a:lstStyle/>
          <a:p>
            <a:pPr algn="l" indent="0" marL="0">
              <a:lnSpc>
                <a:spcPct val="154000"/>
              </a:lnSpc>
              <a:buNone/>
            </a:pPr>
            <a:r>
              <a:rPr lang="en-US" sz="975" spc="137" kern="0" dirty="0">
                <a:solidFill>
                  <a:srgbClr val="6E6B60"/>
                </a:solidFill>
                <a:latin typeface="Consolas" pitchFamily="34" charset="0"/>
                <a:ea typeface="Noto Sans JP" pitchFamily="34" charset="-122"/>
                <a:cs typeface="Consolas" pitchFamily="34" charset="-120"/>
              </a:rPr>
              <a:t>DOUGLAS HOLT, 2004</a:t>
            </a:r>
            <a:endParaRPr lang="en-US" sz="975" spc="137" kern="0" dirty="0">
              <a:solidFill>
                <a:srgbClr val="6E6B60"/>
              </a:solidFill>
              <a:latin typeface="Consolas" pitchFamily="34" charset="0"/>
              <a:ea typeface="Noto Sans JP" pitchFamily="34" charset="-122"/>
              <a:cs typeface="Consolas" pitchFamily="34" charset="-120"/>
            </a:endParaRPr>
          </a:p>
        </p:txBody>
      </p:sp>
      <p:sp>
        <p:nvSpPr>
          <p:cNvPr id="9" name="Shape 7"/>
          <p:cNvSpPr/>
          <p:nvPr/>
        </p:nvSpPr>
        <p:spPr>
          <a:xfrm>
            <a:off x="914400" y="800100"/>
            <a:ext cx="10363170" cy="9510"/>
          </a:xfrm>
          <a:prstGeom prst="rect">
            <a:avLst/>
          </a:prstGeom>
          <a:solidFill>
            <a:srgbClr val="C9C4B8"/>
          </a:solidFill>
          <a:ln>
            <a:noFill/>
          </a:ln>
        </p:spPr>
      </p:sp>
      <p:sp>
        <p:nvSpPr>
          <p:cNvPr id="10" name="Text 8"/>
          <p:cNvSpPr/>
          <p:nvPr/>
        </p:nvSpPr>
        <p:spPr>
          <a:xfrm>
            <a:off x="914400" y="1047720"/>
            <a:ext cx="10363170" cy="525780"/>
          </a:xfrm>
          <a:prstGeom prst="rect">
            <a:avLst/>
          </a:prstGeom>
          <a:noFill/>
          <a:ln>
            <a:noFill/>
          </a:ln>
        </p:spPr>
        <p:txBody>
          <a:bodyPr wrap="none" lIns="0" tIns="0" rIns="0" bIns="0" rtlCol="0" anchor="t"/>
          <a:lstStyle/>
          <a:p>
            <a:pPr algn="l" indent="0" marL="0">
              <a:lnSpc>
                <a:spcPct val="179000"/>
              </a:lnSpc>
              <a:buNone/>
            </a:pPr>
            <a:r>
              <a:rPr lang="ja-JP" altLang="en-US" sz="1425" dirty="0">
                <a:solidFill>
                  <a:srgbClr val="5C5A50"/>
                </a:solidFill>
                <a:latin typeface="Noto Sans JP" pitchFamily="34" charset="0"/>
                <a:ea typeface="Noto Sans JP" pitchFamily="34" charset="-122"/>
                <a:cs typeface="Noto Sans JP" pitchFamily="34" charset="-120"/>
              </a:rPr>
              <a:t>ホルトの本から持ってきた四つ。01・02・04 はいま見たサイバーパンクに、03 は次の原神に当てはまる。</a:t>
            </a:r>
            <a:endParaRPr lang="ja-JP" altLang="en-US" sz="1425" dirty="0">
              <a:solidFill>
                <a:srgbClr val="5C5A50"/>
              </a:solidFill>
              <a:latin typeface="Noto Sans JP" pitchFamily="34" charset="0"/>
              <a:ea typeface="Noto Sans JP" pitchFamily="34" charset="-122"/>
              <a:cs typeface="Noto Sans JP" pitchFamily="34" charset="-120"/>
            </a:endParaRPr>
          </a:p>
        </p:txBody>
      </p:sp>
      <p:sp>
        <p:nvSpPr>
          <p:cNvPr id="11" name="Shape 9"/>
          <p:cNvSpPr/>
          <p:nvPr/>
        </p:nvSpPr>
        <p:spPr>
          <a:xfrm>
            <a:off x="971550" y="1724010"/>
            <a:ext cx="1676370" cy="2438430"/>
          </a:xfrm>
          <a:prstGeom prst="rect">
            <a:avLst/>
          </a:prstGeom>
          <a:solidFill>
            <a:srgbClr val="F3F1E9"/>
          </a:solidFill>
          <a:ln>
            <a:noFill/>
          </a:ln>
        </p:spPr>
      </p:sp>
      <p:sp>
        <p:nvSpPr>
          <p:cNvPr id="12" name="Shape 10"/>
          <p:cNvSpPr/>
          <p:nvPr/>
        </p:nvSpPr>
        <p:spPr>
          <a:xfrm>
            <a:off x="971550" y="1724010"/>
            <a:ext cx="1676370" cy="9510"/>
          </a:xfrm>
          <a:prstGeom prst="rect">
            <a:avLst/>
          </a:prstGeom>
          <a:solidFill>
            <a:srgbClr val="C9C4B8"/>
          </a:solidFill>
          <a:ln>
            <a:noFill/>
          </a:ln>
        </p:spPr>
      </p:sp>
      <p:sp>
        <p:nvSpPr>
          <p:cNvPr id="13" name="Shape 11"/>
          <p:cNvSpPr/>
          <p:nvPr/>
        </p:nvSpPr>
        <p:spPr>
          <a:xfrm>
            <a:off x="971550" y="4152930"/>
            <a:ext cx="1676370" cy="9510"/>
          </a:xfrm>
          <a:prstGeom prst="rect">
            <a:avLst/>
          </a:prstGeom>
          <a:solidFill>
            <a:srgbClr val="C9C4B8"/>
          </a:solidFill>
          <a:ln>
            <a:noFill/>
          </a:ln>
        </p:spPr>
      </p:sp>
      <p:sp>
        <p:nvSpPr>
          <p:cNvPr id="14" name="Shape 12"/>
          <p:cNvSpPr/>
          <p:nvPr/>
        </p:nvSpPr>
        <p:spPr>
          <a:xfrm>
            <a:off x="971550" y="1724010"/>
            <a:ext cx="9510" cy="2438430"/>
          </a:xfrm>
          <a:prstGeom prst="rect">
            <a:avLst/>
          </a:prstGeom>
          <a:solidFill>
            <a:srgbClr val="C9C4B8"/>
          </a:solidFill>
          <a:ln>
            <a:noFill/>
          </a:ln>
        </p:spPr>
      </p:sp>
      <p:sp>
        <p:nvSpPr>
          <p:cNvPr id="15" name="Shape 13"/>
          <p:cNvSpPr/>
          <p:nvPr/>
        </p:nvSpPr>
        <p:spPr>
          <a:xfrm>
            <a:off x="2638410" y="1724010"/>
            <a:ext cx="9510" cy="2438430"/>
          </a:xfrm>
          <a:prstGeom prst="rect">
            <a:avLst/>
          </a:prstGeom>
          <a:solidFill>
            <a:srgbClr val="C9C4B8"/>
          </a:solidFill>
          <a:ln>
            <a:noFill/>
          </a:ln>
        </p:spPr>
      </p:sp>
      <p:sp>
        <p:nvSpPr>
          <p:cNvPr id="16" name="Shape 14"/>
          <p:cNvSpPr/>
          <p:nvPr/>
        </p:nvSpPr>
        <p:spPr>
          <a:xfrm>
            <a:off x="914400" y="1676370"/>
            <a:ext cx="1676370" cy="2438430"/>
          </a:xfrm>
          <a:prstGeom prst="rect">
            <a:avLst/>
          </a:prstGeom>
          <a:solidFill>
            <a:srgbClr val="4A5D3A"/>
          </a:solidFill>
          <a:ln>
            <a:noFill/>
          </a:ln>
        </p:spPr>
      </p:sp>
      <p:sp>
        <p:nvSpPr>
          <p:cNvPr id="17" name="Shape 15"/>
          <p:cNvSpPr/>
          <p:nvPr/>
        </p:nvSpPr>
        <p:spPr>
          <a:xfrm>
            <a:off x="914400" y="1676370"/>
            <a:ext cx="114300" cy="2438430"/>
          </a:xfrm>
          <a:prstGeom prst="rect">
            <a:avLst/>
          </a:prstGeom>
          <a:solidFill>
            <a:srgbClr val="3B4A2E"/>
          </a:solidFill>
          <a:ln>
            <a:noFill/>
          </a:ln>
        </p:spPr>
      </p:sp>
      <p:sp>
        <p:nvSpPr>
          <p:cNvPr id="18" name="Text 16"/>
          <p:cNvSpPr/>
          <p:nvPr/>
        </p:nvSpPr>
        <p:spPr>
          <a:xfrm>
            <a:off x="1143000" y="1866930"/>
            <a:ext cx="1285098" cy="304770"/>
          </a:xfrm>
          <a:prstGeom prst="rect">
            <a:avLst/>
          </a:prstGeom>
          <a:noFill/>
          <a:ln>
            <a:noFill/>
          </a:ln>
        </p:spPr>
        <p:txBody>
          <a:bodyPr wrap="none" lIns="0" tIns="0" rIns="0" bIns="0" rtlCol="0" anchor="t"/>
          <a:lstStyle/>
          <a:p>
            <a:pPr algn="l" indent="0" marL="0">
              <a:lnSpc>
                <a:spcPct val="143000"/>
              </a:lnSpc>
              <a:buNone/>
            </a:pPr>
            <a:r>
              <a:rPr lang="ja-JP" altLang="en-US" sz="1050" dirty="0">
                <a:solidFill>
                  <a:srgbClr val="DFDBD0"/>
                </a:solidFill>
                <a:latin typeface="Noto Sans JP" pitchFamily="34" charset="0"/>
                <a:ea typeface="Noto Sans JP" pitchFamily="34" charset="-122"/>
                <a:cs typeface="Noto Sans JP" pitchFamily="34" charset="-120"/>
              </a:rPr>
              <a:t>ダグラス・B・ホルト</a:t>
            </a:r>
            <a:endParaRPr lang="ja-JP" altLang="en-US" sz="1050" dirty="0">
              <a:solidFill>
                <a:srgbClr val="DFDBD0"/>
              </a:solidFill>
              <a:latin typeface="Noto Sans JP" pitchFamily="34" charset="0"/>
              <a:ea typeface="Noto Sans JP" pitchFamily="34" charset="-122"/>
              <a:cs typeface="Noto Sans JP" pitchFamily="34" charset="-120"/>
            </a:endParaRPr>
          </a:p>
        </p:txBody>
      </p:sp>
      <p:sp>
        <p:nvSpPr>
          <p:cNvPr id="19" name="Text 17"/>
          <p:cNvSpPr/>
          <p:nvPr/>
        </p:nvSpPr>
        <p:spPr>
          <a:xfrm>
            <a:off x="1143000" y="2152680"/>
            <a:ext cx="1381110" cy="628650"/>
          </a:xfrm>
          <a:prstGeom prst="rect">
            <a:avLst/>
          </a:prstGeom>
          <a:noFill/>
          <a:ln>
            <a:noFill/>
          </a:ln>
        </p:spPr>
        <p:txBody>
          <a:bodyPr wrap="square" lIns="0" tIns="0" rIns="0" bIns="0" rtlCol="0" anchor="t"/>
          <a:lstStyle/>
          <a:p>
            <a:pPr algn="l" indent="0" marL="0">
              <a:lnSpc>
                <a:spcPct val="142000"/>
              </a:lnSpc>
              <a:buNone/>
            </a:pPr>
            <a:r>
              <a:rPr lang="ja-JP" altLang="en-US" sz="1425" b="1" dirty="0">
                <a:solidFill>
                  <a:srgbClr val="FAF9F5"/>
                </a:solidFill>
                <a:latin typeface="Noto Sans JP" pitchFamily="34" charset="0"/>
                <a:ea typeface="Noto Sans JP" pitchFamily="34" charset="-122"/>
                <a:cs typeface="Noto Sans JP" pitchFamily="34" charset="-120"/>
              </a:rPr>
              <a:t>『ブランドが</a:t>
            </a:r>
            <a:endParaRPr lang="ja-JP" altLang="en-US" sz="1425" b="1" dirty="0">
              <a:solidFill>
                <a:srgbClr val="FAF9F5"/>
              </a:solidFill>
              <a:latin typeface="Noto Sans JP" pitchFamily="34" charset="0"/>
              <a:ea typeface="Noto Sans JP" pitchFamily="34" charset="-122"/>
              <a:cs typeface="Noto Sans JP" pitchFamily="34" charset="-120"/>
            </a:endParaRPr>
          </a:p>
          <a:p>
            <a:pPr algn="l" indent="0" marL="0">
              <a:lnSpc>
                <a:spcPct val="142000"/>
              </a:lnSpc>
              <a:buNone/>
            </a:pPr>
            <a:r>
              <a:rPr lang="ja-JP" altLang="en-US" sz="1425" b="1" dirty="0">
                <a:solidFill>
                  <a:srgbClr val="FAF9F5"/>
                </a:solidFill>
                <a:latin typeface="Noto Sans JP" pitchFamily="34" charset="0"/>
                <a:ea typeface="Noto Sans JP" pitchFamily="34" charset="-122"/>
                <a:cs typeface="Noto Sans JP" pitchFamily="34" charset="-120"/>
              </a:rPr>
              <a:t>神話になる日』</a:t>
            </a:r>
            <a:endParaRPr lang="ja-JP" altLang="en-US" sz="1425" b="1" dirty="0">
              <a:solidFill>
                <a:srgbClr val="FAF9F5"/>
              </a:solidFill>
              <a:latin typeface="Noto Sans JP" pitchFamily="34" charset="0"/>
              <a:ea typeface="Noto Sans JP" pitchFamily="34" charset="-122"/>
              <a:cs typeface="Noto Sans JP" pitchFamily="34" charset="-120"/>
            </a:endParaRPr>
          </a:p>
        </p:txBody>
      </p:sp>
      <p:sp>
        <p:nvSpPr>
          <p:cNvPr id="20" name="Text 18"/>
          <p:cNvSpPr/>
          <p:nvPr/>
        </p:nvSpPr>
        <p:spPr>
          <a:xfrm>
            <a:off x="1143000" y="2781330"/>
            <a:ext cx="1093531" cy="495330"/>
          </a:xfrm>
          <a:prstGeom prst="rect">
            <a:avLst/>
          </a:prstGeom>
          <a:noFill/>
          <a:ln>
            <a:noFill/>
          </a:ln>
        </p:spPr>
        <p:txBody>
          <a:bodyPr wrap="square" lIns="0" tIns="0" rIns="0" bIns="0" rtlCol="0" anchor="t"/>
          <a:lstStyle/>
          <a:p>
            <a:pPr algn="l" indent="0" marL="0">
              <a:lnSpc>
                <a:spcPct val="143000"/>
              </a:lnSpc>
              <a:buNone/>
            </a:pPr>
            <a:r>
              <a:rPr lang="en-US" sz="1050" spc="84" kern="0" dirty="0">
                <a:solidFill>
                  <a:srgbClr val="DFDBD0"/>
                </a:solidFill>
                <a:latin typeface="Consolas" pitchFamily="34" charset="0"/>
                <a:ea typeface="Noto Sans JP" pitchFamily="34" charset="-122"/>
                <a:cs typeface="Consolas" pitchFamily="34" charset="-120"/>
              </a:rPr>
              <a:t>HOW BRANDS</a:t>
            </a:r>
            <a:endParaRPr lang="en-US" sz="1050" spc="84" kern="0" dirty="0">
              <a:solidFill>
                <a:srgbClr val="DFDBD0"/>
              </a:solidFill>
              <a:latin typeface="Consolas" pitchFamily="34" charset="0"/>
              <a:ea typeface="Noto Sans JP" pitchFamily="34" charset="-122"/>
              <a:cs typeface="Consolas" pitchFamily="34" charset="-120"/>
            </a:endParaRPr>
          </a:p>
          <a:p>
            <a:pPr algn="l" indent="0" marL="0">
              <a:lnSpc>
                <a:spcPct val="143000"/>
              </a:lnSpc>
              <a:buNone/>
            </a:pPr>
            <a:r>
              <a:rPr lang="en-US" sz="1050" spc="84" kern="0" dirty="0">
                <a:solidFill>
                  <a:srgbClr val="DFDBD0"/>
                </a:solidFill>
                <a:latin typeface="Consolas" pitchFamily="34" charset="0"/>
                <a:ea typeface="Noto Sans JP" pitchFamily="34" charset="-122"/>
                <a:cs typeface="Consolas" pitchFamily="34" charset="-120"/>
              </a:rPr>
              <a:t>BECOME ICONS</a:t>
            </a:r>
            <a:endParaRPr lang="en-US" sz="1050" spc="84" kern="0" dirty="0">
              <a:solidFill>
                <a:srgbClr val="DFDBD0"/>
              </a:solidFill>
              <a:latin typeface="Consolas" pitchFamily="34" charset="0"/>
              <a:ea typeface="Noto Sans JP" pitchFamily="34" charset="-122"/>
              <a:cs typeface="Consolas" pitchFamily="34" charset="-120"/>
            </a:endParaRPr>
          </a:p>
        </p:txBody>
      </p:sp>
      <p:sp>
        <p:nvSpPr>
          <p:cNvPr id="21" name="Shape 19"/>
          <p:cNvSpPr/>
          <p:nvPr/>
        </p:nvSpPr>
        <p:spPr>
          <a:xfrm>
            <a:off x="1143000" y="3667110"/>
            <a:ext cx="1314450" cy="9510"/>
          </a:xfrm>
          <a:prstGeom prst="rect">
            <a:avLst/>
          </a:prstGeom>
          <a:solidFill>
            <a:srgbClr val="A2AB97"/>
          </a:solidFill>
          <a:ln>
            <a:noFill/>
          </a:ln>
        </p:spPr>
      </p:sp>
      <p:sp>
        <p:nvSpPr>
          <p:cNvPr id="22" name="Text 20"/>
          <p:cNvSpPr/>
          <p:nvPr/>
        </p:nvSpPr>
        <p:spPr>
          <a:xfrm>
            <a:off x="1143000" y="3752880"/>
            <a:ext cx="1682679" cy="304770"/>
          </a:xfrm>
          <a:prstGeom prst="rect">
            <a:avLst/>
          </a:prstGeom>
          <a:noFill/>
          <a:ln>
            <a:noFill/>
          </a:ln>
        </p:spPr>
        <p:txBody>
          <a:bodyPr wrap="none" lIns="0" tIns="0" rIns="0" bIns="0" rtlCol="0" anchor="t"/>
          <a:lstStyle/>
          <a:p>
            <a:pPr algn="l" indent="0" marL="0">
              <a:lnSpc>
                <a:spcPct val="143000"/>
              </a:lnSpc>
              <a:buNone/>
            </a:pPr>
            <a:r>
              <a:rPr lang="ja-JP" altLang="en-US" sz="1050" spc="63" kern="0" dirty="0">
                <a:solidFill>
                  <a:srgbClr val="DFDBD0"/>
                </a:solidFill>
                <a:latin typeface="Consolas" pitchFamily="34" charset="0"/>
                <a:ea typeface="Noto Sans JP" pitchFamily="34" charset="-122"/>
                <a:cs typeface="Consolas" pitchFamily="34" charset="-120"/>
              </a:rPr>
              <a:t>原著 2004 ／ 邦訳 2005</a:t>
            </a:r>
            <a:endParaRPr lang="ja-JP" altLang="en-US" sz="1050" spc="63" kern="0" dirty="0">
              <a:solidFill>
                <a:srgbClr val="DFDBD0"/>
              </a:solidFill>
              <a:latin typeface="Consolas" pitchFamily="34" charset="0"/>
              <a:ea typeface="Noto Sans JP" pitchFamily="34" charset="-122"/>
              <a:cs typeface="Consolas" pitchFamily="34" charset="-120"/>
            </a:endParaRPr>
          </a:p>
        </p:txBody>
      </p:sp>
      <p:sp>
        <p:nvSpPr>
          <p:cNvPr id="23" name="Text 21"/>
          <p:cNvSpPr/>
          <p:nvPr/>
        </p:nvSpPr>
        <p:spPr>
          <a:xfrm>
            <a:off x="914400" y="4629150"/>
            <a:ext cx="1762140" cy="914400"/>
          </a:xfrm>
          <a:prstGeom prst="rect">
            <a:avLst/>
          </a:prstGeom>
          <a:noFill/>
          <a:ln>
            <a:noFill/>
          </a:ln>
        </p:spPr>
        <p:txBody>
          <a:bodyPr wrap="square" lIns="0" tIns="0" rIns="0" bIns="0" rtlCol="0" anchor="t"/>
          <a:lstStyle/>
          <a:p>
            <a:pPr algn="l" indent="0" marL="0">
              <a:lnSpc>
                <a:spcPct val="150000"/>
              </a:lnSpc>
              <a:buNone/>
            </a:pPr>
            <a:r>
              <a:rPr lang="ja-JP" altLang="en-US" sz="1050" spc="42" kern="0" dirty="0">
                <a:solidFill>
                  <a:srgbClr val="6E6B60"/>
                </a:solidFill>
                <a:latin typeface="Noto Sans JP" pitchFamily="34" charset="0"/>
                <a:ea typeface="Noto Sans JP" pitchFamily="34" charset="-122"/>
                <a:cs typeface="Noto Sans JP" pitchFamily="34" charset="-120"/>
              </a:rPr>
              <a:t>本の事例</a:t>
            </a:r>
            <a:endParaRPr lang="ja-JP" altLang="en-US" sz="1050" spc="42" kern="0" dirty="0">
              <a:solidFill>
                <a:srgbClr val="6E6B60"/>
              </a:solidFill>
              <a:latin typeface="Noto Sans JP" pitchFamily="34" charset="0"/>
              <a:ea typeface="Noto Sans JP" pitchFamily="34" charset="-122"/>
              <a:cs typeface="Noto Sans JP" pitchFamily="34" charset="-120"/>
            </a:endParaRPr>
          </a:p>
          <a:p>
            <a:pPr algn="l" indent="0" marL="0">
              <a:lnSpc>
                <a:spcPct val="150000"/>
              </a:lnSpc>
              <a:buNone/>
            </a:pPr>
            <a:r>
              <a:rPr lang="ja-JP" altLang="en-US" sz="1050" spc="42" kern="0" dirty="0">
                <a:solidFill>
                  <a:srgbClr val="5C5A50"/>
                </a:solidFill>
                <a:latin typeface="Noto Sans JP" pitchFamily="34" charset="0"/>
                <a:ea typeface="Noto Sans JP" pitchFamily="34" charset="-122"/>
                <a:cs typeface="Noto Sans JP" pitchFamily="34" charset="-120"/>
              </a:rPr>
              <a:t>Mountain Dew／ESPN</a:t>
            </a:r>
            <a:endParaRPr lang="ja-JP" altLang="en-US" sz="1050" spc="42" kern="0" dirty="0">
              <a:solidFill>
                <a:srgbClr val="5C5A50"/>
              </a:solidFill>
              <a:latin typeface="Noto Sans JP" pitchFamily="34" charset="0"/>
              <a:ea typeface="Noto Sans JP" pitchFamily="34" charset="-122"/>
              <a:cs typeface="Noto Sans JP" pitchFamily="34" charset="-120"/>
            </a:endParaRPr>
          </a:p>
          <a:p>
            <a:pPr algn="l" indent="0" marL="0">
              <a:lnSpc>
                <a:spcPct val="150000"/>
              </a:lnSpc>
              <a:buNone/>
            </a:pPr>
            <a:r>
              <a:rPr lang="ja-JP" altLang="en-US" sz="1050" spc="42" kern="0" dirty="0">
                <a:solidFill>
                  <a:srgbClr val="5C5A50"/>
                </a:solidFill>
                <a:latin typeface="Noto Sans JP" pitchFamily="34" charset="0"/>
                <a:ea typeface="Noto Sans JP" pitchFamily="34" charset="-122"/>
                <a:cs typeface="Noto Sans JP" pitchFamily="34" charset="-120"/>
              </a:rPr>
              <a:t>Volkswagen／Budweiser</a:t>
            </a:r>
            <a:endParaRPr lang="ja-JP" altLang="en-US" sz="1050" spc="42" kern="0" dirty="0">
              <a:solidFill>
                <a:srgbClr val="5C5A50"/>
              </a:solidFill>
              <a:latin typeface="Noto Sans JP" pitchFamily="34" charset="0"/>
              <a:ea typeface="Noto Sans JP" pitchFamily="34" charset="-122"/>
              <a:cs typeface="Noto Sans JP" pitchFamily="34" charset="-120"/>
            </a:endParaRPr>
          </a:p>
          <a:p>
            <a:pPr algn="l" indent="0" marL="0">
              <a:lnSpc>
                <a:spcPct val="150000"/>
              </a:lnSpc>
              <a:buNone/>
            </a:pPr>
            <a:r>
              <a:rPr lang="en-US" sz="1050" spc="42" kern="0" dirty="0">
                <a:solidFill>
                  <a:srgbClr val="5C5A50"/>
                </a:solidFill>
                <a:latin typeface="Noto Sans JP" pitchFamily="34" charset="0"/>
                <a:ea typeface="Noto Sans JP" pitchFamily="34" charset="-122"/>
                <a:cs typeface="Noto Sans JP" pitchFamily="34" charset="-120"/>
              </a:rPr>
              <a:t>Harley-Davidson</a:t>
            </a:r>
            <a:endParaRPr lang="en-US" sz="1050" spc="42" kern="0" dirty="0">
              <a:solidFill>
                <a:srgbClr val="5C5A50"/>
              </a:solidFill>
              <a:latin typeface="Noto Sans JP" pitchFamily="34" charset="0"/>
              <a:ea typeface="Noto Sans JP" pitchFamily="34" charset="-122"/>
              <a:cs typeface="Noto Sans JP" pitchFamily="34" charset="-120"/>
            </a:endParaRPr>
          </a:p>
        </p:txBody>
      </p:sp>
      <p:sp>
        <p:nvSpPr>
          <p:cNvPr id="24" name="Text 22"/>
          <p:cNvSpPr/>
          <p:nvPr/>
        </p:nvSpPr>
        <p:spPr>
          <a:xfrm>
            <a:off x="3009930" y="1838310"/>
            <a:ext cx="285750" cy="342900"/>
          </a:xfrm>
          <a:prstGeom prst="rect">
            <a:avLst/>
          </a:prstGeom>
          <a:noFill/>
          <a:ln>
            <a:noFill/>
          </a:ln>
        </p:spPr>
        <p:txBody>
          <a:bodyPr wrap="none" lIns="0" tIns="0" rIns="0" bIns="0" rtlCol="0" anchor="t"/>
          <a:lstStyle/>
          <a:p>
            <a:pPr algn="ctr" indent="0" marL="0">
              <a:lnSpc>
                <a:spcPct val="185000"/>
              </a:lnSpc>
              <a:buNone/>
            </a:pPr>
            <a:r>
              <a:rPr lang="en-US" sz="975" spc="176" kern="0" dirty="0">
                <a:solidFill>
                  <a:srgbClr val="4A5D3A"/>
                </a:solidFill>
                <a:latin typeface="Consolas" pitchFamily="34" charset="0"/>
                <a:ea typeface="Noto Sans JP" pitchFamily="34" charset="-122"/>
                <a:cs typeface="Consolas" pitchFamily="34" charset="-120"/>
              </a:rPr>
              <a:t>01</a:t>
            </a:r>
            <a:endParaRPr lang="en-US" sz="975" spc="176" kern="0" dirty="0">
              <a:solidFill>
                <a:srgbClr val="4A5D3A"/>
              </a:solidFill>
              <a:latin typeface="Consolas" pitchFamily="34" charset="0"/>
              <a:ea typeface="Noto Sans JP" pitchFamily="34" charset="-122"/>
              <a:cs typeface="Consolas" pitchFamily="34" charset="-120"/>
            </a:endParaRPr>
          </a:p>
        </p:txBody>
      </p:sp>
      <p:sp>
        <p:nvSpPr>
          <p:cNvPr id="25" name="Text 23"/>
          <p:cNvSpPr/>
          <p:nvPr/>
        </p:nvSpPr>
        <p:spPr>
          <a:xfrm>
            <a:off x="3638580" y="1800271"/>
            <a:ext cx="7639080" cy="698602"/>
          </a:xfrm>
          <a:prstGeom prst="rect">
            <a:avLst/>
          </a:prstGeom>
          <a:noFill/>
          <a:ln>
            <a:noFill/>
          </a:ln>
        </p:spPr>
        <p:txBody>
          <a:bodyPr wrap="square" lIns="0" tIns="0" rIns="0" bIns="0" rtlCol="0" anchor="t"/>
          <a:lstStyle/>
          <a:p>
            <a:pPr algn="l" indent="0" marL="0">
              <a:lnSpc>
                <a:spcPct val="163000"/>
              </a:lnSpc>
              <a:buNone/>
            </a:pPr>
            <a:r>
              <a:rPr lang="ja-JP" altLang="en-US" sz="1425" spc="43" kern="0" dirty="0">
                <a:solidFill>
                  <a:srgbClr val="33312A"/>
                </a:solidFill>
                <a:latin typeface="Noto Sans JP Medium" pitchFamily="34" charset="0"/>
                <a:ea typeface="Noto Sans JP Medium" pitchFamily="34" charset="-122"/>
                <a:cs typeface="Noto Sans JP Medium" pitchFamily="34" charset="-120"/>
              </a:rPr>
              <a:t>社会の建前と、人々の実感の間には、いつもズレがある</a:t>
            </a:r>
            <a:endParaRPr lang="ja-JP" altLang="en-US" sz="1425" spc="43" kern="0" dirty="0">
              <a:solidFill>
                <a:srgbClr val="33312A"/>
              </a:solidFill>
              <a:latin typeface="Noto Sans JP Medium" pitchFamily="34" charset="0"/>
              <a:ea typeface="Noto Sans JP Medium" pitchFamily="34" charset="-122"/>
              <a:cs typeface="Noto Sans JP Medium" pitchFamily="34" charset="-120"/>
            </a:endParaRPr>
          </a:p>
          <a:p>
            <a:pPr algn="l" indent="0" marL="0">
              <a:lnSpc>
                <a:spcPct val="163000"/>
              </a:lnSpc>
              <a:buNone/>
            </a:pPr>
            <a:r>
              <a:rPr lang="ja-JP" altLang="en-US" sz="1125" spc="34" kern="0" dirty="0">
                <a:solidFill>
                  <a:srgbClr val="5C5A50"/>
                </a:solidFill>
                <a:latin typeface="Noto Sans JP Medium" pitchFamily="34" charset="0"/>
                <a:ea typeface="Noto Sans JP Medium" pitchFamily="34" charset="-122"/>
                <a:cs typeface="Noto Sans JP Medium" pitchFamily="34" charset="-120"/>
              </a:rPr>
              <a:t>文化的矛盾</a:t>
            </a:r>
            <a:r>
              <a:rPr lang="ja-JP" altLang="en-US" sz="1165" spc="35" kern="0" dirty="0">
                <a:solidFill>
                  <a:srgbClr val="6E6B60"/>
                </a:solidFill>
                <a:latin typeface="Consolas" pitchFamily="34" charset="0"/>
                <a:ea typeface="Noto Sans JP" pitchFamily="34" charset="-122"/>
                <a:cs typeface="Consolas" pitchFamily="34" charset="-120"/>
              </a:rPr>
              <a:t>　</a:t>
            </a:r>
            <a:r>
              <a:rPr lang="ja-JP" altLang="en-US" sz="1050" spc="32" kern="0" dirty="0">
                <a:solidFill>
                  <a:srgbClr val="6E6B60"/>
                </a:solidFill>
                <a:latin typeface="Consolas" pitchFamily="34" charset="0"/>
                <a:ea typeface="Noto Sans JP" pitchFamily="34" charset="-122"/>
                <a:cs typeface="Consolas" pitchFamily="34" charset="-120"/>
              </a:rPr>
              <a:t>CULTURAL CONTRADICTION</a:t>
            </a:r>
            <a:endParaRPr lang="ja-JP" altLang="en-US" sz="1050" spc="32" kern="0" dirty="0">
              <a:solidFill>
                <a:srgbClr val="6E6B60"/>
              </a:solidFill>
              <a:latin typeface="Consolas" pitchFamily="34" charset="0"/>
              <a:ea typeface="Noto Sans JP" pitchFamily="34" charset="-122"/>
              <a:cs typeface="Consolas" pitchFamily="34" charset="-120"/>
            </a:endParaRPr>
          </a:p>
        </p:txBody>
      </p:sp>
      <p:sp>
        <p:nvSpPr>
          <p:cNvPr id="26" name="Shape 24"/>
          <p:cNvSpPr/>
          <p:nvPr/>
        </p:nvSpPr>
        <p:spPr>
          <a:xfrm>
            <a:off x="2971800" y="2508291"/>
            <a:ext cx="8305770" cy="19020"/>
          </a:xfrm>
          <a:prstGeom prst="rect">
            <a:avLst/>
          </a:prstGeom>
          <a:solidFill>
            <a:srgbClr val="4A5D3A"/>
          </a:solidFill>
          <a:ln>
            <a:noFill/>
          </a:ln>
        </p:spPr>
      </p:sp>
      <p:sp>
        <p:nvSpPr>
          <p:cNvPr id="27" name="Text 25"/>
          <p:cNvSpPr/>
          <p:nvPr/>
        </p:nvSpPr>
        <p:spPr>
          <a:xfrm>
            <a:off x="3009930" y="2765511"/>
            <a:ext cx="285750" cy="342900"/>
          </a:xfrm>
          <a:prstGeom prst="rect">
            <a:avLst/>
          </a:prstGeom>
          <a:noFill/>
          <a:ln>
            <a:noFill/>
          </a:ln>
        </p:spPr>
        <p:txBody>
          <a:bodyPr wrap="none" lIns="0" tIns="0" rIns="0" bIns="0" rtlCol="0" anchor="t"/>
          <a:lstStyle/>
          <a:p>
            <a:pPr algn="ctr" indent="0" marL="0">
              <a:lnSpc>
                <a:spcPct val="160000"/>
              </a:lnSpc>
              <a:buNone/>
            </a:pPr>
            <a:r>
              <a:rPr lang="en-US" sz="1125" spc="203" kern="0" dirty="0">
                <a:solidFill>
                  <a:srgbClr val="4A5D3A"/>
                </a:solidFill>
                <a:latin typeface="Consolas" pitchFamily="34" charset="0"/>
                <a:ea typeface="Noto Sans JP" pitchFamily="34" charset="-122"/>
                <a:cs typeface="Consolas" pitchFamily="34" charset="-120"/>
              </a:rPr>
              <a:t>02</a:t>
            </a:r>
            <a:endParaRPr lang="en-US" sz="1125" spc="203" kern="0" dirty="0">
              <a:solidFill>
                <a:srgbClr val="4A5D3A"/>
              </a:solidFill>
              <a:latin typeface="Consolas" pitchFamily="34" charset="0"/>
              <a:ea typeface="Noto Sans JP" pitchFamily="34" charset="-122"/>
              <a:cs typeface="Consolas" pitchFamily="34" charset="-120"/>
            </a:endParaRPr>
          </a:p>
        </p:txBody>
      </p:sp>
      <p:sp>
        <p:nvSpPr>
          <p:cNvPr id="28" name="Text 26"/>
          <p:cNvSpPr/>
          <p:nvPr/>
        </p:nvSpPr>
        <p:spPr>
          <a:xfrm>
            <a:off x="3638580" y="2684496"/>
            <a:ext cx="7639080" cy="514350"/>
          </a:xfrm>
          <a:prstGeom prst="rect">
            <a:avLst/>
          </a:prstGeom>
          <a:noFill/>
          <a:ln>
            <a:noFill/>
          </a:ln>
        </p:spPr>
        <p:txBody>
          <a:bodyPr wrap="none" lIns="0" tIns="0" rIns="0" bIns="0" rtlCol="0" anchor="t"/>
          <a:lstStyle/>
          <a:p>
            <a:pPr algn="l" indent="0" marL="0">
              <a:lnSpc>
                <a:spcPct val="140000"/>
              </a:lnSpc>
              <a:buNone/>
            </a:pPr>
            <a:r>
              <a:rPr lang="ja-JP" altLang="en-US" sz="2250" b="1" spc="45" kern="0" dirty="0">
                <a:solidFill>
                  <a:srgbClr val="4A5D3A"/>
                </a:solidFill>
                <a:latin typeface="Noto Sans JP" pitchFamily="34" charset="0"/>
                <a:ea typeface="Noto Sans JP" pitchFamily="34" charset="-122"/>
                <a:cs typeface="Noto Sans JP" pitchFamily="34" charset="-120"/>
              </a:rPr>
              <a:t>強いブランドは、そのズレを埋める</a:t>
            </a:r>
            <a:r>
              <a:rPr lang="ja-JP" altLang="en-US" sz="2250" b="1" spc="45" kern="0" dirty="0">
                <a:solidFill>
                  <a:srgbClr val="4A5D3A"/>
                </a:solidFill>
                <a:latin typeface="Noto Sans JP" pitchFamily="34" charset="0"/>
                <a:ea typeface="Noto Sans JP" pitchFamily="34" charset="-122"/>
                <a:cs typeface="Noto Sans JP" pitchFamily="34" charset="-120"/>
              </a:rPr>
              <a:t>物語</a:t>
            </a:r>
            <a:r>
              <a:rPr lang="ja-JP" altLang="en-US" sz="2250" b="1" spc="45" kern="0" dirty="0">
                <a:solidFill>
                  <a:srgbClr val="4A5D3A"/>
                </a:solidFill>
                <a:latin typeface="Noto Sans JP" pitchFamily="34" charset="0"/>
                <a:ea typeface="Noto Sans JP" pitchFamily="34" charset="-122"/>
                <a:cs typeface="Noto Sans JP" pitchFamily="34" charset="-120"/>
              </a:rPr>
              <a:t>を提供している</a:t>
            </a:r>
            <a:endParaRPr lang="ja-JP" altLang="en-US" sz="2250" b="1" spc="45" kern="0" dirty="0">
              <a:solidFill>
                <a:srgbClr val="4A5D3A"/>
              </a:solidFill>
              <a:latin typeface="Noto Sans JP" pitchFamily="34" charset="0"/>
              <a:ea typeface="Noto Sans JP" pitchFamily="34" charset="-122"/>
              <a:cs typeface="Noto Sans JP" pitchFamily="34" charset="-120"/>
            </a:endParaRPr>
          </a:p>
        </p:txBody>
      </p:sp>
      <p:sp>
        <p:nvSpPr>
          <p:cNvPr id="29" name="Shape 27"/>
          <p:cNvSpPr/>
          <p:nvPr/>
        </p:nvSpPr>
        <p:spPr>
          <a:xfrm>
            <a:off x="2971800" y="3213202"/>
            <a:ext cx="8305770" cy="9510"/>
          </a:xfrm>
          <a:prstGeom prst="rect">
            <a:avLst/>
          </a:prstGeom>
          <a:solidFill>
            <a:srgbClr val="DFDBD0"/>
          </a:solidFill>
          <a:ln>
            <a:noFill/>
          </a:ln>
        </p:spPr>
      </p:sp>
      <p:sp>
        <p:nvSpPr>
          <p:cNvPr id="30" name="Text 28"/>
          <p:cNvSpPr/>
          <p:nvPr/>
        </p:nvSpPr>
        <p:spPr>
          <a:xfrm>
            <a:off x="3009930" y="3384652"/>
            <a:ext cx="285750" cy="342900"/>
          </a:xfrm>
          <a:prstGeom prst="rect">
            <a:avLst/>
          </a:prstGeom>
          <a:noFill/>
          <a:ln>
            <a:noFill/>
          </a:ln>
        </p:spPr>
        <p:txBody>
          <a:bodyPr wrap="none" lIns="0" tIns="0" rIns="0" bIns="0" rtlCol="0" anchor="t"/>
          <a:lstStyle/>
          <a:p>
            <a:pPr algn="ctr" indent="0" marL="0">
              <a:lnSpc>
                <a:spcPct val="185000"/>
              </a:lnSpc>
              <a:buNone/>
            </a:pPr>
            <a:r>
              <a:rPr lang="en-US" sz="975" spc="176" kern="0" dirty="0">
                <a:solidFill>
                  <a:srgbClr val="4A5D3A"/>
                </a:solidFill>
                <a:latin typeface="Consolas" pitchFamily="34" charset="0"/>
                <a:ea typeface="Noto Sans JP" pitchFamily="34" charset="-122"/>
                <a:cs typeface="Consolas" pitchFamily="34" charset="-120"/>
              </a:rPr>
              <a:t>03</a:t>
            </a:r>
            <a:endParaRPr lang="en-US" sz="975" spc="176" kern="0" dirty="0">
              <a:solidFill>
                <a:srgbClr val="4A5D3A"/>
              </a:solidFill>
              <a:latin typeface="Consolas" pitchFamily="34" charset="0"/>
              <a:ea typeface="Noto Sans JP" pitchFamily="34" charset="-122"/>
              <a:cs typeface="Consolas" pitchFamily="34" charset="-120"/>
            </a:endParaRPr>
          </a:p>
        </p:txBody>
      </p:sp>
      <p:sp>
        <p:nvSpPr>
          <p:cNvPr id="31" name="Text 29"/>
          <p:cNvSpPr/>
          <p:nvPr/>
        </p:nvSpPr>
        <p:spPr>
          <a:xfrm>
            <a:off x="3638580" y="3351276"/>
            <a:ext cx="7639080" cy="412852"/>
          </a:xfrm>
          <a:prstGeom prst="rect">
            <a:avLst/>
          </a:prstGeom>
          <a:noFill/>
          <a:ln>
            <a:noFill/>
          </a:ln>
        </p:spPr>
        <p:txBody>
          <a:bodyPr wrap="none" lIns="0" tIns="0" rIns="0" bIns="0" rtlCol="0" anchor="t"/>
          <a:lstStyle/>
          <a:p>
            <a:pPr algn="l" indent="0" marL="0">
              <a:lnSpc>
                <a:spcPct val="163000"/>
              </a:lnSpc>
              <a:buNone/>
            </a:pPr>
            <a:r>
              <a:rPr lang="ja-JP" altLang="en-US" sz="1425" spc="43" kern="0" dirty="0">
                <a:solidFill>
                  <a:srgbClr val="33312A"/>
                </a:solidFill>
                <a:latin typeface="Noto Sans JP Medium" pitchFamily="34" charset="0"/>
                <a:ea typeface="Noto Sans JP Medium" pitchFamily="34" charset="-122"/>
                <a:cs typeface="Noto Sans JP Medium" pitchFamily="34" charset="-120"/>
              </a:rPr>
              <a:t>材料は、商業的でない場所から採ってくる</a:t>
            </a:r>
            <a:endParaRPr lang="ja-JP" altLang="en-US" sz="1425" spc="43" kern="0" dirty="0">
              <a:solidFill>
                <a:srgbClr val="33312A"/>
              </a:solidFill>
              <a:latin typeface="Noto Sans JP Medium" pitchFamily="34" charset="0"/>
              <a:ea typeface="Noto Sans JP Medium" pitchFamily="34" charset="-122"/>
              <a:cs typeface="Noto Sans JP Medium" pitchFamily="34" charset="-120"/>
            </a:endParaRPr>
          </a:p>
        </p:txBody>
      </p:sp>
      <p:sp>
        <p:nvSpPr>
          <p:cNvPr id="32" name="Shape 30"/>
          <p:cNvSpPr/>
          <p:nvPr/>
        </p:nvSpPr>
        <p:spPr>
          <a:xfrm>
            <a:off x="2971800" y="3768974"/>
            <a:ext cx="8305770" cy="9510"/>
          </a:xfrm>
          <a:prstGeom prst="rect">
            <a:avLst/>
          </a:prstGeom>
          <a:solidFill>
            <a:srgbClr val="DFDBD0"/>
          </a:solidFill>
          <a:ln>
            <a:noFill/>
          </a:ln>
        </p:spPr>
      </p:sp>
      <p:sp>
        <p:nvSpPr>
          <p:cNvPr id="33" name="Text 31"/>
          <p:cNvSpPr/>
          <p:nvPr/>
        </p:nvSpPr>
        <p:spPr>
          <a:xfrm>
            <a:off x="3009930" y="3940424"/>
            <a:ext cx="285750" cy="342900"/>
          </a:xfrm>
          <a:prstGeom prst="rect">
            <a:avLst/>
          </a:prstGeom>
          <a:noFill/>
          <a:ln>
            <a:noFill/>
          </a:ln>
        </p:spPr>
        <p:txBody>
          <a:bodyPr wrap="none" lIns="0" tIns="0" rIns="0" bIns="0" rtlCol="0" anchor="t"/>
          <a:lstStyle/>
          <a:p>
            <a:pPr algn="ctr" indent="0" marL="0">
              <a:lnSpc>
                <a:spcPct val="185000"/>
              </a:lnSpc>
              <a:buNone/>
            </a:pPr>
            <a:r>
              <a:rPr lang="en-US" sz="975" spc="176" kern="0" dirty="0">
                <a:solidFill>
                  <a:srgbClr val="4A5D3A"/>
                </a:solidFill>
                <a:latin typeface="Consolas" pitchFamily="34" charset="0"/>
                <a:ea typeface="Noto Sans JP" pitchFamily="34" charset="-122"/>
                <a:cs typeface="Consolas" pitchFamily="34" charset="-120"/>
              </a:rPr>
              <a:t>04</a:t>
            </a:r>
            <a:endParaRPr lang="en-US" sz="975" spc="176" kern="0" dirty="0">
              <a:solidFill>
                <a:srgbClr val="4A5D3A"/>
              </a:solidFill>
              <a:latin typeface="Consolas" pitchFamily="34" charset="0"/>
              <a:ea typeface="Noto Sans JP" pitchFamily="34" charset="-122"/>
              <a:cs typeface="Consolas" pitchFamily="34" charset="-120"/>
            </a:endParaRPr>
          </a:p>
        </p:txBody>
      </p:sp>
      <p:sp>
        <p:nvSpPr>
          <p:cNvPr id="34" name="Text 32"/>
          <p:cNvSpPr/>
          <p:nvPr/>
        </p:nvSpPr>
        <p:spPr>
          <a:xfrm>
            <a:off x="3638580" y="3907048"/>
            <a:ext cx="7639080" cy="412852"/>
          </a:xfrm>
          <a:prstGeom prst="rect">
            <a:avLst/>
          </a:prstGeom>
          <a:noFill/>
          <a:ln>
            <a:noFill/>
          </a:ln>
        </p:spPr>
        <p:txBody>
          <a:bodyPr wrap="none" lIns="0" tIns="0" rIns="0" bIns="0" rtlCol="0" anchor="t"/>
          <a:lstStyle/>
          <a:p>
            <a:pPr algn="l" indent="0" marL="0">
              <a:lnSpc>
                <a:spcPct val="163000"/>
              </a:lnSpc>
              <a:buNone/>
            </a:pPr>
            <a:r>
              <a:rPr lang="ja-JP" altLang="en-US" sz="1425" spc="43" kern="0" dirty="0">
                <a:solidFill>
                  <a:srgbClr val="33312A"/>
                </a:solidFill>
                <a:latin typeface="Noto Sans JP Medium" pitchFamily="34" charset="0"/>
                <a:ea typeface="Noto Sans JP Medium" pitchFamily="34" charset="-122"/>
                <a:cs typeface="Noto Sans JP Medium" pitchFamily="34" charset="-120"/>
              </a:rPr>
              <a:t>物語には</a:t>
            </a:r>
            <a:r>
              <a:rPr lang="ja-JP" altLang="en-US" sz="1425" b="1" spc="43" kern="0" dirty="0">
                <a:solidFill>
                  <a:srgbClr val="4A5D3A"/>
                </a:solidFill>
                <a:latin typeface="Noto Sans JP" pitchFamily="34" charset="0"/>
                <a:ea typeface="Noto Sans JP" pitchFamily="34" charset="-122"/>
                <a:cs typeface="Noto Sans JP" pitchFamily="34" charset="-120"/>
              </a:rPr>
              <a:t>賞味期限</a:t>
            </a:r>
            <a:r>
              <a:rPr lang="ja-JP" altLang="en-US" sz="1425" spc="43" kern="0" dirty="0">
                <a:solidFill>
                  <a:srgbClr val="33312A"/>
                </a:solidFill>
                <a:latin typeface="Noto Sans JP Medium" pitchFamily="34" charset="0"/>
                <a:ea typeface="Noto Sans JP Medium" pitchFamily="34" charset="-122"/>
                <a:cs typeface="Noto Sans JP Medium" pitchFamily="34" charset="-120"/>
              </a:rPr>
              <a:t>がある</a:t>
            </a:r>
            <a:endParaRPr lang="ja-JP" altLang="en-US" sz="1425" spc="43" kern="0" dirty="0">
              <a:solidFill>
                <a:srgbClr val="33312A"/>
              </a:solidFill>
              <a:latin typeface="Noto Sans JP Medium" pitchFamily="34" charset="0"/>
              <a:ea typeface="Noto Sans JP Medium" pitchFamily="34" charset="-122"/>
              <a:cs typeface="Noto Sans JP Medium" pitchFamily="34" charset="-120"/>
            </a:endParaRPr>
          </a:p>
        </p:txBody>
      </p:sp>
      <p:sp>
        <p:nvSpPr>
          <p:cNvPr id="35" name="Shape 33"/>
          <p:cNvSpPr/>
          <p:nvPr/>
        </p:nvSpPr>
        <p:spPr>
          <a:xfrm>
            <a:off x="914400" y="4476720"/>
            <a:ext cx="10363170" cy="9510"/>
          </a:xfrm>
          <a:prstGeom prst="rect">
            <a:avLst/>
          </a:prstGeom>
          <a:solidFill>
            <a:srgbClr val="C9C4B8"/>
          </a:solidFill>
          <a:ln>
            <a:noFill/>
          </a:ln>
        </p:spPr>
      </p:sp>
      <p:sp>
        <p:nvSpPr>
          <p:cNvPr id="36" name="Shape 34"/>
          <p:cNvSpPr/>
          <p:nvPr/>
        </p:nvSpPr>
        <p:spPr>
          <a:xfrm>
            <a:off x="10858500" y="4467210"/>
            <a:ext cx="419070" cy="28621"/>
          </a:xfrm>
          <a:prstGeom prst="rect">
            <a:avLst/>
          </a:prstGeom>
          <a:solidFill>
            <a:srgbClr val="4A5D3A"/>
          </a:solidFill>
          <a:ln>
            <a:noFill/>
          </a:ln>
        </p:spPr>
      </p:sp>
      <p:sp>
        <p:nvSpPr>
          <p:cNvPr id="37" name="Shape 35"/>
          <p:cNvSpPr/>
          <p:nvPr/>
        </p:nvSpPr>
        <p:spPr>
          <a:xfrm>
            <a:off x="10777758" y="4762470"/>
            <a:ext cx="190470" cy="19020"/>
          </a:xfrm>
          <a:prstGeom prst="rect">
            <a:avLst/>
          </a:prstGeom>
          <a:solidFill>
            <a:srgbClr val="4A5D3A"/>
          </a:solidFill>
          <a:ln>
            <a:noFill/>
          </a:ln>
        </p:spPr>
      </p:sp>
      <p:sp>
        <p:nvSpPr>
          <p:cNvPr id="38" name="Text 36"/>
          <p:cNvSpPr/>
          <p:nvPr/>
        </p:nvSpPr>
        <p:spPr>
          <a:xfrm>
            <a:off x="10968228" y="4762470"/>
            <a:ext cx="309342" cy="314371"/>
          </a:xfrm>
          <a:prstGeom prst="rect">
            <a:avLst/>
          </a:prstGeom>
          <a:noFill/>
          <a:ln>
            <a:noFill/>
          </a:ln>
        </p:spPr>
        <p:txBody>
          <a:bodyPr wrap="none" lIns="0" tIns="0" rIns="0" bIns="0" rtlCol="0" anchor="t"/>
          <a:lstStyle/>
          <a:p>
            <a:pPr algn="r" indent="0" marL="0">
              <a:lnSpc>
                <a:spcPct val="150000"/>
              </a:lnSpc>
              <a:buNone/>
            </a:pPr>
            <a:r>
              <a:rPr lang="ja-JP" altLang="en-US" sz="1050" spc="168" kern="0" dirty="0">
                <a:solidFill>
                  <a:srgbClr val="4A5D3A"/>
                </a:solidFill>
                <a:latin typeface="Noto Sans JP" pitchFamily="34" charset="0"/>
                <a:ea typeface="Noto Sans JP" pitchFamily="34" charset="-122"/>
                <a:cs typeface="Noto Sans JP" pitchFamily="34" charset="-120"/>
              </a:rPr>
              <a:t>含意</a:t>
            </a:r>
            <a:endParaRPr lang="ja-JP" altLang="en-US" sz="1050" spc="168" kern="0" dirty="0">
              <a:solidFill>
                <a:srgbClr val="4A5D3A"/>
              </a:solidFill>
              <a:latin typeface="Noto Sans JP" pitchFamily="34" charset="0"/>
              <a:ea typeface="Noto Sans JP" pitchFamily="34" charset="-122"/>
              <a:cs typeface="Noto Sans JP" pitchFamily="34" charset="-120"/>
            </a:endParaRPr>
          </a:p>
        </p:txBody>
      </p:sp>
      <p:sp>
        <p:nvSpPr>
          <p:cNvPr id="39" name="Text 37"/>
          <p:cNvSpPr/>
          <p:nvPr/>
        </p:nvSpPr>
        <p:spPr>
          <a:xfrm>
            <a:off x="4257721" y="5105370"/>
            <a:ext cx="7019940" cy="1000171"/>
          </a:xfrm>
          <a:prstGeom prst="rect">
            <a:avLst/>
          </a:prstGeom>
          <a:noFill/>
          <a:ln>
            <a:noFill/>
          </a:ln>
        </p:spPr>
        <p:txBody>
          <a:bodyPr wrap="square" lIns="0" tIns="0" rIns="0" bIns="0" rtlCol="0" anchor="t"/>
          <a:lstStyle/>
          <a:p>
            <a:pPr algn="r" indent="0" marL="0">
              <a:lnSpc>
                <a:spcPct val="157000"/>
              </a:lnSpc>
              <a:buNone/>
            </a:pPr>
            <a:r>
              <a:rPr lang="ja-JP" altLang="en-US" sz="2250" spc="45" kern="0" dirty="0">
                <a:solidFill>
                  <a:srgbClr val="5C5A50"/>
                </a:solidFill>
                <a:latin typeface="Noto Serif JP" pitchFamily="34" charset="0"/>
                <a:ea typeface="Noto Serif JP" pitchFamily="34" charset="-122"/>
                <a:cs typeface="Noto Serif JP" pitchFamily="34" charset="-120"/>
              </a:rPr>
              <a:t>「ブランドは一貫性が大事」</a:t>
            </a:r>
            <a:r>
              <a:rPr lang="ja-JP" altLang="en-US" sz="2250" spc="45" kern="0" dirty="0">
                <a:solidFill>
                  <a:srgbClr val="1B1A16"/>
                </a:solidFill>
                <a:latin typeface="Noto Serif JP Medium" pitchFamily="34" charset="0"/>
                <a:ea typeface="Noto Serif JP Medium" pitchFamily="34" charset="-122"/>
                <a:cs typeface="Noto Serif JP Medium" pitchFamily="34" charset="-120"/>
              </a:rPr>
              <a:t>という前提そのものが、</a:t>
            </a:r>
            <a:endParaRPr lang="ja-JP" altLang="en-US" sz="2250" spc="45" kern="0" dirty="0">
              <a:solidFill>
                <a:srgbClr val="1B1A16"/>
              </a:solidFill>
              <a:latin typeface="Noto Serif JP Medium" pitchFamily="34" charset="0"/>
              <a:ea typeface="Noto Serif JP Medium" pitchFamily="34" charset="-122"/>
              <a:cs typeface="Noto Serif JP Medium" pitchFamily="34" charset="-120"/>
            </a:endParaRPr>
          </a:p>
          <a:p>
            <a:pPr algn="r" indent="0" marL="0">
              <a:lnSpc>
                <a:spcPct val="157000"/>
              </a:lnSpc>
              <a:buNone/>
            </a:pPr>
            <a:r>
              <a:rPr lang="ja-JP" altLang="en-US" sz="2250" spc="45" kern="0" dirty="0">
                <a:solidFill>
                  <a:srgbClr val="1B1A16"/>
                </a:solidFill>
                <a:latin typeface="Noto Serif JP Medium" pitchFamily="34" charset="0"/>
                <a:ea typeface="Noto Serif JP Medium" pitchFamily="34" charset="-122"/>
                <a:cs typeface="Noto Serif JP Medium" pitchFamily="34" charset="-120"/>
              </a:rPr>
              <a:t>衰退の原因になり得る。</a:t>
            </a:r>
            <a:endParaRPr lang="ja-JP" altLang="en-US" sz="2250" spc="45" kern="0" dirty="0">
              <a:solidFill>
                <a:srgbClr val="1B1A16"/>
              </a:solidFill>
              <a:latin typeface="Noto Serif JP Medium" pitchFamily="34" charset="0"/>
              <a:ea typeface="Noto Serif JP Medium" pitchFamily="34" charset="-122"/>
              <a:cs typeface="Noto Serif JP Medium" pitchFamily="34" charset="-120"/>
            </a:endParaRPr>
          </a:p>
        </p:txBody>
      </p:sp>
      <p:sp>
        <p:nvSpPr>
          <p:cNvPr id="40" name="Text 38"/>
          <p:cNvSpPr/>
          <p:nvPr/>
        </p:nvSpPr>
        <p:spPr>
          <a:xfrm>
            <a:off x="914400" y="5772150"/>
            <a:ext cx="6762720" cy="653339"/>
          </a:xfrm>
          <a:prstGeom prst="rect">
            <a:avLst/>
          </a:prstGeom>
          <a:noFill/>
          <a:ln>
            <a:noFill/>
          </a:ln>
        </p:spPr>
        <p:txBody>
          <a:bodyPr wrap="square" lIns="0" tIns="0" rIns="0" bIns="0" rtlCol="0" anchor="t"/>
          <a:lstStyle/>
          <a:p>
            <a:pPr algn="l" indent="0" marL="0">
              <a:lnSpc>
                <a:spcPct val="173000"/>
              </a:lnSpc>
              <a:buNone/>
            </a:pPr>
            <a:r>
              <a:rPr lang="ja-JP" altLang="en-US" sz="975" dirty="0">
                <a:solidFill>
                  <a:srgbClr val="6E6B60"/>
                </a:solidFill>
                <a:latin typeface="Consolas" pitchFamily="34" charset="0"/>
                <a:ea typeface="Noto Sans JP" pitchFamily="34" charset="-122"/>
                <a:cs typeface="Consolas" pitchFamily="34" charset="-120"/>
              </a:rPr>
              <a:t>HARVARD BUSINESS SCHOOL PRESS, 2004｜ISBN 978-1-57851-774-9</a:t>
            </a:r>
            <a:endParaRPr lang="ja-JP" altLang="en-US" sz="975" dirty="0">
              <a:solidFill>
                <a:srgbClr val="6E6B60"/>
              </a:solidFill>
              <a:latin typeface="Consolas" pitchFamily="34" charset="0"/>
              <a:ea typeface="Noto Sans JP" pitchFamily="34" charset="-122"/>
              <a:cs typeface="Consolas" pitchFamily="34" charset="-120"/>
            </a:endParaRPr>
          </a:p>
          <a:p>
            <a:pPr algn="l" indent="0" marL="0">
              <a:lnSpc>
                <a:spcPct val="173000"/>
              </a:lnSpc>
              <a:buNone/>
            </a:pPr>
            <a:r>
              <a:rPr lang="ja-JP" altLang="en-US" sz="1125" dirty="0">
                <a:solidFill>
                  <a:srgbClr val="5C5A50"/>
                </a:solidFill>
                <a:latin typeface="Noto Sans JP" pitchFamily="34" charset="0"/>
                <a:ea typeface="Noto Sans JP" pitchFamily="34" charset="-122"/>
                <a:cs typeface="Noto Sans JP" pitchFamily="34" charset="-120"/>
              </a:rPr>
              <a:t>英語の原著は、いまも新品で買える（</a:t>
            </a:r>
            <a:r>
              <a:rPr lang="ja-JP" altLang="en-US" sz="1125" b="1" dirty="0">
                <a:solidFill>
                  <a:srgbClr val="4A5D3A"/>
                </a:solidFill>
                <a:latin typeface="Noto Sans JP" pitchFamily="34" charset="0"/>
                <a:ea typeface="Noto Sans JP" pitchFamily="34" charset="-122"/>
                <a:cs typeface="Noto Sans JP" pitchFamily="34" charset="-120"/>
              </a:rPr>
              <a:t>US$38</a:t>
            </a:r>
            <a:r>
              <a:rPr lang="ja-JP" altLang="en-US" sz="1125" dirty="0">
                <a:solidFill>
                  <a:srgbClr val="5C5A50"/>
                </a:solidFill>
                <a:latin typeface="Noto Sans JP" pitchFamily="34" charset="0"/>
                <a:ea typeface="Noto Sans JP" pitchFamily="34" charset="-122"/>
                <a:cs typeface="Noto Sans JP" pitchFamily="34" charset="-120"/>
              </a:rPr>
              <a:t>）。邦訳（ランダムハウス講談社, 2005）は古書のみ。 </a:t>
            </a:r>
            <a:r>
              <a:rPr lang="ja-JP" altLang="en-US" sz="975" dirty="0">
                <a:solidFill>
                  <a:srgbClr val="6E6B60"/>
                </a:solidFill>
                <a:latin typeface="Consolas" pitchFamily="34" charset="0"/>
                <a:ea typeface="Noto Sans JP" pitchFamily="34" charset="-122"/>
                <a:cs typeface="Consolas" pitchFamily="34" charset="-120"/>
              </a:rPr>
              <a:t>→ A6</a:t>
            </a:r>
            <a:endParaRPr lang="ja-JP" altLang="en-US" sz="975" dirty="0">
              <a:solidFill>
                <a:srgbClr val="6E6B60"/>
              </a:solidFill>
              <a:latin typeface="Consolas" pitchFamily="34" charset="0"/>
              <a:ea typeface="Noto Sans JP" pitchFamily="34" charset="-122"/>
              <a:cs typeface="Consolas" pitchFamily="34" charset="-120"/>
            </a:endParaRPr>
          </a:p>
        </p:txBody>
      </p:sp>
      <p:sp>
        <p:nvSpPr>
          <p:cNvPr id="41" name="Shape 39"/>
          <p:cNvSpPr/>
          <p:nvPr/>
        </p:nvSpPr>
        <p:spPr>
          <a:xfrm>
            <a:off x="914400" y="790590"/>
            <a:ext cx="533370" cy="28621"/>
          </a:xfrm>
          <a:prstGeom prst="rect">
            <a:avLst/>
          </a:prstGeom>
          <a:solidFill>
            <a:srgbClr val="4A5D3A"/>
          </a:solidFill>
          <a:ln>
            <a:noFill/>
          </a:ln>
        </p:spPr>
      </p:sp>
      <p:sp>
        <p:nvSpPr>
          <p:cNvPr id="42" name="Text 40"/>
          <p:cNvSpPr/>
          <p:nvPr/>
        </p:nvSpPr>
        <p:spPr>
          <a:xfrm>
            <a:off x="8420070" y="6362670"/>
            <a:ext cx="2857500" cy="209580"/>
          </a:xfrm>
          <a:prstGeom prst="rect">
            <a:avLst/>
          </a:prstGeom>
          <a:noFill/>
          <a:ln>
            <a:noFill/>
          </a:ln>
        </p:spPr>
        <p:txBody>
          <a:bodyPr wrap="square" lIns="0" tIns="0" rIns="0" bIns="0" rtlCol="0" anchor="t"/>
          <a:lstStyle/>
          <a:p>
            <a:pPr algn="r" indent="0" marL="0">
              <a:buNone/>
            </a:pPr>
            <a:r>
              <a:rPr lang="en-US" sz="975" spc="160" kern="0" dirty="0">
                <a:solidFill>
                  <a:srgbClr val="6E6B60"/>
                </a:solidFill>
                <a:latin typeface="Consolas" pitchFamily="34" charset="0"/>
                <a:ea typeface="Noto Sans JP" pitchFamily="34" charset="-122"/>
                <a:cs typeface="Consolas" pitchFamily="34" charset="-120"/>
              </a:rPr>
              <a:t>15 / 23</a:t>
            </a:r>
            <a:endParaRPr lang="en-US" sz="975" spc="160" kern="0" dirty="0">
              <a:solidFill>
                <a:srgbClr val="6E6B60"/>
              </a:solidFill>
              <a:latin typeface="Consolas" pitchFamily="34" charset="0"/>
              <a:ea typeface="Noto Sans JP" pitchFamily="34" charset="-122"/>
              <a:cs typeface="Consolas" pitchFamily="34" charset="-12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3581430" y="5219670"/>
            <a:ext cx="619140" cy="247620"/>
          </a:xfrm>
          <a:custGeom>
            <a:avLst/>
            <a:gdLst/>
            <a:ahLst/>
            <a:cxnLst/>
            <a:rect l="l" t="t" r="r" b="b"/>
            <a:pathLst>
              <a:path w="619140" h="247620">
                <a:moveTo>
                  <a:pt x="0" y="0"/>
                </a:moveTo>
                <a:lnTo>
                  <a:pt x="619140" y="0"/>
                </a:lnTo>
                <a:lnTo>
                  <a:pt x="619140" y="247620"/>
                </a:lnTo>
                <a:lnTo>
                  <a:pt x="0" y="247620"/>
                </a:lnTo>
                <a:close/>
              </a:path>
            </a:pathLst>
          </a:custGeom>
          <a:noFill/>
          <a:ln w="14288">
            <a:solidFill>
              <a:srgbClr val="6E6B60"/>
            </a:solidFill>
            <a:prstDash val="dash"/>
          </a:ln>
        </p:spPr>
      </p:sp>
      <p:sp>
        <p:nvSpPr>
          <p:cNvPr id="3" name="Shape 1"/>
          <p:cNvSpPr/>
          <p:nvPr/>
        </p:nvSpPr>
        <p:spPr>
          <a:xfrm>
            <a:off x="3581430" y="5543550"/>
            <a:ext cx="2247870" cy="76170"/>
          </a:xfrm>
          <a:custGeom>
            <a:avLst/>
            <a:gdLst/>
            <a:ahLst/>
            <a:cxnLst/>
            <a:rect l="l" t="t" r="r" b="b"/>
            <a:pathLst>
              <a:path w="2247870" h="76170">
                <a:moveTo>
                  <a:pt x="0" y="76170"/>
                </a:moveTo>
                <a:lnTo>
                  <a:pt x="0" y="0"/>
                </a:lnTo>
                <a:lnTo>
                  <a:pt x="76170" y="0"/>
                </a:lnTo>
                <a:lnTo>
                  <a:pt x="228600" y="0"/>
                </a:lnTo>
                <a:lnTo>
                  <a:pt x="371521" y="0"/>
                </a:lnTo>
                <a:lnTo>
                  <a:pt x="523860" y="0"/>
                </a:lnTo>
                <a:lnTo>
                  <a:pt x="676290" y="0"/>
                </a:lnTo>
                <a:lnTo>
                  <a:pt x="828721" y="0"/>
                </a:lnTo>
                <a:lnTo>
                  <a:pt x="971550" y="0"/>
                </a:lnTo>
                <a:lnTo>
                  <a:pt x="1123980" y="0"/>
                </a:lnTo>
                <a:lnTo>
                  <a:pt x="1276320" y="0"/>
                </a:lnTo>
                <a:lnTo>
                  <a:pt x="1428750" y="0"/>
                </a:lnTo>
                <a:lnTo>
                  <a:pt x="1571671" y="0"/>
                </a:lnTo>
                <a:lnTo>
                  <a:pt x="1724010" y="0"/>
                </a:lnTo>
                <a:lnTo>
                  <a:pt x="1876440" y="0"/>
                </a:lnTo>
                <a:lnTo>
                  <a:pt x="2028871" y="0"/>
                </a:lnTo>
                <a:lnTo>
                  <a:pt x="2171700" y="0"/>
                </a:lnTo>
                <a:lnTo>
                  <a:pt x="2247870" y="0"/>
                </a:lnTo>
                <a:lnTo>
                  <a:pt x="2247870" y="76170"/>
                </a:lnTo>
              </a:path>
            </a:pathLst>
          </a:custGeom>
          <a:noFill/>
          <a:ln w="14288">
            <a:solidFill>
              <a:srgbClr val="6E6B60"/>
            </a:solidFill>
            <a:prstDash val="dash"/>
          </a:ln>
        </p:spPr>
      </p:sp>
      <p:sp>
        <p:nvSpPr>
          <p:cNvPr id="4" name="Shape 2"/>
          <p:cNvSpPr/>
          <p:nvPr/>
        </p:nvSpPr>
        <p:spPr>
          <a:xfrm>
            <a:off x="6153180" y="5219670"/>
            <a:ext cx="704820" cy="247620"/>
          </a:xfrm>
          <a:custGeom>
            <a:avLst/>
            <a:gdLst/>
            <a:ahLst/>
            <a:cxnLst/>
            <a:rect l="l" t="t" r="r" b="b"/>
            <a:pathLst>
              <a:path w="704820" h="247620">
                <a:moveTo>
                  <a:pt x="0" y="0"/>
                </a:moveTo>
                <a:lnTo>
                  <a:pt x="704820" y="0"/>
                </a:lnTo>
                <a:lnTo>
                  <a:pt x="704820" y="247620"/>
                </a:lnTo>
                <a:lnTo>
                  <a:pt x="0" y="247620"/>
                </a:lnTo>
                <a:close/>
              </a:path>
            </a:pathLst>
          </a:custGeom>
          <a:noFill/>
          <a:ln w="14288">
            <a:solidFill>
              <a:srgbClr val="4A5D3A"/>
            </a:solidFill>
            <a:prstDash val="solid"/>
          </a:ln>
        </p:spPr>
      </p:sp>
      <p:sp>
        <p:nvSpPr>
          <p:cNvPr id="5" name="Shape 3"/>
          <p:cNvSpPr/>
          <p:nvPr/>
        </p:nvSpPr>
        <p:spPr>
          <a:xfrm>
            <a:off x="6248370" y="5276820"/>
            <a:ext cx="95280" cy="133320"/>
          </a:xfrm>
          <a:custGeom>
            <a:avLst/>
            <a:gdLst/>
            <a:ahLst/>
            <a:cxnLst/>
            <a:rect l="l" t="t" r="r" b="b"/>
            <a:pathLst>
              <a:path w="95280" h="133320">
                <a:moveTo>
                  <a:pt x="0" y="0"/>
                </a:moveTo>
                <a:lnTo>
                  <a:pt x="95280" y="0"/>
                </a:lnTo>
                <a:lnTo>
                  <a:pt x="95280" y="133320"/>
                </a:lnTo>
                <a:lnTo>
                  <a:pt x="0" y="133320"/>
                </a:lnTo>
                <a:close/>
              </a:path>
            </a:pathLst>
          </a:custGeom>
          <a:noFill/>
          <a:ln w="14288">
            <a:solidFill>
              <a:srgbClr val="4A5D3A"/>
            </a:solidFill>
            <a:prstDash val="solid"/>
          </a:ln>
        </p:spPr>
      </p:sp>
      <p:sp>
        <p:nvSpPr>
          <p:cNvPr id="6" name="Shape 4"/>
          <p:cNvSpPr/>
          <p:nvPr/>
        </p:nvSpPr>
        <p:spPr>
          <a:xfrm>
            <a:off x="6276990" y="5276820"/>
            <a:ext cx="0" cy="133320"/>
          </a:xfrm>
          <a:prstGeom prst="line">
            <a:avLst/>
          </a:prstGeom>
          <a:noFill/>
          <a:ln w="14288">
            <a:solidFill>
              <a:srgbClr val="4A5D3A"/>
            </a:solidFill>
            <a:prstDash val="solid"/>
          </a:ln>
        </p:spPr>
      </p:sp>
      <p:sp>
        <p:nvSpPr>
          <p:cNvPr id="7" name="Shape 5"/>
          <p:cNvSpPr/>
          <p:nvPr/>
        </p:nvSpPr>
        <p:spPr>
          <a:xfrm>
            <a:off x="6153180" y="5543550"/>
            <a:ext cx="5124480" cy="76170"/>
          </a:xfrm>
          <a:custGeom>
            <a:avLst/>
            <a:gdLst/>
            <a:ahLst/>
            <a:cxnLst/>
            <a:rect l="l" t="t" r="r" b="b"/>
            <a:pathLst>
              <a:path w="5124480" h="76170">
                <a:moveTo>
                  <a:pt x="0" y="76170"/>
                </a:moveTo>
                <a:lnTo>
                  <a:pt x="0" y="0"/>
                </a:lnTo>
                <a:lnTo>
                  <a:pt x="76170" y="0"/>
                </a:lnTo>
                <a:lnTo>
                  <a:pt x="228600" y="0"/>
                </a:lnTo>
                <a:lnTo>
                  <a:pt x="371521" y="0"/>
                </a:lnTo>
                <a:lnTo>
                  <a:pt x="523860" y="0"/>
                </a:lnTo>
                <a:lnTo>
                  <a:pt x="676290" y="0"/>
                </a:lnTo>
                <a:lnTo>
                  <a:pt x="828721" y="0"/>
                </a:lnTo>
                <a:lnTo>
                  <a:pt x="981060" y="0"/>
                </a:lnTo>
                <a:lnTo>
                  <a:pt x="1133490" y="0"/>
                </a:lnTo>
                <a:lnTo>
                  <a:pt x="1276320" y="0"/>
                </a:lnTo>
                <a:lnTo>
                  <a:pt x="1428750" y="0"/>
                </a:lnTo>
                <a:lnTo>
                  <a:pt x="1581180" y="0"/>
                </a:lnTo>
                <a:lnTo>
                  <a:pt x="1733520" y="0"/>
                </a:lnTo>
                <a:lnTo>
                  <a:pt x="1885950" y="0"/>
                </a:lnTo>
                <a:lnTo>
                  <a:pt x="2038380" y="0"/>
                </a:lnTo>
                <a:lnTo>
                  <a:pt x="2181210" y="0"/>
                </a:lnTo>
                <a:lnTo>
                  <a:pt x="2333640" y="0"/>
                </a:lnTo>
                <a:lnTo>
                  <a:pt x="2486071" y="0"/>
                </a:lnTo>
                <a:lnTo>
                  <a:pt x="2638410" y="0"/>
                </a:lnTo>
                <a:lnTo>
                  <a:pt x="2790840" y="0"/>
                </a:lnTo>
                <a:lnTo>
                  <a:pt x="2943271" y="0"/>
                </a:lnTo>
                <a:lnTo>
                  <a:pt x="3086100" y="0"/>
                </a:lnTo>
                <a:lnTo>
                  <a:pt x="3238530" y="0"/>
                </a:lnTo>
                <a:lnTo>
                  <a:pt x="3390870" y="0"/>
                </a:lnTo>
                <a:lnTo>
                  <a:pt x="3543300" y="0"/>
                </a:lnTo>
                <a:lnTo>
                  <a:pt x="3695730" y="0"/>
                </a:lnTo>
                <a:lnTo>
                  <a:pt x="3848070" y="0"/>
                </a:lnTo>
                <a:lnTo>
                  <a:pt x="3990990" y="0"/>
                </a:lnTo>
                <a:lnTo>
                  <a:pt x="4143421" y="0"/>
                </a:lnTo>
                <a:lnTo>
                  <a:pt x="4295760" y="0"/>
                </a:lnTo>
                <a:lnTo>
                  <a:pt x="4448190" y="0"/>
                </a:lnTo>
                <a:lnTo>
                  <a:pt x="4600621" y="0"/>
                </a:lnTo>
                <a:lnTo>
                  <a:pt x="4752960" y="0"/>
                </a:lnTo>
                <a:lnTo>
                  <a:pt x="4895880" y="0"/>
                </a:lnTo>
                <a:lnTo>
                  <a:pt x="5048220" y="0"/>
                </a:lnTo>
                <a:lnTo>
                  <a:pt x="5124480" y="0"/>
                </a:lnTo>
                <a:lnTo>
                  <a:pt x="5124480" y="76170"/>
                </a:lnTo>
              </a:path>
            </a:pathLst>
          </a:custGeom>
          <a:noFill/>
          <a:ln w="14288">
            <a:solidFill>
              <a:srgbClr val="4A5D3A"/>
            </a:solidFill>
            <a:prstDash val="solid"/>
          </a:ln>
        </p:spPr>
      </p:sp>
      <p:sp>
        <p:nvSpPr>
          <p:cNvPr id="8" name="Shape 6"/>
          <p:cNvSpPr/>
          <p:nvPr/>
        </p:nvSpPr>
        <p:spPr>
          <a:xfrm>
            <a:off x="3581430" y="6000750"/>
            <a:ext cx="5143500" cy="0"/>
          </a:xfrm>
          <a:prstGeom prst="line">
            <a:avLst/>
          </a:prstGeom>
          <a:noFill/>
          <a:ln w="14288">
            <a:solidFill>
              <a:srgbClr val="33312A"/>
            </a:solidFill>
            <a:prstDash val="solid"/>
          </a:ln>
        </p:spPr>
      </p:sp>
      <p:sp>
        <p:nvSpPr>
          <p:cNvPr id="9" name="Shape 7"/>
          <p:cNvSpPr/>
          <p:nvPr/>
        </p:nvSpPr>
        <p:spPr>
          <a:xfrm>
            <a:off x="8724930" y="6000750"/>
            <a:ext cx="2552730" cy="0"/>
          </a:xfrm>
          <a:prstGeom prst="line">
            <a:avLst/>
          </a:prstGeom>
          <a:noFill/>
          <a:ln w="14288">
            <a:solidFill>
              <a:srgbClr val="C9C4B8"/>
            </a:solidFill>
            <a:prstDash val="sysDot"/>
          </a:ln>
        </p:spPr>
      </p:sp>
      <p:sp>
        <p:nvSpPr>
          <p:cNvPr id="10" name="Shape 8"/>
          <p:cNvSpPr/>
          <p:nvPr/>
        </p:nvSpPr>
        <p:spPr>
          <a:xfrm>
            <a:off x="3533790" y="5953110"/>
            <a:ext cx="95280" cy="95280"/>
          </a:xfrm>
          <a:prstGeom prst="ellipse">
            <a:avLst/>
          </a:prstGeom>
          <a:solidFill>
            <a:srgbClr val="33312A"/>
          </a:solidFill>
          <a:ln>
            <a:noFill/>
          </a:ln>
        </p:spPr>
      </p:sp>
      <p:sp>
        <p:nvSpPr>
          <p:cNvPr id="11" name="Shape 9"/>
          <p:cNvSpPr/>
          <p:nvPr/>
        </p:nvSpPr>
        <p:spPr>
          <a:xfrm>
            <a:off x="6105540" y="5953110"/>
            <a:ext cx="95280" cy="95280"/>
          </a:xfrm>
          <a:prstGeom prst="ellipse">
            <a:avLst/>
          </a:prstGeom>
          <a:solidFill>
            <a:srgbClr val="33312A"/>
          </a:solidFill>
          <a:ln>
            <a:noFill/>
          </a:ln>
        </p:spPr>
      </p:sp>
      <p:sp>
        <p:nvSpPr>
          <p:cNvPr id="12" name="Shape 10"/>
          <p:cNvSpPr/>
          <p:nvPr/>
        </p:nvSpPr>
        <p:spPr>
          <a:xfrm>
            <a:off x="8658271" y="5934090"/>
            <a:ext cx="133320" cy="133320"/>
          </a:xfrm>
          <a:custGeom>
            <a:avLst/>
            <a:gdLst/>
            <a:ahLst/>
            <a:cxnLst/>
            <a:rect l="l" t="t" r="r" b="b"/>
            <a:pathLst>
              <a:path w="133320" h="133320">
                <a:moveTo>
                  <a:pt x="133320" y="66660"/>
                </a:moveTo>
                <a:lnTo>
                  <a:pt x="133320" y="76170"/>
                </a:lnTo>
                <a:lnTo>
                  <a:pt x="133320" y="85771"/>
                </a:lnTo>
                <a:lnTo>
                  <a:pt x="123810" y="104790"/>
                </a:lnTo>
                <a:lnTo>
                  <a:pt x="114300" y="104790"/>
                </a:lnTo>
                <a:lnTo>
                  <a:pt x="104790" y="114300"/>
                </a:lnTo>
                <a:lnTo>
                  <a:pt x="104790" y="123810"/>
                </a:lnTo>
                <a:lnTo>
                  <a:pt x="85771" y="133320"/>
                </a:lnTo>
                <a:lnTo>
                  <a:pt x="76170" y="133320"/>
                </a:lnTo>
                <a:lnTo>
                  <a:pt x="66660" y="133320"/>
                </a:lnTo>
                <a:lnTo>
                  <a:pt x="57150" y="133320"/>
                </a:lnTo>
                <a:lnTo>
                  <a:pt x="47640" y="133320"/>
                </a:lnTo>
                <a:lnTo>
                  <a:pt x="38130" y="123810"/>
                </a:lnTo>
                <a:lnTo>
                  <a:pt x="28621" y="114300"/>
                </a:lnTo>
                <a:lnTo>
                  <a:pt x="19020" y="104790"/>
                </a:lnTo>
                <a:lnTo>
                  <a:pt x="9510" y="104790"/>
                </a:lnTo>
                <a:lnTo>
                  <a:pt x="0" y="85771"/>
                </a:lnTo>
                <a:lnTo>
                  <a:pt x="0" y="76170"/>
                </a:lnTo>
                <a:lnTo>
                  <a:pt x="0" y="66660"/>
                </a:lnTo>
                <a:lnTo>
                  <a:pt x="0" y="57150"/>
                </a:lnTo>
                <a:lnTo>
                  <a:pt x="0" y="47640"/>
                </a:lnTo>
                <a:lnTo>
                  <a:pt x="9510" y="38130"/>
                </a:lnTo>
                <a:lnTo>
                  <a:pt x="19020" y="28621"/>
                </a:lnTo>
                <a:lnTo>
                  <a:pt x="28621" y="19020"/>
                </a:lnTo>
                <a:lnTo>
                  <a:pt x="38130" y="9510"/>
                </a:lnTo>
                <a:lnTo>
                  <a:pt x="47640" y="0"/>
                </a:lnTo>
                <a:lnTo>
                  <a:pt x="57150" y="0"/>
                </a:lnTo>
                <a:lnTo>
                  <a:pt x="66660" y="0"/>
                </a:lnTo>
                <a:lnTo>
                  <a:pt x="76170" y="0"/>
                </a:lnTo>
                <a:lnTo>
                  <a:pt x="85771" y="0"/>
                </a:lnTo>
                <a:lnTo>
                  <a:pt x="104790" y="9510"/>
                </a:lnTo>
                <a:lnTo>
                  <a:pt x="104790" y="19020"/>
                </a:lnTo>
                <a:lnTo>
                  <a:pt x="114300" y="28621"/>
                </a:lnTo>
                <a:lnTo>
                  <a:pt x="123810" y="38130"/>
                </a:lnTo>
                <a:lnTo>
                  <a:pt x="133320" y="47640"/>
                </a:lnTo>
                <a:lnTo>
                  <a:pt x="133320" y="57150"/>
                </a:lnTo>
                <a:lnTo>
                  <a:pt x="133320" y="66660"/>
                </a:lnTo>
                <a:close/>
              </a:path>
            </a:pathLst>
          </a:custGeom>
          <a:solidFill>
            <a:srgbClr val="FAF9F5"/>
          </a:solidFill>
          <a:ln w="19050">
            <a:solidFill>
              <a:srgbClr val="2A6B72"/>
            </a:solidFill>
            <a:prstDash val="solid"/>
          </a:ln>
        </p:spPr>
      </p:sp>
      <p:sp>
        <p:nvSpPr>
          <p:cNvPr id="13" name="Text 11"/>
          <p:cNvSpPr/>
          <p:nvPr/>
        </p:nvSpPr>
        <p:spPr>
          <a:xfrm>
            <a:off x="914400" y="457200"/>
            <a:ext cx="266730" cy="304770"/>
          </a:xfrm>
          <a:prstGeom prst="rect">
            <a:avLst/>
          </a:prstGeom>
          <a:noFill/>
          <a:ln>
            <a:noFill/>
          </a:ln>
        </p:spPr>
        <p:txBody>
          <a:bodyPr wrap="none" lIns="0" tIns="0" rIns="0" bIns="0" rtlCol="0" anchor="t"/>
          <a:lstStyle/>
          <a:p>
            <a:pPr algn="l" indent="0" marL="0">
              <a:lnSpc>
                <a:spcPct val="154000"/>
              </a:lnSpc>
              <a:buNone/>
            </a:pPr>
            <a:r>
              <a:rPr lang="en-US" sz="975" b="1" spc="156" kern="0" dirty="0">
                <a:solidFill>
                  <a:srgbClr val="2A6B72"/>
                </a:solidFill>
                <a:latin typeface="Consolas" pitchFamily="34" charset="0"/>
                <a:ea typeface="Noto Sans JP" pitchFamily="34" charset="-122"/>
                <a:cs typeface="Consolas" pitchFamily="34" charset="-120"/>
              </a:rPr>
              <a:t>S16</a:t>
            </a:r>
            <a:endParaRPr lang="en-US" sz="975" b="1" spc="156" kern="0" dirty="0">
              <a:solidFill>
                <a:srgbClr val="2A6B72"/>
              </a:solidFill>
              <a:latin typeface="Consolas" pitchFamily="34" charset="0"/>
              <a:ea typeface="Noto Sans JP" pitchFamily="34" charset="-122"/>
              <a:cs typeface="Consolas" pitchFamily="34" charset="-120"/>
            </a:endParaRPr>
          </a:p>
        </p:txBody>
      </p:sp>
      <p:sp>
        <p:nvSpPr>
          <p:cNvPr id="14" name="Text 12"/>
          <p:cNvSpPr/>
          <p:nvPr/>
        </p:nvSpPr>
        <p:spPr>
          <a:xfrm>
            <a:off x="1333470" y="438180"/>
            <a:ext cx="838230" cy="314371"/>
          </a:xfrm>
          <a:prstGeom prst="rect">
            <a:avLst/>
          </a:prstGeom>
          <a:noFill/>
          <a:ln>
            <a:noFill/>
          </a:ln>
        </p:spPr>
        <p:txBody>
          <a:bodyPr wrap="none" lIns="0" tIns="0" rIns="0" bIns="0" rtlCol="0" anchor="t"/>
          <a:lstStyle/>
          <a:p>
            <a:pPr algn="l" indent="0" marL="0">
              <a:lnSpc>
                <a:spcPct val="150000"/>
              </a:lnSpc>
              <a:buNone/>
            </a:pPr>
            <a:r>
              <a:rPr lang="ja-JP" altLang="en-US" sz="1050" spc="126" kern="0" dirty="0">
                <a:solidFill>
                  <a:srgbClr val="33312A"/>
                </a:solidFill>
                <a:latin typeface="Noto Sans JP" pitchFamily="34" charset="0"/>
                <a:ea typeface="Noto Sans JP" pitchFamily="34" charset="-122"/>
                <a:cs typeface="Noto Sans JP" pitchFamily="34" charset="-120"/>
              </a:rPr>
              <a:t>3つ目｜原神</a:t>
            </a:r>
            <a:endParaRPr lang="ja-JP" altLang="en-US" sz="1050" spc="126" kern="0" dirty="0">
              <a:solidFill>
                <a:srgbClr val="33312A"/>
              </a:solidFill>
              <a:latin typeface="Noto Sans JP" pitchFamily="34" charset="0"/>
              <a:ea typeface="Noto Sans JP" pitchFamily="34" charset="-122"/>
              <a:cs typeface="Noto Sans JP" pitchFamily="34" charset="-120"/>
            </a:endParaRPr>
          </a:p>
        </p:txBody>
      </p:sp>
      <p:sp>
        <p:nvSpPr>
          <p:cNvPr id="15" name="Text 13"/>
          <p:cNvSpPr/>
          <p:nvPr/>
        </p:nvSpPr>
        <p:spPr>
          <a:xfrm>
            <a:off x="8801100" y="457200"/>
            <a:ext cx="2476470" cy="304770"/>
          </a:xfrm>
          <a:prstGeom prst="rect">
            <a:avLst/>
          </a:prstGeom>
          <a:noFill/>
          <a:ln>
            <a:noFill/>
          </a:ln>
        </p:spPr>
        <p:txBody>
          <a:bodyPr wrap="none" lIns="0" tIns="0" rIns="0" bIns="0" rtlCol="0" anchor="t"/>
          <a:lstStyle/>
          <a:p>
            <a:pPr algn="l" indent="0" marL="0">
              <a:lnSpc>
                <a:spcPct val="154000"/>
              </a:lnSpc>
              <a:buNone/>
            </a:pPr>
            <a:r>
              <a:rPr lang="en-US" sz="975" spc="137" kern="0" dirty="0">
                <a:solidFill>
                  <a:srgbClr val="6E6B60"/>
                </a:solidFill>
                <a:latin typeface="Consolas" pitchFamily="34" charset="0"/>
                <a:ea typeface="Noto Sans JP" pitchFamily="34" charset="-122"/>
                <a:cs typeface="Consolas" pitchFamily="34" charset="-120"/>
              </a:rPr>
              <a:t>GENSHIN IMPACT — miHoYo, 2020</a:t>
            </a:r>
            <a:endParaRPr lang="en-US" sz="975" spc="137" kern="0" dirty="0">
              <a:solidFill>
                <a:srgbClr val="6E6B60"/>
              </a:solidFill>
              <a:latin typeface="Consolas" pitchFamily="34" charset="0"/>
              <a:ea typeface="Noto Sans JP" pitchFamily="34" charset="-122"/>
              <a:cs typeface="Consolas" pitchFamily="34" charset="-120"/>
            </a:endParaRPr>
          </a:p>
        </p:txBody>
      </p:sp>
      <p:sp>
        <p:nvSpPr>
          <p:cNvPr id="16" name="Shape 14"/>
          <p:cNvSpPr/>
          <p:nvPr/>
        </p:nvSpPr>
        <p:spPr>
          <a:xfrm>
            <a:off x="914400" y="800100"/>
            <a:ext cx="10363170" cy="19020"/>
          </a:xfrm>
          <a:prstGeom prst="rect">
            <a:avLst/>
          </a:prstGeom>
          <a:solidFill>
            <a:srgbClr val="C9C4B8"/>
          </a:solidFill>
          <a:ln>
            <a:noFill/>
          </a:ln>
        </p:spPr>
      </p:sp>
      <p:sp>
        <p:nvSpPr>
          <p:cNvPr id="17" name="Text 15"/>
          <p:cNvSpPr/>
          <p:nvPr/>
        </p:nvSpPr>
        <p:spPr>
          <a:xfrm>
            <a:off x="914400" y="1524030"/>
            <a:ext cx="8572500" cy="666780"/>
          </a:xfrm>
          <a:prstGeom prst="rect">
            <a:avLst/>
          </a:prstGeom>
          <a:noFill/>
          <a:ln>
            <a:noFill/>
          </a:ln>
        </p:spPr>
        <p:txBody>
          <a:bodyPr wrap="none" lIns="0" tIns="0" rIns="0" bIns="0" rtlCol="0" anchor="t"/>
          <a:lstStyle/>
          <a:p>
            <a:pPr algn="l" indent="0" marL="0">
              <a:lnSpc>
                <a:spcPct val="145000"/>
              </a:lnSpc>
              <a:buNone/>
            </a:pPr>
            <a:r>
              <a:rPr lang="ja-JP" altLang="en-US" sz="3000" spc="60" kern="0" dirty="0">
                <a:solidFill>
                  <a:srgbClr val="4A5D3A"/>
                </a:solidFill>
                <a:latin typeface="Noto Serif JP SemiBold" pitchFamily="34" charset="0"/>
                <a:ea typeface="Noto Serif JP SemiBold" pitchFamily="34" charset="-122"/>
                <a:cs typeface="Noto Serif JP SemiBold" pitchFamily="34" charset="-120"/>
              </a:rPr>
              <a:t>棚</a:t>
            </a:r>
            <a:r>
              <a:rPr lang="ja-JP" altLang="en-US" sz="3000" spc="60" kern="0" dirty="0">
                <a:solidFill>
                  <a:srgbClr val="1B1A16"/>
                </a:solidFill>
                <a:latin typeface="Noto Serif JP Medium" pitchFamily="34" charset="0"/>
                <a:ea typeface="Noto Serif JP Medium" pitchFamily="34" charset="-122"/>
                <a:cs typeface="Noto Serif JP Medium" pitchFamily="34" charset="-120"/>
              </a:rPr>
              <a:t>と</a:t>
            </a:r>
            <a:r>
              <a:rPr lang="ja-JP" altLang="en-US" sz="3000" spc="60" kern="0" dirty="0">
                <a:solidFill>
                  <a:srgbClr val="4A5D3A"/>
                </a:solidFill>
                <a:latin typeface="Noto Serif JP SemiBold" pitchFamily="34" charset="0"/>
                <a:ea typeface="Noto Serif JP SemiBold" pitchFamily="34" charset="-122"/>
                <a:cs typeface="Noto Serif JP SemiBold" pitchFamily="34" charset="-120"/>
              </a:rPr>
              <a:t>物語</a:t>
            </a:r>
            <a:r>
              <a:rPr lang="ja-JP" altLang="en-US" sz="3000" spc="60" kern="0" dirty="0">
                <a:solidFill>
                  <a:srgbClr val="1B1A16"/>
                </a:solidFill>
                <a:latin typeface="Noto Serif JP Medium" pitchFamily="34" charset="0"/>
                <a:ea typeface="Noto Serif JP Medium" pitchFamily="34" charset="-122"/>
                <a:cs typeface="Noto Serif JP Medium" pitchFamily="34" charset="-120"/>
              </a:rPr>
              <a:t>、その</a:t>
            </a:r>
            <a:r>
              <a:rPr lang="ja-JP" altLang="en-US" sz="3000" spc="60" kern="0" dirty="0">
                <a:solidFill>
                  <a:srgbClr val="2A6B72"/>
                </a:solidFill>
                <a:latin typeface="Noto Serif JP SemiBold" pitchFamily="34" charset="0"/>
                <a:ea typeface="Noto Serif JP SemiBold" pitchFamily="34" charset="-122"/>
                <a:cs typeface="Noto Serif JP SemiBold" pitchFamily="34" charset="-120"/>
              </a:rPr>
              <a:t>両方</a:t>
            </a:r>
            <a:r>
              <a:rPr lang="ja-JP" altLang="en-US" sz="3000" spc="60" kern="0" dirty="0">
                <a:solidFill>
                  <a:srgbClr val="1B1A16"/>
                </a:solidFill>
                <a:latin typeface="Noto Serif JP Medium" pitchFamily="34" charset="0"/>
                <a:ea typeface="Noto Serif JP Medium" pitchFamily="34" charset="-122"/>
                <a:cs typeface="Noto Serif JP Medium" pitchFamily="34" charset="-120"/>
              </a:rPr>
              <a:t>を、同時にやった会社。</a:t>
            </a:r>
            <a:endParaRPr lang="ja-JP" altLang="en-US" sz="3000" spc="60" kern="0" dirty="0">
              <a:solidFill>
                <a:srgbClr val="1B1A16"/>
              </a:solidFill>
              <a:latin typeface="Noto Serif JP Medium" pitchFamily="34" charset="0"/>
              <a:ea typeface="Noto Serif JP Medium" pitchFamily="34" charset="-122"/>
              <a:cs typeface="Noto Serif JP Medium" pitchFamily="34" charset="-120"/>
            </a:endParaRPr>
          </a:p>
        </p:txBody>
      </p:sp>
      <p:sp>
        <p:nvSpPr>
          <p:cNvPr id="18" name="Text 16"/>
          <p:cNvSpPr/>
          <p:nvPr/>
        </p:nvSpPr>
        <p:spPr>
          <a:xfrm>
            <a:off x="914400" y="2552730"/>
            <a:ext cx="8382030" cy="457200"/>
          </a:xfrm>
          <a:prstGeom prst="rect">
            <a:avLst/>
          </a:prstGeom>
          <a:noFill/>
          <a:ln>
            <a:noFill/>
          </a:ln>
        </p:spPr>
        <p:txBody>
          <a:bodyPr wrap="none" lIns="0" tIns="0" rIns="0" bIns="0" rtlCol="0" anchor="t"/>
          <a:lstStyle/>
          <a:p>
            <a:pPr algn="l" indent="0" marL="0">
              <a:lnSpc>
                <a:spcPct val="180000"/>
              </a:lnSpc>
              <a:buNone/>
            </a:pPr>
            <a:r>
              <a:rPr lang="ja-JP" altLang="en-US" sz="1425" spc="43" kern="0" dirty="0">
                <a:solidFill>
                  <a:srgbClr val="33312A"/>
                </a:solidFill>
                <a:latin typeface="Noto Sans JP" pitchFamily="34" charset="0"/>
                <a:ea typeface="Noto Sans JP" pitchFamily="34" charset="-122"/>
                <a:cs typeface="Noto Sans JP" pitchFamily="34" charset="-120"/>
              </a:rPr>
              <a:t>中国の </a:t>
            </a:r>
            <a:r>
              <a:rPr lang="ja-JP" altLang="en-US" sz="1500" spc="45" kern="0" dirty="0">
                <a:solidFill>
                  <a:srgbClr val="33312A"/>
                </a:solidFill>
                <a:latin typeface="Noto Sans JP Medium" pitchFamily="34" charset="0"/>
                <a:ea typeface="Noto Sans JP Medium" pitchFamily="34" charset="-122"/>
                <a:cs typeface="Noto Sans JP Medium" pitchFamily="34" charset="-120"/>
              </a:rPr>
              <a:t>miHoYo</a:t>
            </a:r>
            <a:r>
              <a:rPr lang="ja-JP" altLang="en-US" sz="1425" spc="43" kern="0" dirty="0">
                <a:solidFill>
                  <a:srgbClr val="33312A"/>
                </a:solidFill>
                <a:latin typeface="Noto Sans JP" pitchFamily="34" charset="0"/>
                <a:ea typeface="Noto Sans JP" pitchFamily="34" charset="-122"/>
                <a:cs typeface="Noto Sans JP" pitchFamily="34" charset="-120"/>
              </a:rPr>
              <a:t> が</a:t>
            </a:r>
            <a:r>
              <a:rPr lang="ja-JP" altLang="en-US" sz="1500" spc="45" kern="0" dirty="0">
                <a:solidFill>
                  <a:srgbClr val="33312A"/>
                </a:solidFill>
                <a:latin typeface="Noto Sans JP Medium" pitchFamily="34" charset="0"/>
                <a:ea typeface="Noto Sans JP Medium" pitchFamily="34" charset="-122"/>
                <a:cs typeface="Noto Sans JP Medium" pitchFamily="34" charset="-120"/>
              </a:rPr>
              <a:t>2020</a:t>
            </a:r>
            <a:r>
              <a:rPr lang="ja-JP" altLang="en-US" sz="1425" spc="43" kern="0" dirty="0">
                <a:solidFill>
                  <a:srgbClr val="33312A"/>
                </a:solidFill>
                <a:latin typeface="Noto Sans JP" pitchFamily="34" charset="0"/>
                <a:ea typeface="Noto Sans JP" pitchFamily="34" charset="-122"/>
                <a:cs typeface="Noto Sans JP" pitchFamily="34" charset="-120"/>
              </a:rPr>
              <a:t>年に出したゲーム。ジャンルは「二次元」。</a:t>
            </a:r>
            <a:endParaRPr lang="ja-JP" altLang="en-US" sz="1425" spc="43" kern="0" dirty="0">
              <a:solidFill>
                <a:srgbClr val="33312A"/>
              </a:solidFill>
              <a:latin typeface="Noto Sans JP" pitchFamily="34" charset="0"/>
              <a:ea typeface="Noto Sans JP" pitchFamily="34" charset="-122"/>
              <a:cs typeface="Noto Sans JP" pitchFamily="34" charset="-120"/>
            </a:endParaRPr>
          </a:p>
        </p:txBody>
      </p:sp>
      <p:sp>
        <p:nvSpPr>
          <p:cNvPr id="19" name="Text 17"/>
          <p:cNvSpPr/>
          <p:nvPr/>
        </p:nvSpPr>
        <p:spPr>
          <a:xfrm>
            <a:off x="3667110" y="5219670"/>
            <a:ext cx="454365" cy="361920"/>
          </a:xfrm>
          <a:prstGeom prst="rect">
            <a:avLst/>
          </a:prstGeom>
          <a:noFill/>
          <a:ln>
            <a:noFill/>
          </a:ln>
        </p:spPr>
        <p:txBody>
          <a:bodyPr wrap="none" lIns="0" tIns="0" rIns="0" bIns="0" rtlCol="0" anchor="t"/>
          <a:lstStyle/>
          <a:p>
            <a:pPr algn="l" indent="0" marL="0">
              <a:lnSpc>
                <a:spcPct val="173000"/>
              </a:lnSpc>
              <a:buNone/>
            </a:pPr>
            <a:r>
              <a:rPr lang="ja-JP" altLang="en-US" sz="1125" spc="68" kern="0" dirty="0">
                <a:solidFill>
                  <a:srgbClr val="6E6B60"/>
                </a:solidFill>
                <a:latin typeface="Noto Sans JP" pitchFamily="34" charset="0"/>
                <a:ea typeface="Noto Sans JP" pitchFamily="34" charset="-122"/>
                <a:cs typeface="Noto Sans JP" pitchFamily="34" charset="-120"/>
              </a:rPr>
              <a:t>本の外</a:t>
            </a:r>
            <a:endParaRPr lang="ja-JP" altLang="en-US" sz="1125" spc="68" kern="0" dirty="0">
              <a:solidFill>
                <a:srgbClr val="6E6B60"/>
              </a:solidFill>
              <a:latin typeface="Noto Sans JP" pitchFamily="34" charset="0"/>
              <a:ea typeface="Noto Sans JP" pitchFamily="34" charset="-122"/>
              <a:cs typeface="Noto Sans JP" pitchFamily="34" charset="-120"/>
            </a:endParaRPr>
          </a:p>
        </p:txBody>
      </p:sp>
      <p:sp>
        <p:nvSpPr>
          <p:cNvPr id="20" name="Text 18"/>
          <p:cNvSpPr/>
          <p:nvPr/>
        </p:nvSpPr>
        <p:spPr>
          <a:xfrm>
            <a:off x="6429421" y="5219670"/>
            <a:ext cx="357348" cy="361920"/>
          </a:xfrm>
          <a:prstGeom prst="rect">
            <a:avLst/>
          </a:prstGeom>
          <a:noFill/>
          <a:ln>
            <a:noFill/>
          </a:ln>
        </p:spPr>
        <p:txBody>
          <a:bodyPr wrap="none" lIns="0" tIns="0" rIns="0" bIns="0" rtlCol="0" anchor="t"/>
          <a:lstStyle/>
          <a:p>
            <a:pPr algn="l" indent="0" marL="0">
              <a:lnSpc>
                <a:spcPct val="186000"/>
              </a:lnSpc>
              <a:buNone/>
            </a:pPr>
            <a:r>
              <a:rPr lang="en-US" sz="1050" spc="126" kern="0" dirty="0">
                <a:solidFill>
                  <a:srgbClr val="4A5D3A"/>
                </a:solidFill>
                <a:latin typeface="Consolas" pitchFamily="34" charset="0"/>
                <a:ea typeface="Noto Sans JP" pitchFamily="34" charset="-122"/>
                <a:cs typeface="Consolas" pitchFamily="34" charset="-120"/>
              </a:rPr>
              <a:t>HOLT</a:t>
            </a:r>
            <a:endParaRPr lang="en-US" sz="1050" spc="126" kern="0" dirty="0">
              <a:solidFill>
                <a:srgbClr val="4A5D3A"/>
              </a:solidFill>
              <a:latin typeface="Consolas" pitchFamily="34" charset="0"/>
              <a:ea typeface="Noto Sans JP" pitchFamily="34" charset="-122"/>
              <a:cs typeface="Consolas" pitchFamily="34" charset="-120"/>
            </a:endParaRPr>
          </a:p>
        </p:txBody>
      </p:sp>
      <p:sp>
        <p:nvSpPr>
          <p:cNvPr id="21" name="Text 19"/>
          <p:cNvSpPr/>
          <p:nvPr/>
        </p:nvSpPr>
        <p:spPr>
          <a:xfrm>
            <a:off x="3581430" y="5715000"/>
            <a:ext cx="325344" cy="266730"/>
          </a:xfrm>
          <a:prstGeom prst="rect">
            <a:avLst/>
          </a:prstGeom>
          <a:noFill/>
          <a:ln>
            <a:noFill/>
          </a:ln>
        </p:spPr>
        <p:txBody>
          <a:bodyPr wrap="none" lIns="0" tIns="0" rIns="0" bIns="0" rtlCol="0" anchor="t"/>
          <a:lstStyle/>
          <a:p>
            <a:pPr algn="l" indent="0" marL="0">
              <a:lnSpc>
                <a:spcPct val="114000"/>
              </a:lnSpc>
              <a:buNone/>
            </a:pPr>
            <a:r>
              <a:rPr lang="en-US" sz="1050" spc="63" kern="0" dirty="0">
                <a:solidFill>
                  <a:srgbClr val="6E6B60"/>
                </a:solidFill>
                <a:latin typeface="Consolas" pitchFamily="34" charset="0"/>
                <a:ea typeface="Noto Sans JP" pitchFamily="34" charset="-122"/>
                <a:cs typeface="Consolas" pitchFamily="34" charset="-120"/>
              </a:rPr>
              <a:t>1983</a:t>
            </a:r>
            <a:endParaRPr lang="en-US" sz="1050" spc="63" kern="0" dirty="0">
              <a:solidFill>
                <a:srgbClr val="6E6B60"/>
              </a:solidFill>
              <a:latin typeface="Consolas" pitchFamily="34" charset="0"/>
              <a:ea typeface="Noto Sans JP" pitchFamily="34" charset="-122"/>
              <a:cs typeface="Consolas" pitchFamily="34" charset="-120"/>
            </a:endParaRPr>
          </a:p>
        </p:txBody>
      </p:sp>
      <p:sp>
        <p:nvSpPr>
          <p:cNvPr id="22" name="Text 20"/>
          <p:cNvSpPr/>
          <p:nvPr/>
        </p:nvSpPr>
        <p:spPr>
          <a:xfrm>
            <a:off x="6153180" y="5715000"/>
            <a:ext cx="325344" cy="266730"/>
          </a:xfrm>
          <a:prstGeom prst="rect">
            <a:avLst/>
          </a:prstGeom>
          <a:noFill/>
          <a:ln>
            <a:noFill/>
          </a:ln>
        </p:spPr>
        <p:txBody>
          <a:bodyPr wrap="none" lIns="0" tIns="0" rIns="0" bIns="0" rtlCol="0" anchor="t"/>
          <a:lstStyle/>
          <a:p>
            <a:pPr algn="l" indent="0" marL="0">
              <a:lnSpc>
                <a:spcPct val="114000"/>
              </a:lnSpc>
              <a:buNone/>
            </a:pPr>
            <a:r>
              <a:rPr lang="en-US" sz="1050" spc="63" kern="0" dirty="0">
                <a:solidFill>
                  <a:srgbClr val="6E6B60"/>
                </a:solidFill>
                <a:latin typeface="Consolas" pitchFamily="34" charset="0"/>
                <a:ea typeface="Noto Sans JP" pitchFamily="34" charset="-122"/>
                <a:cs typeface="Consolas" pitchFamily="34" charset="-120"/>
              </a:rPr>
              <a:t>2020</a:t>
            </a:r>
            <a:endParaRPr lang="en-US" sz="1050" spc="63" kern="0" dirty="0">
              <a:solidFill>
                <a:srgbClr val="6E6B60"/>
              </a:solidFill>
              <a:latin typeface="Consolas" pitchFamily="34" charset="0"/>
              <a:ea typeface="Noto Sans JP" pitchFamily="34" charset="-122"/>
              <a:cs typeface="Consolas" pitchFamily="34" charset="-120"/>
            </a:endParaRPr>
          </a:p>
        </p:txBody>
      </p:sp>
      <p:sp>
        <p:nvSpPr>
          <p:cNvPr id="23" name="Text 21"/>
          <p:cNvSpPr/>
          <p:nvPr/>
        </p:nvSpPr>
        <p:spPr>
          <a:xfrm>
            <a:off x="8724930" y="5715000"/>
            <a:ext cx="325344" cy="266730"/>
          </a:xfrm>
          <a:prstGeom prst="rect">
            <a:avLst/>
          </a:prstGeom>
          <a:noFill/>
          <a:ln>
            <a:noFill/>
          </a:ln>
        </p:spPr>
        <p:txBody>
          <a:bodyPr wrap="none" lIns="0" tIns="0" rIns="0" bIns="0" rtlCol="0" anchor="t"/>
          <a:lstStyle/>
          <a:p>
            <a:pPr algn="l" indent="0" marL="0">
              <a:lnSpc>
                <a:spcPct val="114000"/>
              </a:lnSpc>
              <a:buNone/>
            </a:pPr>
            <a:r>
              <a:rPr lang="en-US" sz="1050" spc="63" kern="0" dirty="0">
                <a:solidFill>
                  <a:srgbClr val="6E6B60"/>
                </a:solidFill>
                <a:latin typeface="Consolas" pitchFamily="34" charset="0"/>
                <a:ea typeface="Noto Sans JP" pitchFamily="34" charset="-122"/>
                <a:cs typeface="Consolas" pitchFamily="34" charset="-120"/>
              </a:rPr>
              <a:t>2020</a:t>
            </a:r>
            <a:endParaRPr lang="en-US" sz="1050" spc="63" kern="0" dirty="0">
              <a:solidFill>
                <a:srgbClr val="6E6B60"/>
              </a:solidFill>
              <a:latin typeface="Consolas" pitchFamily="34" charset="0"/>
              <a:ea typeface="Noto Sans JP" pitchFamily="34" charset="-122"/>
              <a:cs typeface="Consolas" pitchFamily="34" charset="-120"/>
            </a:endParaRPr>
          </a:p>
        </p:txBody>
      </p:sp>
      <p:sp>
        <p:nvSpPr>
          <p:cNvPr id="24" name="Text 22"/>
          <p:cNvSpPr/>
          <p:nvPr/>
        </p:nvSpPr>
        <p:spPr>
          <a:xfrm>
            <a:off x="3581430" y="6115050"/>
            <a:ext cx="598749" cy="304770"/>
          </a:xfrm>
          <a:prstGeom prst="rect">
            <a:avLst/>
          </a:prstGeom>
          <a:noFill/>
          <a:ln>
            <a:noFill/>
          </a:ln>
        </p:spPr>
        <p:txBody>
          <a:bodyPr wrap="none" lIns="0" tIns="0" rIns="0" bIns="0" rtlCol="0" anchor="t"/>
          <a:lstStyle/>
          <a:p>
            <a:pPr algn="l" indent="0" marL="0">
              <a:lnSpc>
                <a:spcPct val="133000"/>
              </a:lnSpc>
              <a:buNone/>
            </a:pPr>
            <a:r>
              <a:rPr lang="ja-JP" altLang="en-US" sz="1125" spc="68" kern="0" dirty="0">
                <a:solidFill>
                  <a:srgbClr val="33312A"/>
                </a:solidFill>
                <a:latin typeface="Noto Sans JP" pitchFamily="34" charset="0"/>
                <a:ea typeface="Noto Sans JP" pitchFamily="34" charset="-122"/>
                <a:cs typeface="Noto Sans JP" pitchFamily="34" charset="-120"/>
              </a:rPr>
              <a:t>アメリカ</a:t>
            </a:r>
            <a:endParaRPr lang="ja-JP" altLang="en-US" sz="1125" spc="68" kern="0" dirty="0">
              <a:solidFill>
                <a:srgbClr val="33312A"/>
              </a:solidFill>
              <a:latin typeface="Noto Sans JP" pitchFamily="34" charset="0"/>
              <a:ea typeface="Noto Sans JP" pitchFamily="34" charset="-122"/>
              <a:cs typeface="Noto Sans JP" pitchFamily="34" charset="-120"/>
            </a:endParaRPr>
          </a:p>
        </p:txBody>
      </p:sp>
      <p:sp>
        <p:nvSpPr>
          <p:cNvPr id="25" name="Text 23"/>
          <p:cNvSpPr/>
          <p:nvPr/>
        </p:nvSpPr>
        <p:spPr>
          <a:xfrm>
            <a:off x="6153180" y="6115050"/>
            <a:ext cx="757215" cy="304770"/>
          </a:xfrm>
          <a:prstGeom prst="rect">
            <a:avLst/>
          </a:prstGeom>
          <a:noFill/>
          <a:ln>
            <a:noFill/>
          </a:ln>
        </p:spPr>
        <p:txBody>
          <a:bodyPr wrap="none" lIns="0" tIns="0" rIns="0" bIns="0" rtlCol="0" anchor="t"/>
          <a:lstStyle/>
          <a:p>
            <a:pPr algn="l" indent="0" marL="0">
              <a:lnSpc>
                <a:spcPct val="133000"/>
              </a:lnSpc>
              <a:buNone/>
            </a:pPr>
            <a:r>
              <a:rPr lang="ja-JP" altLang="en-US" sz="1125" spc="68" kern="0" dirty="0">
                <a:solidFill>
                  <a:srgbClr val="33312A"/>
                </a:solidFill>
                <a:latin typeface="Noto Sans JP" pitchFamily="34" charset="0"/>
                <a:ea typeface="Noto Sans JP" pitchFamily="34" charset="-122"/>
                <a:cs typeface="Noto Sans JP" pitchFamily="34" charset="-120"/>
              </a:rPr>
              <a:t>ポーランド</a:t>
            </a:r>
            <a:endParaRPr lang="ja-JP" altLang="en-US" sz="1125" spc="68" kern="0" dirty="0">
              <a:solidFill>
                <a:srgbClr val="33312A"/>
              </a:solidFill>
              <a:latin typeface="Noto Sans JP" pitchFamily="34" charset="0"/>
              <a:ea typeface="Noto Sans JP" pitchFamily="34" charset="-122"/>
              <a:cs typeface="Noto Sans JP" pitchFamily="34" charset="-120"/>
            </a:endParaRPr>
          </a:p>
        </p:txBody>
      </p:sp>
      <p:sp>
        <p:nvSpPr>
          <p:cNvPr id="26" name="Text 24"/>
          <p:cNvSpPr/>
          <p:nvPr/>
        </p:nvSpPr>
        <p:spPr>
          <a:xfrm>
            <a:off x="8724930" y="6115050"/>
            <a:ext cx="303032" cy="304770"/>
          </a:xfrm>
          <a:prstGeom prst="rect">
            <a:avLst/>
          </a:prstGeom>
          <a:noFill/>
          <a:ln>
            <a:noFill/>
          </a:ln>
        </p:spPr>
        <p:txBody>
          <a:bodyPr wrap="none" lIns="0" tIns="0" rIns="0" bIns="0" rtlCol="0" anchor="t"/>
          <a:lstStyle/>
          <a:p>
            <a:pPr algn="l" indent="0" marL="0">
              <a:lnSpc>
                <a:spcPct val="133000"/>
              </a:lnSpc>
              <a:buNone/>
            </a:pPr>
            <a:r>
              <a:rPr lang="ja-JP" altLang="en-US" sz="1125" spc="68" kern="0" dirty="0">
                <a:solidFill>
                  <a:srgbClr val="33312A"/>
                </a:solidFill>
                <a:latin typeface="Noto Sans JP" pitchFamily="34" charset="0"/>
                <a:ea typeface="Noto Sans JP" pitchFamily="34" charset="-122"/>
                <a:cs typeface="Noto Sans JP" pitchFamily="34" charset="-120"/>
              </a:rPr>
              <a:t>中国</a:t>
            </a:r>
            <a:endParaRPr lang="ja-JP" altLang="en-US" sz="1125" spc="68" kern="0" dirty="0">
              <a:solidFill>
                <a:srgbClr val="33312A"/>
              </a:solidFill>
              <a:latin typeface="Noto Sans JP" pitchFamily="34" charset="0"/>
              <a:ea typeface="Noto Sans JP" pitchFamily="34" charset="-122"/>
              <a:cs typeface="Noto Sans JP" pitchFamily="34" charset="-120"/>
            </a:endParaRPr>
          </a:p>
        </p:txBody>
      </p:sp>
      <p:sp>
        <p:nvSpPr>
          <p:cNvPr id="27" name="Shape 25"/>
          <p:cNvSpPr/>
          <p:nvPr/>
        </p:nvSpPr>
        <p:spPr>
          <a:xfrm>
            <a:off x="914400" y="790590"/>
            <a:ext cx="265176" cy="38130"/>
          </a:xfrm>
          <a:prstGeom prst="rect">
            <a:avLst/>
          </a:prstGeom>
          <a:solidFill>
            <a:srgbClr val="2A6B72"/>
          </a:solidFill>
          <a:ln>
            <a:noFill/>
          </a:ln>
        </p:spPr>
      </p:sp>
      <p:sp>
        <p:nvSpPr>
          <p:cNvPr id="28" name="Shape 26"/>
          <p:cNvSpPr/>
          <p:nvPr/>
        </p:nvSpPr>
        <p:spPr>
          <a:xfrm>
            <a:off x="1239012" y="790590"/>
            <a:ext cx="265176" cy="38130"/>
          </a:xfrm>
          <a:prstGeom prst="rect">
            <a:avLst/>
          </a:prstGeom>
          <a:solidFill>
            <a:srgbClr val="2A6B72"/>
          </a:solidFill>
          <a:ln>
            <a:noFill/>
          </a:ln>
        </p:spPr>
      </p:sp>
      <p:sp>
        <p:nvSpPr>
          <p:cNvPr id="29" name="Shape 27"/>
          <p:cNvSpPr/>
          <p:nvPr/>
        </p:nvSpPr>
        <p:spPr>
          <a:xfrm>
            <a:off x="1563624" y="790590"/>
            <a:ext cx="265176" cy="38130"/>
          </a:xfrm>
          <a:prstGeom prst="rect">
            <a:avLst/>
          </a:prstGeom>
          <a:solidFill>
            <a:srgbClr val="2A6B72"/>
          </a:solidFill>
          <a:ln>
            <a:noFill/>
          </a:ln>
        </p:spPr>
      </p:sp>
      <p:sp>
        <p:nvSpPr>
          <p:cNvPr id="30" name="Text 28"/>
          <p:cNvSpPr/>
          <p:nvPr/>
        </p:nvSpPr>
        <p:spPr>
          <a:xfrm>
            <a:off x="8420070" y="6362670"/>
            <a:ext cx="2857500" cy="209580"/>
          </a:xfrm>
          <a:prstGeom prst="rect">
            <a:avLst/>
          </a:prstGeom>
          <a:noFill/>
          <a:ln>
            <a:noFill/>
          </a:ln>
        </p:spPr>
        <p:txBody>
          <a:bodyPr wrap="square" lIns="0" tIns="0" rIns="0" bIns="0" rtlCol="0" anchor="t"/>
          <a:lstStyle/>
          <a:p>
            <a:pPr algn="r" indent="0" marL="0">
              <a:buNone/>
            </a:pPr>
            <a:r>
              <a:rPr lang="en-US" sz="975" spc="160" kern="0" dirty="0">
                <a:solidFill>
                  <a:srgbClr val="6E6B60"/>
                </a:solidFill>
                <a:latin typeface="Consolas" pitchFamily="34" charset="0"/>
                <a:ea typeface="Noto Sans JP" pitchFamily="34" charset="-122"/>
                <a:cs typeface="Consolas" pitchFamily="34" charset="-120"/>
              </a:rPr>
              <a:t>16 / 23</a:t>
            </a:r>
            <a:endParaRPr lang="en-US" sz="975" spc="160" kern="0" dirty="0">
              <a:solidFill>
                <a:srgbClr val="6E6B60"/>
              </a:solidFill>
              <a:latin typeface="Consolas" pitchFamily="34" charset="0"/>
              <a:ea typeface="Noto Sans JP" pitchFamily="34" charset="-122"/>
              <a:cs typeface="Consolas" pitchFamily="34" charset="-12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1466880" y="1247790"/>
            <a:ext cx="1428750" cy="381030"/>
          </a:xfrm>
          <a:custGeom>
            <a:avLst/>
            <a:gdLst/>
            <a:ahLst/>
            <a:cxnLst/>
            <a:rect l="l" t="t" r="r" b="b"/>
            <a:pathLst>
              <a:path w="1428750" h="381030">
                <a:moveTo>
                  <a:pt x="0" y="0"/>
                </a:moveTo>
                <a:lnTo>
                  <a:pt x="1428750" y="0"/>
                </a:lnTo>
                <a:lnTo>
                  <a:pt x="1428750" y="381030"/>
                </a:lnTo>
                <a:lnTo>
                  <a:pt x="0" y="381030"/>
                </a:lnTo>
                <a:close/>
              </a:path>
            </a:pathLst>
          </a:custGeom>
          <a:noFill/>
          <a:ln w="14288">
            <a:solidFill>
              <a:srgbClr val="C9C4B8"/>
            </a:solidFill>
            <a:prstDash val="solid"/>
          </a:ln>
        </p:spPr>
      </p:sp>
      <p:sp>
        <p:nvSpPr>
          <p:cNvPr id="3" name="Shape 1"/>
          <p:cNvSpPr/>
          <p:nvPr/>
        </p:nvSpPr>
        <p:spPr>
          <a:xfrm>
            <a:off x="3009930" y="1247790"/>
            <a:ext cx="838230" cy="381030"/>
          </a:xfrm>
          <a:custGeom>
            <a:avLst/>
            <a:gdLst/>
            <a:ahLst/>
            <a:cxnLst/>
            <a:rect l="l" t="t" r="r" b="b"/>
            <a:pathLst>
              <a:path w="838230" h="381030">
                <a:moveTo>
                  <a:pt x="0" y="0"/>
                </a:moveTo>
                <a:lnTo>
                  <a:pt x="838230" y="0"/>
                </a:lnTo>
                <a:lnTo>
                  <a:pt x="838230" y="381030"/>
                </a:lnTo>
                <a:lnTo>
                  <a:pt x="0" y="381030"/>
                </a:lnTo>
                <a:close/>
              </a:path>
            </a:pathLst>
          </a:custGeom>
          <a:noFill/>
          <a:ln w="14288">
            <a:solidFill>
              <a:srgbClr val="C9C4B8"/>
            </a:solidFill>
            <a:prstDash val="dash"/>
          </a:ln>
        </p:spPr>
      </p:sp>
      <p:sp>
        <p:nvSpPr>
          <p:cNvPr id="4" name="Shape 2"/>
          <p:cNvSpPr/>
          <p:nvPr/>
        </p:nvSpPr>
        <p:spPr>
          <a:xfrm>
            <a:off x="3962370" y="1247790"/>
            <a:ext cx="1428750" cy="381030"/>
          </a:xfrm>
          <a:custGeom>
            <a:avLst/>
            <a:gdLst/>
            <a:ahLst/>
            <a:cxnLst/>
            <a:rect l="l" t="t" r="r" b="b"/>
            <a:pathLst>
              <a:path w="1428750" h="381030">
                <a:moveTo>
                  <a:pt x="0" y="0"/>
                </a:moveTo>
                <a:lnTo>
                  <a:pt x="1428750" y="0"/>
                </a:lnTo>
                <a:lnTo>
                  <a:pt x="1428750" y="381030"/>
                </a:lnTo>
                <a:lnTo>
                  <a:pt x="0" y="381030"/>
                </a:lnTo>
                <a:close/>
              </a:path>
            </a:pathLst>
          </a:custGeom>
          <a:noFill/>
          <a:ln w="14288">
            <a:solidFill>
              <a:srgbClr val="C9C4B8"/>
            </a:solidFill>
            <a:prstDash val="solid"/>
          </a:ln>
        </p:spPr>
      </p:sp>
      <p:sp>
        <p:nvSpPr>
          <p:cNvPr id="5" name="Shape 3"/>
          <p:cNvSpPr/>
          <p:nvPr/>
        </p:nvSpPr>
        <p:spPr>
          <a:xfrm>
            <a:off x="1352580" y="1628821"/>
            <a:ext cx="4152930" cy="0"/>
          </a:xfrm>
          <a:prstGeom prst="line">
            <a:avLst/>
          </a:prstGeom>
          <a:noFill/>
          <a:ln w="19050">
            <a:solidFill>
              <a:srgbClr val="C9C4B8"/>
            </a:solidFill>
            <a:prstDash val="dash"/>
          </a:ln>
        </p:spPr>
      </p:sp>
      <p:sp>
        <p:nvSpPr>
          <p:cNvPr id="6" name="Shape 4"/>
          <p:cNvSpPr/>
          <p:nvPr/>
        </p:nvSpPr>
        <p:spPr>
          <a:xfrm>
            <a:off x="5695980" y="1409730"/>
            <a:ext cx="571500" cy="66660"/>
          </a:xfrm>
          <a:custGeom>
            <a:avLst/>
            <a:gdLst/>
            <a:ahLst/>
            <a:cxnLst/>
            <a:rect l="l" t="t" r="r" b="b"/>
            <a:pathLst>
              <a:path w="571500" h="66660">
                <a:moveTo>
                  <a:pt x="0" y="28621"/>
                </a:moveTo>
                <a:lnTo>
                  <a:pt x="95280" y="28621"/>
                </a:lnTo>
                <a:lnTo>
                  <a:pt x="190470" y="28621"/>
                </a:lnTo>
                <a:lnTo>
                  <a:pt x="285750" y="28621"/>
                </a:lnTo>
                <a:lnTo>
                  <a:pt x="381030" y="28621"/>
                </a:lnTo>
                <a:lnTo>
                  <a:pt x="485821" y="28621"/>
                </a:lnTo>
                <a:lnTo>
                  <a:pt x="571500" y="28621"/>
                </a:lnTo>
                <a:lnTo>
                  <a:pt x="561990" y="28621"/>
                </a:lnTo>
                <a:lnTo>
                  <a:pt x="514350" y="0"/>
                </a:lnTo>
                <a:lnTo>
                  <a:pt x="542971" y="9510"/>
                </a:lnTo>
                <a:lnTo>
                  <a:pt x="571500" y="28621"/>
                </a:lnTo>
                <a:lnTo>
                  <a:pt x="514350" y="66660"/>
                </a:lnTo>
              </a:path>
            </a:pathLst>
          </a:custGeom>
          <a:noFill/>
          <a:ln w="14288">
            <a:solidFill>
              <a:srgbClr val="33312A"/>
            </a:solidFill>
            <a:prstDash val="solid"/>
          </a:ln>
        </p:spPr>
      </p:sp>
      <p:sp>
        <p:nvSpPr>
          <p:cNvPr id="7" name="Shape 5"/>
          <p:cNvSpPr/>
          <p:nvPr/>
        </p:nvSpPr>
        <p:spPr>
          <a:xfrm>
            <a:off x="6572250" y="1247790"/>
            <a:ext cx="1428750" cy="381030"/>
          </a:xfrm>
          <a:custGeom>
            <a:avLst/>
            <a:gdLst/>
            <a:ahLst/>
            <a:cxnLst/>
            <a:rect l="l" t="t" r="r" b="b"/>
            <a:pathLst>
              <a:path w="1428750" h="381030">
                <a:moveTo>
                  <a:pt x="0" y="0"/>
                </a:moveTo>
                <a:lnTo>
                  <a:pt x="1428750" y="0"/>
                </a:lnTo>
                <a:lnTo>
                  <a:pt x="1428750" y="381030"/>
                </a:lnTo>
                <a:lnTo>
                  <a:pt x="0" y="381030"/>
                </a:lnTo>
                <a:close/>
              </a:path>
            </a:pathLst>
          </a:custGeom>
          <a:noFill/>
          <a:ln w="14288">
            <a:solidFill>
              <a:srgbClr val="C9C4B8"/>
            </a:solidFill>
            <a:prstDash val="solid"/>
          </a:ln>
        </p:spPr>
      </p:sp>
      <p:sp>
        <p:nvSpPr>
          <p:cNvPr id="8" name="Shape 6"/>
          <p:cNvSpPr/>
          <p:nvPr/>
        </p:nvSpPr>
        <p:spPr>
          <a:xfrm>
            <a:off x="8115300" y="1247790"/>
            <a:ext cx="838230" cy="381030"/>
          </a:xfrm>
          <a:custGeom>
            <a:avLst/>
            <a:gdLst/>
            <a:ahLst/>
            <a:cxnLst/>
            <a:rect l="l" t="t" r="r" b="b"/>
            <a:pathLst>
              <a:path w="838230" h="381030">
                <a:moveTo>
                  <a:pt x="0" y="0"/>
                </a:moveTo>
                <a:lnTo>
                  <a:pt x="838230" y="0"/>
                </a:lnTo>
                <a:lnTo>
                  <a:pt x="838230" y="381030"/>
                </a:lnTo>
                <a:lnTo>
                  <a:pt x="0" y="381030"/>
                </a:lnTo>
                <a:close/>
              </a:path>
            </a:pathLst>
          </a:custGeom>
          <a:solidFill>
            <a:srgbClr val="2A6B72">
              <a:alpha val="10000"/>
            </a:srgbClr>
          </a:solidFill>
          <a:ln w="19050">
            <a:solidFill>
              <a:srgbClr val="2A6B72"/>
            </a:solidFill>
            <a:prstDash val="solid"/>
          </a:ln>
        </p:spPr>
      </p:sp>
      <p:sp>
        <p:nvSpPr>
          <p:cNvPr id="9" name="Shape 7"/>
          <p:cNvSpPr/>
          <p:nvPr/>
        </p:nvSpPr>
        <p:spPr>
          <a:xfrm>
            <a:off x="9067830" y="1247790"/>
            <a:ext cx="1428750" cy="381030"/>
          </a:xfrm>
          <a:custGeom>
            <a:avLst/>
            <a:gdLst/>
            <a:ahLst/>
            <a:cxnLst/>
            <a:rect l="l" t="t" r="r" b="b"/>
            <a:pathLst>
              <a:path w="1428750" h="381030">
                <a:moveTo>
                  <a:pt x="0" y="0"/>
                </a:moveTo>
                <a:lnTo>
                  <a:pt x="1428750" y="0"/>
                </a:lnTo>
                <a:lnTo>
                  <a:pt x="1428750" y="381030"/>
                </a:lnTo>
                <a:lnTo>
                  <a:pt x="0" y="381030"/>
                </a:lnTo>
                <a:close/>
              </a:path>
            </a:pathLst>
          </a:custGeom>
          <a:noFill/>
          <a:ln w="14288">
            <a:solidFill>
              <a:srgbClr val="C9C4B8"/>
            </a:solidFill>
            <a:prstDash val="solid"/>
          </a:ln>
        </p:spPr>
      </p:sp>
      <p:sp>
        <p:nvSpPr>
          <p:cNvPr id="10" name="Shape 8"/>
          <p:cNvSpPr/>
          <p:nvPr/>
        </p:nvSpPr>
        <p:spPr>
          <a:xfrm>
            <a:off x="6457950" y="1628821"/>
            <a:ext cx="4152930" cy="0"/>
          </a:xfrm>
          <a:prstGeom prst="line">
            <a:avLst/>
          </a:prstGeom>
          <a:noFill/>
          <a:ln w="19050">
            <a:solidFill>
              <a:srgbClr val="33312A"/>
            </a:solidFill>
            <a:prstDash val="solid"/>
          </a:ln>
        </p:spPr>
      </p:sp>
      <p:sp>
        <p:nvSpPr>
          <p:cNvPr id="11" name="Shape 9"/>
          <p:cNvSpPr/>
          <p:nvPr/>
        </p:nvSpPr>
        <p:spPr>
          <a:xfrm>
            <a:off x="7324710" y="1047720"/>
            <a:ext cx="1171621" cy="66660"/>
          </a:xfrm>
          <a:custGeom>
            <a:avLst/>
            <a:gdLst/>
            <a:ahLst/>
            <a:cxnLst/>
            <a:rect l="l" t="t" r="r" b="b"/>
            <a:pathLst>
              <a:path w="1171621" h="66660">
                <a:moveTo>
                  <a:pt x="57150" y="0"/>
                </a:moveTo>
                <a:lnTo>
                  <a:pt x="0" y="28621"/>
                </a:lnTo>
                <a:lnTo>
                  <a:pt x="57150" y="66660"/>
                </a:lnTo>
                <a:lnTo>
                  <a:pt x="47640" y="57150"/>
                </a:lnTo>
                <a:lnTo>
                  <a:pt x="0" y="28621"/>
                </a:lnTo>
                <a:lnTo>
                  <a:pt x="85771" y="28621"/>
                </a:lnTo>
                <a:lnTo>
                  <a:pt x="228600" y="28621"/>
                </a:lnTo>
                <a:lnTo>
                  <a:pt x="371521" y="28621"/>
                </a:lnTo>
                <a:lnTo>
                  <a:pt x="514350" y="28621"/>
                </a:lnTo>
                <a:lnTo>
                  <a:pt x="657271" y="28621"/>
                </a:lnTo>
                <a:lnTo>
                  <a:pt x="800100" y="28621"/>
                </a:lnTo>
                <a:lnTo>
                  <a:pt x="943021" y="28621"/>
                </a:lnTo>
                <a:lnTo>
                  <a:pt x="1085850" y="28621"/>
                </a:lnTo>
                <a:lnTo>
                  <a:pt x="1171621" y="28621"/>
                </a:lnTo>
                <a:lnTo>
                  <a:pt x="1123980" y="0"/>
                </a:lnTo>
                <a:lnTo>
                  <a:pt x="1114471" y="0"/>
                </a:lnTo>
                <a:lnTo>
                  <a:pt x="1171621" y="28621"/>
                </a:lnTo>
                <a:lnTo>
                  <a:pt x="1114471" y="66660"/>
                </a:lnTo>
              </a:path>
            </a:pathLst>
          </a:custGeom>
          <a:noFill/>
          <a:ln w="14288">
            <a:solidFill>
              <a:srgbClr val="4A5D3A"/>
            </a:solidFill>
            <a:prstDash val="solid"/>
          </a:ln>
        </p:spPr>
      </p:sp>
      <p:sp>
        <p:nvSpPr>
          <p:cNvPr id="12" name="Shape 10"/>
          <p:cNvSpPr/>
          <p:nvPr/>
        </p:nvSpPr>
        <p:spPr>
          <a:xfrm>
            <a:off x="8572500" y="1047720"/>
            <a:ext cx="1171621" cy="66660"/>
          </a:xfrm>
          <a:custGeom>
            <a:avLst/>
            <a:gdLst/>
            <a:ahLst/>
            <a:cxnLst/>
            <a:rect l="l" t="t" r="r" b="b"/>
            <a:pathLst>
              <a:path w="1171621" h="66660">
                <a:moveTo>
                  <a:pt x="57150" y="0"/>
                </a:moveTo>
                <a:lnTo>
                  <a:pt x="0" y="28621"/>
                </a:lnTo>
                <a:lnTo>
                  <a:pt x="57150" y="66660"/>
                </a:lnTo>
                <a:lnTo>
                  <a:pt x="47640" y="57150"/>
                </a:lnTo>
                <a:lnTo>
                  <a:pt x="0" y="28621"/>
                </a:lnTo>
                <a:lnTo>
                  <a:pt x="85771" y="28621"/>
                </a:lnTo>
                <a:lnTo>
                  <a:pt x="228600" y="28621"/>
                </a:lnTo>
                <a:lnTo>
                  <a:pt x="371521" y="28621"/>
                </a:lnTo>
                <a:lnTo>
                  <a:pt x="514350" y="28621"/>
                </a:lnTo>
                <a:lnTo>
                  <a:pt x="657271" y="28621"/>
                </a:lnTo>
                <a:lnTo>
                  <a:pt x="800100" y="28621"/>
                </a:lnTo>
                <a:lnTo>
                  <a:pt x="943021" y="28621"/>
                </a:lnTo>
                <a:lnTo>
                  <a:pt x="1085850" y="28621"/>
                </a:lnTo>
                <a:lnTo>
                  <a:pt x="1171621" y="28621"/>
                </a:lnTo>
                <a:lnTo>
                  <a:pt x="1123980" y="0"/>
                </a:lnTo>
                <a:lnTo>
                  <a:pt x="1114471" y="0"/>
                </a:lnTo>
                <a:lnTo>
                  <a:pt x="1171621" y="28621"/>
                </a:lnTo>
                <a:lnTo>
                  <a:pt x="1114471" y="66660"/>
                </a:lnTo>
              </a:path>
            </a:pathLst>
          </a:custGeom>
          <a:noFill/>
          <a:ln w="14288">
            <a:solidFill>
              <a:srgbClr val="4A5D3A"/>
            </a:solidFill>
            <a:prstDash val="solid"/>
          </a:ln>
        </p:spPr>
      </p:sp>
      <p:sp>
        <p:nvSpPr>
          <p:cNvPr id="13" name="Shape 11"/>
          <p:cNvSpPr/>
          <p:nvPr/>
        </p:nvSpPr>
        <p:spPr>
          <a:xfrm>
            <a:off x="3409980" y="3324210"/>
            <a:ext cx="971550" cy="247620"/>
          </a:xfrm>
          <a:custGeom>
            <a:avLst/>
            <a:gdLst/>
            <a:ahLst/>
            <a:cxnLst/>
            <a:rect l="l" t="t" r="r" b="b"/>
            <a:pathLst>
              <a:path w="971550" h="247620">
                <a:moveTo>
                  <a:pt x="0" y="0"/>
                </a:moveTo>
                <a:lnTo>
                  <a:pt x="971550" y="0"/>
                </a:lnTo>
                <a:lnTo>
                  <a:pt x="971550" y="247620"/>
                </a:lnTo>
                <a:lnTo>
                  <a:pt x="0" y="247620"/>
                </a:lnTo>
                <a:close/>
              </a:path>
            </a:pathLst>
          </a:custGeom>
          <a:noFill/>
          <a:ln w="14288">
            <a:solidFill>
              <a:srgbClr val="4A5D3A"/>
            </a:solidFill>
            <a:prstDash val="solid"/>
          </a:ln>
        </p:spPr>
      </p:sp>
      <p:sp>
        <p:nvSpPr>
          <p:cNvPr id="14" name="Shape 12"/>
          <p:cNvSpPr/>
          <p:nvPr/>
        </p:nvSpPr>
        <p:spPr>
          <a:xfrm>
            <a:off x="3495660" y="3381360"/>
            <a:ext cx="104790" cy="142921"/>
          </a:xfrm>
          <a:custGeom>
            <a:avLst/>
            <a:gdLst/>
            <a:ahLst/>
            <a:cxnLst/>
            <a:rect l="l" t="t" r="r" b="b"/>
            <a:pathLst>
              <a:path w="104790" h="142921">
                <a:moveTo>
                  <a:pt x="0" y="0"/>
                </a:moveTo>
                <a:lnTo>
                  <a:pt x="104790" y="0"/>
                </a:lnTo>
                <a:lnTo>
                  <a:pt x="104790" y="142921"/>
                </a:lnTo>
                <a:lnTo>
                  <a:pt x="0" y="142921"/>
                </a:lnTo>
                <a:close/>
              </a:path>
            </a:pathLst>
          </a:custGeom>
          <a:noFill/>
          <a:ln w="14288">
            <a:solidFill>
              <a:srgbClr val="4A5D3A"/>
            </a:solidFill>
            <a:prstDash val="solid"/>
          </a:ln>
        </p:spPr>
      </p:sp>
      <p:sp>
        <p:nvSpPr>
          <p:cNvPr id="15" name="Shape 13"/>
          <p:cNvSpPr/>
          <p:nvPr/>
        </p:nvSpPr>
        <p:spPr>
          <a:xfrm>
            <a:off x="3524280" y="3381360"/>
            <a:ext cx="0" cy="142921"/>
          </a:xfrm>
          <a:prstGeom prst="line">
            <a:avLst/>
          </a:prstGeom>
          <a:noFill/>
          <a:ln w="14288">
            <a:solidFill>
              <a:srgbClr val="4A5D3A"/>
            </a:solidFill>
            <a:prstDash val="solid"/>
          </a:ln>
        </p:spPr>
      </p:sp>
      <p:sp>
        <p:nvSpPr>
          <p:cNvPr id="16" name="Text 14"/>
          <p:cNvSpPr/>
          <p:nvPr/>
        </p:nvSpPr>
        <p:spPr>
          <a:xfrm>
            <a:off x="914400" y="457200"/>
            <a:ext cx="266730" cy="304770"/>
          </a:xfrm>
          <a:prstGeom prst="rect">
            <a:avLst/>
          </a:prstGeom>
          <a:noFill/>
          <a:ln>
            <a:noFill/>
          </a:ln>
        </p:spPr>
        <p:txBody>
          <a:bodyPr wrap="none" lIns="0" tIns="0" rIns="0" bIns="0" rtlCol="0" anchor="t"/>
          <a:lstStyle/>
          <a:p>
            <a:pPr algn="l" indent="0" marL="0">
              <a:lnSpc>
                <a:spcPct val="154000"/>
              </a:lnSpc>
              <a:buNone/>
            </a:pPr>
            <a:r>
              <a:rPr lang="en-US" sz="975" b="1" spc="156" kern="0" dirty="0">
                <a:solidFill>
                  <a:srgbClr val="2A6B72"/>
                </a:solidFill>
                <a:latin typeface="Consolas" pitchFamily="34" charset="0"/>
                <a:ea typeface="Noto Sans JP" pitchFamily="34" charset="-122"/>
                <a:cs typeface="Consolas" pitchFamily="34" charset="-120"/>
              </a:rPr>
              <a:t>S17</a:t>
            </a:r>
            <a:endParaRPr lang="en-US" sz="975" b="1" spc="156" kern="0" dirty="0">
              <a:solidFill>
                <a:srgbClr val="2A6B72"/>
              </a:solidFill>
              <a:latin typeface="Consolas" pitchFamily="34" charset="0"/>
              <a:ea typeface="Noto Sans JP" pitchFamily="34" charset="-122"/>
              <a:cs typeface="Consolas" pitchFamily="34" charset="-120"/>
            </a:endParaRPr>
          </a:p>
        </p:txBody>
      </p:sp>
      <p:sp>
        <p:nvSpPr>
          <p:cNvPr id="17" name="Text 15"/>
          <p:cNvSpPr/>
          <p:nvPr/>
        </p:nvSpPr>
        <p:spPr>
          <a:xfrm>
            <a:off x="1333470" y="438180"/>
            <a:ext cx="1190640" cy="314371"/>
          </a:xfrm>
          <a:prstGeom prst="rect">
            <a:avLst/>
          </a:prstGeom>
          <a:noFill/>
          <a:ln>
            <a:noFill/>
          </a:ln>
        </p:spPr>
        <p:txBody>
          <a:bodyPr wrap="none" lIns="0" tIns="0" rIns="0" bIns="0" rtlCol="0" anchor="t"/>
          <a:lstStyle/>
          <a:p>
            <a:pPr algn="l" indent="0" marL="0">
              <a:lnSpc>
                <a:spcPct val="150000"/>
              </a:lnSpc>
              <a:buNone/>
            </a:pPr>
            <a:r>
              <a:rPr lang="ja-JP" altLang="en-US" sz="1050" spc="126" kern="0" dirty="0">
                <a:solidFill>
                  <a:srgbClr val="33312A"/>
                </a:solidFill>
                <a:latin typeface="Noto Sans JP" pitchFamily="34" charset="0"/>
                <a:ea typeface="Noto Sans JP" pitchFamily="34" charset="-122"/>
                <a:cs typeface="Noto Sans JP" pitchFamily="34" charset="-120"/>
              </a:rPr>
              <a:t>原神がやったこと</a:t>
            </a:r>
            <a:endParaRPr lang="ja-JP" altLang="en-US" sz="1050" spc="126" kern="0" dirty="0">
              <a:solidFill>
                <a:srgbClr val="33312A"/>
              </a:solidFill>
              <a:latin typeface="Noto Sans JP" pitchFamily="34" charset="0"/>
              <a:ea typeface="Noto Sans JP" pitchFamily="34" charset="-122"/>
              <a:cs typeface="Noto Sans JP" pitchFamily="34" charset="-120"/>
            </a:endParaRPr>
          </a:p>
        </p:txBody>
      </p:sp>
      <p:sp>
        <p:nvSpPr>
          <p:cNvPr id="18" name="Shape 16"/>
          <p:cNvSpPr/>
          <p:nvPr/>
        </p:nvSpPr>
        <p:spPr>
          <a:xfrm>
            <a:off x="914400" y="800100"/>
            <a:ext cx="10363170" cy="9510"/>
          </a:xfrm>
          <a:prstGeom prst="rect">
            <a:avLst/>
          </a:prstGeom>
          <a:solidFill>
            <a:srgbClr val="C9C4B8"/>
          </a:solidFill>
          <a:ln>
            <a:noFill/>
          </a:ln>
        </p:spPr>
      </p:sp>
      <p:sp>
        <p:nvSpPr>
          <p:cNvPr id="19" name="Text 17"/>
          <p:cNvSpPr/>
          <p:nvPr/>
        </p:nvSpPr>
        <p:spPr>
          <a:xfrm>
            <a:off x="1466880" y="1247790"/>
            <a:ext cx="1428750" cy="495330"/>
          </a:xfrm>
          <a:prstGeom prst="rect">
            <a:avLst/>
          </a:prstGeom>
          <a:noFill/>
          <a:ln>
            <a:noFill/>
          </a:ln>
        </p:spPr>
        <p:txBody>
          <a:bodyPr wrap="none" lIns="0" tIns="0" rIns="0" bIns="0" rtlCol="0" anchor="t"/>
          <a:lstStyle/>
          <a:p>
            <a:pPr algn="ctr" indent="0" marL="0">
              <a:lnSpc>
                <a:spcPct val="267000"/>
              </a:lnSpc>
              <a:buNone/>
            </a:pPr>
            <a:r>
              <a:rPr lang="ja-JP" altLang="en-US" sz="1125" dirty="0">
                <a:solidFill>
                  <a:srgbClr val="5C5A50"/>
                </a:solidFill>
                <a:latin typeface="Noto Sans JP" pitchFamily="34" charset="0"/>
                <a:ea typeface="Noto Sans JP" pitchFamily="34" charset="-122"/>
                <a:cs typeface="Noto Sans JP" pitchFamily="34" charset="-120"/>
              </a:rPr>
              <a:t>国産のスマホゲーム</a:t>
            </a:r>
            <a:endParaRPr lang="ja-JP" altLang="en-US" sz="1125" dirty="0">
              <a:solidFill>
                <a:srgbClr val="5C5A50"/>
              </a:solidFill>
              <a:latin typeface="Noto Sans JP" pitchFamily="34" charset="0"/>
              <a:ea typeface="Noto Sans JP" pitchFamily="34" charset="-122"/>
              <a:cs typeface="Noto Sans JP" pitchFamily="34" charset="-120"/>
            </a:endParaRPr>
          </a:p>
        </p:txBody>
      </p:sp>
      <p:sp>
        <p:nvSpPr>
          <p:cNvPr id="20" name="Text 18"/>
          <p:cNvSpPr/>
          <p:nvPr/>
        </p:nvSpPr>
        <p:spPr>
          <a:xfrm>
            <a:off x="3009930" y="1247790"/>
            <a:ext cx="838230" cy="495330"/>
          </a:xfrm>
          <a:prstGeom prst="rect">
            <a:avLst/>
          </a:prstGeom>
          <a:noFill/>
          <a:ln>
            <a:noFill/>
          </a:ln>
        </p:spPr>
        <p:txBody>
          <a:bodyPr wrap="none" lIns="0" tIns="0" rIns="0" bIns="0" rtlCol="0" anchor="t"/>
          <a:lstStyle/>
          <a:p>
            <a:pPr algn="ctr" indent="0" marL="0">
              <a:lnSpc>
                <a:spcPct val="267000"/>
              </a:lnSpc>
              <a:buNone/>
            </a:pPr>
            <a:r>
              <a:rPr lang="ja-JP" altLang="en-US" sz="1125" spc="45" kern="0" dirty="0">
                <a:solidFill>
                  <a:srgbClr val="6E6B60"/>
                </a:solidFill>
                <a:latin typeface="Noto Sans JP" pitchFamily="34" charset="0"/>
                <a:ea typeface="Noto Sans JP" pitchFamily="34" charset="-122"/>
                <a:cs typeface="Noto Sans JP" pitchFamily="34" charset="-120"/>
              </a:rPr>
              <a:t>原神</a:t>
            </a:r>
            <a:endParaRPr lang="ja-JP" altLang="en-US" sz="1125" spc="45" kern="0" dirty="0">
              <a:solidFill>
                <a:srgbClr val="6E6B60"/>
              </a:solidFill>
              <a:latin typeface="Noto Sans JP" pitchFamily="34" charset="0"/>
              <a:ea typeface="Noto Sans JP" pitchFamily="34" charset="-122"/>
              <a:cs typeface="Noto Sans JP" pitchFamily="34" charset="-120"/>
            </a:endParaRPr>
          </a:p>
        </p:txBody>
      </p:sp>
      <p:sp>
        <p:nvSpPr>
          <p:cNvPr id="21" name="Text 19"/>
          <p:cNvSpPr/>
          <p:nvPr/>
        </p:nvSpPr>
        <p:spPr>
          <a:xfrm>
            <a:off x="3962370" y="1247790"/>
            <a:ext cx="1428750" cy="495330"/>
          </a:xfrm>
          <a:prstGeom prst="rect">
            <a:avLst/>
          </a:prstGeom>
          <a:noFill/>
          <a:ln>
            <a:noFill/>
          </a:ln>
        </p:spPr>
        <p:txBody>
          <a:bodyPr wrap="none" lIns="0" tIns="0" rIns="0" bIns="0" rtlCol="0" anchor="t"/>
          <a:lstStyle/>
          <a:p>
            <a:pPr algn="ctr" indent="0" marL="0">
              <a:lnSpc>
                <a:spcPct val="267000"/>
              </a:lnSpc>
              <a:buNone/>
            </a:pPr>
            <a:r>
              <a:rPr lang="ja-JP" altLang="en-US" sz="1125" dirty="0">
                <a:solidFill>
                  <a:srgbClr val="5C5A50"/>
                </a:solidFill>
                <a:latin typeface="Noto Sans JP" pitchFamily="34" charset="0"/>
                <a:ea typeface="Noto Sans JP" pitchFamily="34" charset="-122"/>
                <a:cs typeface="Noto Sans JP" pitchFamily="34" charset="-120"/>
              </a:rPr>
              <a:t>国産のスマホゲーム</a:t>
            </a:r>
            <a:endParaRPr lang="ja-JP" altLang="en-US" sz="1125" dirty="0">
              <a:solidFill>
                <a:srgbClr val="5C5A50"/>
              </a:solidFill>
              <a:latin typeface="Noto Sans JP" pitchFamily="34" charset="0"/>
              <a:ea typeface="Noto Sans JP" pitchFamily="34" charset="-122"/>
              <a:cs typeface="Noto Sans JP" pitchFamily="34" charset="-120"/>
            </a:endParaRPr>
          </a:p>
        </p:txBody>
      </p:sp>
      <p:sp>
        <p:nvSpPr>
          <p:cNvPr id="22" name="Text 20"/>
          <p:cNvSpPr/>
          <p:nvPr/>
        </p:nvSpPr>
        <p:spPr>
          <a:xfrm>
            <a:off x="8115300" y="1247790"/>
            <a:ext cx="838230" cy="495330"/>
          </a:xfrm>
          <a:prstGeom prst="rect">
            <a:avLst/>
          </a:prstGeom>
          <a:noFill/>
          <a:ln>
            <a:noFill/>
          </a:ln>
        </p:spPr>
        <p:txBody>
          <a:bodyPr wrap="none" lIns="0" tIns="0" rIns="0" bIns="0" rtlCol="0" anchor="t"/>
          <a:lstStyle/>
          <a:p>
            <a:pPr algn="ctr" indent="0" marL="0">
              <a:lnSpc>
                <a:spcPct val="267000"/>
              </a:lnSpc>
              <a:buNone/>
            </a:pPr>
            <a:r>
              <a:rPr lang="ja-JP" altLang="en-US" sz="1125" b="1" spc="45" kern="0" dirty="0">
                <a:solidFill>
                  <a:srgbClr val="1B1A16"/>
                </a:solidFill>
                <a:latin typeface="Noto Sans JP" pitchFamily="34" charset="0"/>
                <a:ea typeface="Noto Sans JP" pitchFamily="34" charset="-122"/>
                <a:cs typeface="Noto Sans JP" pitchFamily="34" charset="-120"/>
              </a:rPr>
              <a:t>原神</a:t>
            </a:r>
            <a:endParaRPr lang="ja-JP" altLang="en-US" sz="1125" b="1" spc="45" kern="0" dirty="0">
              <a:solidFill>
                <a:srgbClr val="1B1A16"/>
              </a:solidFill>
              <a:latin typeface="Noto Sans JP" pitchFamily="34" charset="0"/>
              <a:ea typeface="Noto Sans JP" pitchFamily="34" charset="-122"/>
              <a:cs typeface="Noto Sans JP" pitchFamily="34" charset="-120"/>
            </a:endParaRPr>
          </a:p>
        </p:txBody>
      </p:sp>
      <p:sp>
        <p:nvSpPr>
          <p:cNvPr id="23" name="Text 21"/>
          <p:cNvSpPr/>
          <p:nvPr/>
        </p:nvSpPr>
        <p:spPr>
          <a:xfrm>
            <a:off x="7677120" y="1743121"/>
            <a:ext cx="1714500" cy="342900"/>
          </a:xfrm>
          <a:prstGeom prst="rect">
            <a:avLst/>
          </a:prstGeom>
          <a:noFill/>
          <a:ln>
            <a:noFill/>
          </a:ln>
        </p:spPr>
        <p:txBody>
          <a:bodyPr wrap="none" lIns="0" tIns="0" rIns="0" bIns="0" rtlCol="0" anchor="t"/>
          <a:lstStyle/>
          <a:p>
            <a:pPr algn="ctr" indent="0" marL="0">
              <a:lnSpc>
                <a:spcPct val="160000"/>
              </a:lnSpc>
              <a:buNone/>
            </a:pPr>
            <a:r>
              <a:rPr lang="ja-JP" altLang="en-US" sz="1125" spc="45" kern="0" dirty="0">
                <a:solidFill>
                  <a:srgbClr val="6E6B60"/>
                </a:solidFill>
                <a:latin typeface="Noto Sans JP" pitchFamily="34" charset="0"/>
                <a:ea typeface="Noto Sans JP" pitchFamily="34" charset="-122"/>
                <a:cs typeface="Noto Sans JP" pitchFamily="34" charset="-120"/>
              </a:rPr>
              <a:t>全世界・同日</a:t>
            </a:r>
            <a:endParaRPr lang="ja-JP" altLang="en-US" sz="1125" spc="45" kern="0" dirty="0">
              <a:solidFill>
                <a:srgbClr val="6E6B60"/>
              </a:solidFill>
              <a:latin typeface="Noto Sans JP" pitchFamily="34" charset="0"/>
              <a:ea typeface="Noto Sans JP" pitchFamily="34" charset="-122"/>
              <a:cs typeface="Noto Sans JP" pitchFamily="34" charset="-120"/>
            </a:endParaRPr>
          </a:p>
        </p:txBody>
      </p:sp>
      <p:sp>
        <p:nvSpPr>
          <p:cNvPr id="24" name="Text 22"/>
          <p:cNvSpPr/>
          <p:nvPr/>
        </p:nvSpPr>
        <p:spPr>
          <a:xfrm>
            <a:off x="6457950" y="1743121"/>
            <a:ext cx="142921" cy="342900"/>
          </a:xfrm>
          <a:prstGeom prst="rect">
            <a:avLst/>
          </a:prstGeom>
          <a:noFill/>
          <a:ln>
            <a:noFill/>
          </a:ln>
        </p:spPr>
        <p:txBody>
          <a:bodyPr wrap="none" lIns="0" tIns="0" rIns="0" bIns="0" rtlCol="0" anchor="t"/>
          <a:lstStyle/>
          <a:p>
            <a:pPr algn="l" indent="0" marL="0">
              <a:lnSpc>
                <a:spcPct val="160000"/>
              </a:lnSpc>
              <a:buNone/>
            </a:pPr>
            <a:r>
              <a:rPr lang="ja-JP" altLang="en-US" sz="1125" b="1" dirty="0">
                <a:solidFill>
                  <a:srgbClr val="4A5D3A"/>
                </a:solidFill>
                <a:latin typeface="Noto Sans JP" pitchFamily="34" charset="0"/>
                <a:ea typeface="Noto Sans JP" pitchFamily="34" charset="-122"/>
                <a:cs typeface="Noto Sans JP" pitchFamily="34" charset="-120"/>
              </a:rPr>
              <a:t>棚</a:t>
            </a:r>
            <a:endParaRPr lang="ja-JP" altLang="en-US" sz="1125" b="1" dirty="0">
              <a:solidFill>
                <a:srgbClr val="4A5D3A"/>
              </a:solidFill>
              <a:latin typeface="Noto Sans JP" pitchFamily="34" charset="0"/>
              <a:ea typeface="Noto Sans JP" pitchFamily="34" charset="-122"/>
              <a:cs typeface="Noto Sans JP" pitchFamily="34" charset="-120"/>
            </a:endParaRPr>
          </a:p>
        </p:txBody>
      </p:sp>
      <p:sp>
        <p:nvSpPr>
          <p:cNvPr id="25" name="Text 23"/>
          <p:cNvSpPr/>
          <p:nvPr/>
        </p:nvSpPr>
        <p:spPr>
          <a:xfrm>
            <a:off x="6677040" y="1762140"/>
            <a:ext cx="446593" cy="342900"/>
          </a:xfrm>
          <a:prstGeom prst="rect">
            <a:avLst/>
          </a:prstGeom>
          <a:noFill/>
          <a:ln>
            <a:noFill/>
          </a:ln>
        </p:spPr>
        <p:txBody>
          <a:bodyPr wrap="none" lIns="0" tIns="0" rIns="0" bIns="0" rtlCol="0" anchor="t"/>
          <a:lstStyle/>
          <a:p>
            <a:pPr algn="l" indent="0" marL="0">
              <a:lnSpc>
                <a:spcPct val="171000"/>
              </a:lnSpc>
              <a:buNone/>
            </a:pPr>
            <a:r>
              <a:rPr lang="en-US" sz="1050" spc="126" kern="0" dirty="0">
                <a:solidFill>
                  <a:srgbClr val="6E6B60"/>
                </a:solidFill>
                <a:latin typeface="Consolas" pitchFamily="34" charset="0"/>
                <a:ea typeface="Noto Sans JP" pitchFamily="34" charset="-122"/>
                <a:cs typeface="Consolas" pitchFamily="34" charset="-120"/>
              </a:rPr>
              <a:t>SHELF</a:t>
            </a:r>
            <a:endParaRPr lang="en-US" sz="1050" spc="126" kern="0" dirty="0">
              <a:solidFill>
                <a:srgbClr val="6E6B60"/>
              </a:solidFill>
              <a:latin typeface="Consolas" pitchFamily="34" charset="0"/>
              <a:ea typeface="Noto Sans JP" pitchFamily="34" charset="-122"/>
              <a:cs typeface="Consolas" pitchFamily="34" charset="-120"/>
            </a:endParaRPr>
          </a:p>
        </p:txBody>
      </p:sp>
      <p:sp>
        <p:nvSpPr>
          <p:cNvPr id="26" name="Text 24"/>
          <p:cNvSpPr/>
          <p:nvPr/>
        </p:nvSpPr>
        <p:spPr>
          <a:xfrm>
            <a:off x="914400" y="2352660"/>
            <a:ext cx="361920" cy="314371"/>
          </a:xfrm>
          <a:prstGeom prst="rect">
            <a:avLst/>
          </a:prstGeom>
          <a:noFill/>
          <a:ln>
            <a:noFill/>
          </a:ln>
        </p:spPr>
        <p:txBody>
          <a:bodyPr wrap="none" lIns="0" tIns="0" rIns="0" bIns="0" rtlCol="0" anchor="t"/>
          <a:lstStyle/>
          <a:p>
            <a:pPr algn="l" indent="0" marL="0">
              <a:lnSpc>
                <a:spcPct val="150000"/>
              </a:lnSpc>
              <a:buNone/>
            </a:pPr>
            <a:r>
              <a:rPr lang="ja-JP" altLang="en-US" sz="1050" b="1" spc="147" kern="0" dirty="0">
                <a:solidFill>
                  <a:srgbClr val="4A5D3A"/>
                </a:solidFill>
                <a:latin typeface="Noto Sans JP" pitchFamily="34" charset="0"/>
                <a:ea typeface="Noto Sans JP" pitchFamily="34" charset="-122"/>
                <a:cs typeface="Noto Sans JP" pitchFamily="34" charset="-120"/>
              </a:rPr>
              <a:t>棚</a:t>
            </a:r>
            <a:endParaRPr lang="ja-JP" altLang="en-US" sz="1050" b="1" spc="147" kern="0" dirty="0">
              <a:solidFill>
                <a:srgbClr val="4A5D3A"/>
              </a:solidFill>
              <a:latin typeface="Noto Sans JP" pitchFamily="34" charset="0"/>
              <a:ea typeface="Noto Sans JP" pitchFamily="34" charset="-122"/>
              <a:cs typeface="Noto Sans JP" pitchFamily="34" charset="-120"/>
            </a:endParaRPr>
          </a:p>
        </p:txBody>
      </p:sp>
      <p:sp>
        <p:nvSpPr>
          <p:cNvPr id="27" name="Text 25"/>
          <p:cNvSpPr/>
          <p:nvPr/>
        </p:nvSpPr>
        <p:spPr>
          <a:xfrm>
            <a:off x="1466880" y="2228850"/>
            <a:ext cx="9229771" cy="466710"/>
          </a:xfrm>
          <a:prstGeom prst="rect">
            <a:avLst/>
          </a:prstGeom>
          <a:noFill/>
          <a:ln>
            <a:noFill/>
          </a:ln>
        </p:spPr>
        <p:txBody>
          <a:bodyPr wrap="none" lIns="0" tIns="0" rIns="0" bIns="0" rtlCol="0" anchor="t"/>
          <a:lstStyle/>
          <a:p>
            <a:pPr algn="l" indent="0" marL="0">
              <a:lnSpc>
                <a:spcPct val="161000"/>
              </a:lnSpc>
              <a:buNone/>
            </a:pPr>
            <a:r>
              <a:rPr lang="ja-JP" altLang="en-US" sz="1725" spc="35" kern="0" dirty="0">
                <a:solidFill>
                  <a:srgbClr val="33312A"/>
                </a:solidFill>
                <a:latin typeface="Noto Sans JP Medium" pitchFamily="34" charset="0"/>
                <a:ea typeface="Noto Sans JP Medium" pitchFamily="34" charset="-122"/>
                <a:cs typeface="Noto Sans JP Medium" pitchFamily="34" charset="-120"/>
              </a:rPr>
              <a:t>PC</a:t>
            </a:r>
            <a:r>
              <a:rPr lang="ja-JP" altLang="en-US" sz="1650" spc="33" kern="0" dirty="0">
                <a:solidFill>
                  <a:srgbClr val="33312A"/>
                </a:solidFill>
                <a:latin typeface="Noto Sans JP" pitchFamily="34" charset="0"/>
                <a:ea typeface="Noto Sans JP" pitchFamily="34" charset="-122"/>
                <a:cs typeface="Noto Sans JP" pitchFamily="34" charset="-120"/>
              </a:rPr>
              <a:t>・スマホ・</a:t>
            </a:r>
            <a:r>
              <a:rPr lang="ja-JP" altLang="en-US" sz="1725" spc="35" kern="0" dirty="0">
                <a:solidFill>
                  <a:srgbClr val="33312A"/>
                </a:solidFill>
                <a:latin typeface="Noto Sans JP Medium" pitchFamily="34" charset="0"/>
                <a:ea typeface="Noto Sans JP Medium" pitchFamily="34" charset="-122"/>
                <a:cs typeface="Noto Sans JP Medium" pitchFamily="34" charset="-120"/>
              </a:rPr>
              <a:t>PS4</a:t>
            </a:r>
            <a:r>
              <a:rPr lang="ja-JP" altLang="en-US" sz="1650" spc="33" kern="0" dirty="0">
                <a:solidFill>
                  <a:srgbClr val="33312A"/>
                </a:solidFill>
                <a:latin typeface="Noto Sans JP" pitchFamily="34" charset="0"/>
                <a:ea typeface="Noto Sans JP" pitchFamily="34" charset="-122"/>
                <a:cs typeface="Noto Sans JP" pitchFamily="34" charset="-120"/>
              </a:rPr>
              <a:t>を同日に全世界配信。比べられる相手が、国産のスマホゲームではなくなった</a:t>
            </a:r>
            <a:endParaRPr lang="ja-JP" altLang="en-US" sz="1650" spc="33" kern="0" dirty="0">
              <a:solidFill>
                <a:srgbClr val="33312A"/>
              </a:solidFill>
              <a:latin typeface="Noto Sans JP" pitchFamily="34" charset="0"/>
              <a:ea typeface="Noto Sans JP" pitchFamily="34" charset="-122"/>
              <a:cs typeface="Noto Sans JP" pitchFamily="34" charset="-120"/>
            </a:endParaRPr>
          </a:p>
        </p:txBody>
      </p:sp>
      <p:sp>
        <p:nvSpPr>
          <p:cNvPr id="28" name="Shape 26"/>
          <p:cNvSpPr/>
          <p:nvPr/>
        </p:nvSpPr>
        <p:spPr>
          <a:xfrm>
            <a:off x="914400" y="2755544"/>
            <a:ext cx="10363170" cy="9510"/>
          </a:xfrm>
          <a:prstGeom prst="rect">
            <a:avLst/>
          </a:prstGeom>
          <a:solidFill>
            <a:srgbClr val="DFDBD0"/>
          </a:solidFill>
          <a:ln>
            <a:noFill/>
          </a:ln>
        </p:spPr>
      </p:sp>
      <p:sp>
        <p:nvSpPr>
          <p:cNvPr id="29" name="Text 27"/>
          <p:cNvSpPr/>
          <p:nvPr/>
        </p:nvSpPr>
        <p:spPr>
          <a:xfrm>
            <a:off x="914400" y="3038460"/>
            <a:ext cx="361920" cy="314371"/>
          </a:xfrm>
          <a:prstGeom prst="rect">
            <a:avLst/>
          </a:prstGeom>
          <a:noFill/>
          <a:ln>
            <a:noFill/>
          </a:ln>
        </p:spPr>
        <p:txBody>
          <a:bodyPr wrap="none" lIns="0" tIns="0" rIns="0" bIns="0" rtlCol="0" anchor="t"/>
          <a:lstStyle/>
          <a:p>
            <a:pPr algn="l" indent="0" marL="0">
              <a:lnSpc>
                <a:spcPct val="150000"/>
              </a:lnSpc>
              <a:buNone/>
            </a:pPr>
            <a:r>
              <a:rPr lang="ja-JP" altLang="en-US" sz="1050" b="1" spc="147" kern="0" dirty="0">
                <a:solidFill>
                  <a:srgbClr val="4A5D3A"/>
                </a:solidFill>
                <a:latin typeface="Noto Sans JP" pitchFamily="34" charset="0"/>
                <a:ea typeface="Noto Sans JP" pitchFamily="34" charset="-122"/>
                <a:cs typeface="Noto Sans JP" pitchFamily="34" charset="-120"/>
              </a:rPr>
              <a:t>物語</a:t>
            </a:r>
            <a:endParaRPr lang="ja-JP" altLang="en-US" sz="1050" b="1" spc="147" kern="0" dirty="0">
              <a:solidFill>
                <a:srgbClr val="4A5D3A"/>
              </a:solidFill>
              <a:latin typeface="Noto Sans JP" pitchFamily="34" charset="0"/>
              <a:ea typeface="Noto Sans JP" pitchFamily="34" charset="-122"/>
              <a:cs typeface="Noto Sans JP" pitchFamily="34" charset="-120"/>
            </a:endParaRPr>
          </a:p>
        </p:txBody>
      </p:sp>
      <p:sp>
        <p:nvSpPr>
          <p:cNvPr id="30" name="Text 28"/>
          <p:cNvSpPr/>
          <p:nvPr/>
        </p:nvSpPr>
        <p:spPr>
          <a:xfrm>
            <a:off x="1466880" y="2946105"/>
            <a:ext cx="7908463" cy="419070"/>
          </a:xfrm>
          <a:prstGeom prst="rect">
            <a:avLst/>
          </a:prstGeom>
          <a:noFill/>
          <a:ln>
            <a:noFill/>
          </a:ln>
        </p:spPr>
        <p:txBody>
          <a:bodyPr wrap="none" lIns="0" tIns="0" rIns="0" bIns="0" rtlCol="0" anchor="t"/>
          <a:lstStyle/>
          <a:p>
            <a:pPr algn="l" indent="0" marL="0">
              <a:lnSpc>
                <a:spcPct val="159000"/>
              </a:lnSpc>
              <a:buNone/>
            </a:pPr>
            <a:r>
              <a:rPr lang="ja-JP" altLang="en-US" sz="1650" spc="33" kern="0" dirty="0">
                <a:solidFill>
                  <a:srgbClr val="33312A"/>
                </a:solidFill>
                <a:latin typeface="Noto Sans JP" pitchFamily="34" charset="0"/>
                <a:ea typeface="Noto Sans JP" pitchFamily="34" charset="-122"/>
                <a:cs typeface="Noto Sans JP" pitchFamily="34" charset="-120"/>
              </a:rPr>
              <a:t>中国の風景と文化を、説明ではなく世界そのものに書き込んだ（璃月、京劇の唱）</a:t>
            </a:r>
            <a:endParaRPr lang="ja-JP" altLang="en-US" sz="1650" spc="33" kern="0" dirty="0">
              <a:solidFill>
                <a:srgbClr val="33312A"/>
              </a:solidFill>
              <a:latin typeface="Noto Sans JP" pitchFamily="34" charset="0"/>
              <a:ea typeface="Noto Sans JP" pitchFamily="34" charset="-122"/>
              <a:cs typeface="Noto Sans JP" pitchFamily="34" charset="-120"/>
            </a:endParaRPr>
          </a:p>
        </p:txBody>
      </p:sp>
      <p:sp>
        <p:nvSpPr>
          <p:cNvPr id="31" name="Text 29"/>
          <p:cNvSpPr/>
          <p:nvPr/>
        </p:nvSpPr>
        <p:spPr>
          <a:xfrm>
            <a:off x="1466880" y="3345972"/>
            <a:ext cx="1786372" cy="327538"/>
          </a:xfrm>
          <a:prstGeom prst="rect">
            <a:avLst/>
          </a:prstGeom>
          <a:noFill/>
          <a:ln>
            <a:noFill/>
          </a:ln>
        </p:spPr>
        <p:txBody>
          <a:bodyPr wrap="none" lIns="0" tIns="0" rIns="0" bIns="0" rtlCol="0" anchor="t"/>
          <a:lstStyle/>
          <a:p>
            <a:pPr algn="l" indent="0" marL="0">
              <a:lnSpc>
                <a:spcPct val="157000"/>
              </a:lnSpc>
              <a:buNone/>
            </a:pPr>
            <a:r>
              <a:rPr lang="en-US" sz="1050" spc="126" kern="0" dirty="0">
                <a:solidFill>
                  <a:srgbClr val="6E6B60"/>
                </a:solidFill>
                <a:latin typeface="Consolas" pitchFamily="34" charset="0"/>
                <a:ea typeface="Noto Sans JP" pitchFamily="34" charset="-122"/>
                <a:cs typeface="Consolas" pitchFamily="34" charset="-120"/>
              </a:rPr>
              <a:t>LIYUE / PEKING OPERA</a:t>
            </a:r>
            <a:endParaRPr lang="en-US" sz="1050" spc="126" kern="0" dirty="0">
              <a:solidFill>
                <a:srgbClr val="6E6B60"/>
              </a:solidFill>
              <a:latin typeface="Consolas" pitchFamily="34" charset="0"/>
              <a:ea typeface="Noto Sans JP" pitchFamily="34" charset="-122"/>
              <a:cs typeface="Consolas" pitchFamily="34" charset="-120"/>
            </a:endParaRPr>
          </a:p>
        </p:txBody>
      </p:sp>
      <p:sp>
        <p:nvSpPr>
          <p:cNvPr id="32" name="Text 30"/>
          <p:cNvSpPr/>
          <p:nvPr/>
        </p:nvSpPr>
        <p:spPr>
          <a:xfrm>
            <a:off x="3681923" y="3328782"/>
            <a:ext cx="625450" cy="361920"/>
          </a:xfrm>
          <a:prstGeom prst="rect">
            <a:avLst/>
          </a:prstGeom>
          <a:noFill/>
          <a:ln>
            <a:noFill/>
          </a:ln>
        </p:spPr>
        <p:txBody>
          <a:bodyPr wrap="none" lIns="0" tIns="0" rIns="0" bIns="0" rtlCol="0" anchor="t"/>
          <a:lstStyle/>
          <a:p>
            <a:pPr algn="l" indent="0" marL="0">
              <a:lnSpc>
                <a:spcPct val="186000"/>
              </a:lnSpc>
              <a:buNone/>
            </a:pPr>
            <a:r>
              <a:rPr lang="en-US" sz="1050" spc="126" kern="0" dirty="0">
                <a:solidFill>
                  <a:srgbClr val="4A5D3A"/>
                </a:solidFill>
                <a:latin typeface="Consolas" pitchFamily="34" charset="0"/>
                <a:ea typeface="Noto Sans JP" pitchFamily="34" charset="-122"/>
                <a:cs typeface="Consolas" pitchFamily="34" charset="-120"/>
              </a:rPr>
              <a:t>HOLT 03</a:t>
            </a:r>
            <a:endParaRPr lang="en-US" sz="1050" spc="126" kern="0" dirty="0">
              <a:solidFill>
                <a:srgbClr val="4A5D3A"/>
              </a:solidFill>
              <a:latin typeface="Consolas" pitchFamily="34" charset="0"/>
              <a:ea typeface="Noto Sans JP" pitchFamily="34" charset="-122"/>
              <a:cs typeface="Consolas" pitchFamily="34" charset="-120"/>
            </a:endParaRPr>
          </a:p>
        </p:txBody>
      </p:sp>
      <p:sp>
        <p:nvSpPr>
          <p:cNvPr id="33" name="Shape 31"/>
          <p:cNvSpPr/>
          <p:nvPr/>
        </p:nvSpPr>
        <p:spPr>
          <a:xfrm>
            <a:off x="914400" y="3905220"/>
            <a:ext cx="19020" cy="617220"/>
          </a:xfrm>
          <a:prstGeom prst="rect">
            <a:avLst/>
          </a:prstGeom>
          <a:solidFill>
            <a:srgbClr val="C9C4B8"/>
          </a:solidFill>
          <a:ln>
            <a:noFill/>
          </a:ln>
        </p:spPr>
      </p:sp>
      <p:sp>
        <p:nvSpPr>
          <p:cNvPr id="34" name="Text 32"/>
          <p:cNvSpPr/>
          <p:nvPr/>
        </p:nvSpPr>
        <p:spPr>
          <a:xfrm>
            <a:off x="1143000" y="3905220"/>
            <a:ext cx="8648670" cy="731520"/>
          </a:xfrm>
          <a:prstGeom prst="rect">
            <a:avLst/>
          </a:prstGeom>
          <a:noFill/>
          <a:ln>
            <a:noFill/>
          </a:ln>
        </p:spPr>
        <p:txBody>
          <a:bodyPr wrap="square" lIns="0" tIns="0" rIns="0" bIns="0" rtlCol="0" anchor="t"/>
          <a:lstStyle/>
          <a:p>
            <a:pPr algn="l" indent="0" marL="0">
              <a:lnSpc>
                <a:spcPct val="168000"/>
              </a:lnSpc>
              <a:buNone/>
            </a:pPr>
            <a:r>
              <a:rPr lang="ja-JP" altLang="en-US" sz="1125" dirty="0">
                <a:solidFill>
                  <a:srgbClr val="5C5A50"/>
                </a:solidFill>
                <a:latin typeface="Noto Sans JP" pitchFamily="34" charset="0"/>
                <a:ea typeface="Noto Sans JP" pitchFamily="34" charset="-122"/>
                <a:cs typeface="Noto Sans JP" pitchFamily="34" charset="-120"/>
              </a:rPr>
              <a:t>当時よく言われていたこと</a:t>
            </a:r>
            <a:endParaRPr lang="ja-JP" altLang="en-US" sz="1125" dirty="0">
              <a:solidFill>
                <a:srgbClr val="5C5A50"/>
              </a:solidFill>
              <a:latin typeface="Noto Sans JP" pitchFamily="34" charset="0"/>
              <a:ea typeface="Noto Sans JP" pitchFamily="34" charset="-122"/>
              <a:cs typeface="Noto Sans JP" pitchFamily="34" charset="-120"/>
            </a:endParaRPr>
          </a:p>
          <a:p>
            <a:pPr algn="l" indent="0" marL="0">
              <a:lnSpc>
                <a:spcPct val="168000"/>
              </a:lnSpc>
              <a:buNone/>
            </a:pPr>
            <a:r>
              <a:rPr lang="ja-JP" altLang="en-US" sz="1425" dirty="0">
                <a:solidFill>
                  <a:srgbClr val="5C5A50"/>
                </a:solidFill>
                <a:latin typeface="Noto Sans JP" pitchFamily="34" charset="0"/>
                <a:ea typeface="Noto Sans JP" pitchFamily="34" charset="-122"/>
                <a:cs typeface="Noto Sans JP" pitchFamily="34" charset="-120"/>
              </a:rPr>
              <a:t>日本のゲーム業界では、二次元ものは内需向けで海外では売れない、と言われていた。</a:t>
            </a:r>
            <a:endParaRPr lang="ja-JP" altLang="en-US" sz="1425" dirty="0">
              <a:solidFill>
                <a:srgbClr val="5C5A50"/>
              </a:solidFill>
              <a:latin typeface="Noto Sans JP" pitchFamily="34" charset="0"/>
              <a:ea typeface="Noto Sans JP" pitchFamily="34" charset="-122"/>
              <a:cs typeface="Noto Sans JP" pitchFamily="34" charset="-120"/>
            </a:endParaRPr>
          </a:p>
        </p:txBody>
      </p:sp>
      <p:sp>
        <p:nvSpPr>
          <p:cNvPr id="35" name="Shape 33"/>
          <p:cNvSpPr/>
          <p:nvPr/>
        </p:nvSpPr>
        <p:spPr>
          <a:xfrm>
            <a:off x="914400" y="4857750"/>
            <a:ext cx="10363170" cy="9510"/>
          </a:xfrm>
          <a:prstGeom prst="rect">
            <a:avLst/>
          </a:prstGeom>
          <a:solidFill>
            <a:srgbClr val="C9C4B8"/>
          </a:solidFill>
          <a:ln>
            <a:noFill/>
          </a:ln>
        </p:spPr>
      </p:sp>
      <p:sp>
        <p:nvSpPr>
          <p:cNvPr id="36" name="Shape 34"/>
          <p:cNvSpPr/>
          <p:nvPr/>
        </p:nvSpPr>
        <p:spPr>
          <a:xfrm>
            <a:off x="914400" y="5143500"/>
            <a:ext cx="190470" cy="19020"/>
          </a:xfrm>
          <a:prstGeom prst="rect">
            <a:avLst/>
          </a:prstGeom>
          <a:solidFill>
            <a:srgbClr val="4A5D3A"/>
          </a:solidFill>
          <a:ln>
            <a:noFill/>
          </a:ln>
        </p:spPr>
      </p:sp>
      <p:sp>
        <p:nvSpPr>
          <p:cNvPr id="37" name="Text 35"/>
          <p:cNvSpPr/>
          <p:nvPr/>
        </p:nvSpPr>
        <p:spPr>
          <a:xfrm>
            <a:off x="914400" y="5257800"/>
            <a:ext cx="361920" cy="361920"/>
          </a:xfrm>
          <a:prstGeom prst="rect">
            <a:avLst/>
          </a:prstGeom>
          <a:noFill/>
          <a:ln>
            <a:noFill/>
          </a:ln>
        </p:spPr>
        <p:txBody>
          <a:bodyPr wrap="none" lIns="0" tIns="0" rIns="0" bIns="0" rtlCol="0" anchor="t"/>
          <a:lstStyle/>
          <a:p>
            <a:pPr algn="l" indent="0" marL="0">
              <a:lnSpc>
                <a:spcPct val="171000"/>
              </a:lnSpc>
              <a:buNone/>
            </a:pPr>
            <a:r>
              <a:rPr lang="ja-JP" altLang="en-US" sz="1050" dirty="0">
                <a:solidFill>
                  <a:srgbClr val="4A5D3A"/>
                </a:solidFill>
                <a:latin typeface="Noto Sans JP" pitchFamily="34" charset="0"/>
                <a:ea typeface="Noto Sans JP" pitchFamily="34" charset="-122"/>
                <a:cs typeface="Noto Sans JP" pitchFamily="34" charset="-120"/>
              </a:rPr>
              <a:t>結果</a:t>
            </a:r>
            <a:endParaRPr lang="ja-JP" altLang="en-US" sz="1050" dirty="0">
              <a:solidFill>
                <a:srgbClr val="4A5D3A"/>
              </a:solidFill>
              <a:latin typeface="Noto Sans JP" pitchFamily="34" charset="0"/>
              <a:ea typeface="Noto Sans JP" pitchFamily="34" charset="-122"/>
              <a:cs typeface="Noto Sans JP" pitchFamily="34" charset="-120"/>
            </a:endParaRPr>
          </a:p>
        </p:txBody>
      </p:sp>
      <p:sp>
        <p:nvSpPr>
          <p:cNvPr id="38" name="Text 36"/>
          <p:cNvSpPr/>
          <p:nvPr/>
        </p:nvSpPr>
        <p:spPr>
          <a:xfrm>
            <a:off x="1466880" y="5143500"/>
            <a:ext cx="9810780" cy="1071585"/>
          </a:xfrm>
          <a:prstGeom prst="rect">
            <a:avLst/>
          </a:prstGeom>
          <a:noFill/>
          <a:ln>
            <a:noFill/>
          </a:ln>
        </p:spPr>
        <p:txBody>
          <a:bodyPr wrap="square" lIns="0" tIns="0" rIns="0" bIns="0" rtlCol="0" anchor="t"/>
          <a:lstStyle/>
          <a:p>
            <a:pPr algn="l" indent="0" marL="0">
              <a:lnSpc>
                <a:spcPct val="150000"/>
              </a:lnSpc>
              <a:buNone/>
            </a:pPr>
            <a:r>
              <a:rPr lang="ja-JP" altLang="en-US" sz="3000" dirty="0">
                <a:solidFill>
                  <a:srgbClr val="1B1A16"/>
                </a:solidFill>
                <a:latin typeface="Noto Serif JP Medium" pitchFamily="34" charset="0"/>
                <a:ea typeface="Noto Serif JP Medium" pitchFamily="34" charset="-122"/>
                <a:cs typeface="Noto Serif JP Medium" pitchFamily="34" charset="-120"/>
              </a:rPr>
              <a:t>日本が、二番目に大きい市場になった。</a:t>
            </a:r>
            <a:endParaRPr lang="ja-JP" altLang="en-US" sz="3000" dirty="0">
              <a:solidFill>
                <a:srgbClr val="1B1A16"/>
              </a:solidFill>
              <a:latin typeface="Noto Serif JP Medium" pitchFamily="34" charset="0"/>
              <a:ea typeface="Noto Serif JP Medium" pitchFamily="34" charset="-122"/>
              <a:cs typeface="Noto Serif JP Medium" pitchFamily="34" charset="-120"/>
            </a:endParaRPr>
          </a:p>
          <a:p>
            <a:pPr algn="l" indent="0" marL="0">
              <a:lnSpc>
                <a:spcPct val="150000"/>
              </a:lnSpc>
              <a:spcBef>
                <a:spcPts val="1200"/>
              </a:spcBef>
              <a:buNone/>
            </a:pPr>
            <a:r>
              <a:rPr lang="ja-JP" altLang="en-US" sz="975" dirty="0">
                <a:solidFill>
                  <a:srgbClr val="6E6B60"/>
                </a:solidFill>
                <a:latin typeface="Consolas" pitchFamily="34" charset="0"/>
                <a:ea typeface="Noto Sans JP" pitchFamily="34" charset="-122"/>
                <a:cs typeface="Consolas" pitchFamily="34" charset="-120"/>
              </a:rPr>
              <a:t>国別2位・約24%（モバイル課金のみ／Sensor Tower 推計・2022年9月時点）</a:t>
            </a:r>
            <a:endParaRPr lang="ja-JP" altLang="en-US" sz="975" dirty="0">
              <a:solidFill>
                <a:srgbClr val="6E6B60"/>
              </a:solidFill>
              <a:latin typeface="Consolas" pitchFamily="34" charset="0"/>
              <a:ea typeface="Noto Sans JP" pitchFamily="34" charset="-122"/>
              <a:cs typeface="Consolas" pitchFamily="34" charset="-120"/>
            </a:endParaRPr>
          </a:p>
        </p:txBody>
      </p:sp>
      <p:sp>
        <p:nvSpPr>
          <p:cNvPr id="39" name="Shape 37"/>
          <p:cNvSpPr/>
          <p:nvPr/>
        </p:nvSpPr>
        <p:spPr>
          <a:xfrm>
            <a:off x="914400" y="790590"/>
            <a:ext cx="154716" cy="28621"/>
          </a:xfrm>
          <a:prstGeom prst="rect">
            <a:avLst/>
          </a:prstGeom>
          <a:solidFill>
            <a:srgbClr val="2A6B72"/>
          </a:solidFill>
          <a:ln>
            <a:noFill/>
          </a:ln>
        </p:spPr>
      </p:sp>
      <p:sp>
        <p:nvSpPr>
          <p:cNvPr id="40" name="Shape 38"/>
          <p:cNvSpPr/>
          <p:nvPr/>
        </p:nvSpPr>
        <p:spPr>
          <a:xfrm>
            <a:off x="1103772" y="790590"/>
            <a:ext cx="154716" cy="28621"/>
          </a:xfrm>
          <a:prstGeom prst="rect">
            <a:avLst/>
          </a:prstGeom>
          <a:solidFill>
            <a:srgbClr val="2A6B72"/>
          </a:solidFill>
          <a:ln>
            <a:noFill/>
          </a:ln>
        </p:spPr>
      </p:sp>
      <p:sp>
        <p:nvSpPr>
          <p:cNvPr id="41" name="Shape 39"/>
          <p:cNvSpPr/>
          <p:nvPr/>
        </p:nvSpPr>
        <p:spPr>
          <a:xfrm>
            <a:off x="1293144" y="790590"/>
            <a:ext cx="154716" cy="28621"/>
          </a:xfrm>
          <a:prstGeom prst="rect">
            <a:avLst/>
          </a:prstGeom>
          <a:solidFill>
            <a:srgbClr val="2A6B72"/>
          </a:solidFill>
          <a:ln>
            <a:noFill/>
          </a:ln>
        </p:spPr>
      </p:sp>
      <p:sp>
        <p:nvSpPr>
          <p:cNvPr id="42" name="Text 40"/>
          <p:cNvSpPr/>
          <p:nvPr/>
        </p:nvSpPr>
        <p:spPr>
          <a:xfrm>
            <a:off x="8420070" y="6362670"/>
            <a:ext cx="2857500" cy="209580"/>
          </a:xfrm>
          <a:prstGeom prst="rect">
            <a:avLst/>
          </a:prstGeom>
          <a:noFill/>
          <a:ln>
            <a:noFill/>
          </a:ln>
        </p:spPr>
        <p:txBody>
          <a:bodyPr wrap="square" lIns="0" tIns="0" rIns="0" bIns="0" rtlCol="0" anchor="t"/>
          <a:lstStyle/>
          <a:p>
            <a:pPr algn="r" indent="0" marL="0">
              <a:buNone/>
            </a:pPr>
            <a:r>
              <a:rPr lang="en-US" sz="975" spc="160" kern="0" dirty="0">
                <a:solidFill>
                  <a:srgbClr val="6E6B60"/>
                </a:solidFill>
                <a:latin typeface="Consolas" pitchFamily="34" charset="0"/>
                <a:ea typeface="Noto Sans JP" pitchFamily="34" charset="-122"/>
                <a:cs typeface="Consolas" pitchFamily="34" charset="-120"/>
              </a:rPr>
              <a:t>17 / 23</a:t>
            </a:r>
            <a:endParaRPr lang="en-US" sz="975" spc="160" kern="0" dirty="0">
              <a:solidFill>
                <a:srgbClr val="6E6B60"/>
              </a:solidFill>
              <a:latin typeface="Consolas" pitchFamily="34" charset="0"/>
              <a:ea typeface="Noto Sans JP" pitchFamily="34" charset="-122"/>
              <a:cs typeface="Consolas" pitchFamily="34" charset="-12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3257550" y="3467130"/>
            <a:ext cx="66660" cy="85771"/>
          </a:xfrm>
          <a:custGeom>
            <a:avLst/>
            <a:gdLst/>
            <a:ahLst/>
            <a:cxnLst/>
            <a:rect l="l" t="t" r="r" b="b"/>
            <a:pathLst>
              <a:path w="66660" h="85771">
                <a:moveTo>
                  <a:pt x="0" y="0"/>
                </a:moveTo>
                <a:lnTo>
                  <a:pt x="66660" y="0"/>
                </a:lnTo>
                <a:lnTo>
                  <a:pt x="66660" y="85771"/>
                </a:lnTo>
                <a:lnTo>
                  <a:pt x="0" y="85771"/>
                </a:lnTo>
                <a:close/>
              </a:path>
            </a:pathLst>
          </a:custGeom>
          <a:noFill/>
          <a:ln w="9525">
            <a:solidFill>
              <a:srgbClr val="C9C4B8"/>
            </a:solidFill>
            <a:prstDash val="solid"/>
          </a:ln>
        </p:spPr>
      </p:sp>
      <p:sp>
        <p:nvSpPr>
          <p:cNvPr id="3" name="Shape 1"/>
          <p:cNvSpPr/>
          <p:nvPr/>
        </p:nvSpPr>
        <p:spPr>
          <a:xfrm>
            <a:off x="3352830" y="3467130"/>
            <a:ext cx="66660" cy="85771"/>
          </a:xfrm>
          <a:custGeom>
            <a:avLst/>
            <a:gdLst/>
            <a:ahLst/>
            <a:cxnLst/>
            <a:rect l="l" t="t" r="r" b="b"/>
            <a:pathLst>
              <a:path w="66660" h="85771">
                <a:moveTo>
                  <a:pt x="0" y="0"/>
                </a:moveTo>
                <a:lnTo>
                  <a:pt x="66660" y="0"/>
                </a:lnTo>
                <a:lnTo>
                  <a:pt x="66660" y="85771"/>
                </a:lnTo>
                <a:lnTo>
                  <a:pt x="0" y="85771"/>
                </a:lnTo>
                <a:close/>
              </a:path>
            </a:pathLst>
          </a:custGeom>
          <a:solidFill>
            <a:srgbClr val="4A5D3A"/>
          </a:solidFill>
          <a:ln>
            <a:noFill/>
          </a:ln>
        </p:spPr>
      </p:sp>
      <p:sp>
        <p:nvSpPr>
          <p:cNvPr id="4" name="Shape 2"/>
          <p:cNvSpPr/>
          <p:nvPr/>
        </p:nvSpPr>
        <p:spPr>
          <a:xfrm>
            <a:off x="3438510" y="3467130"/>
            <a:ext cx="66660" cy="85771"/>
          </a:xfrm>
          <a:custGeom>
            <a:avLst/>
            <a:gdLst/>
            <a:ahLst/>
            <a:cxnLst/>
            <a:rect l="l" t="t" r="r" b="b"/>
            <a:pathLst>
              <a:path w="66660" h="85771">
                <a:moveTo>
                  <a:pt x="0" y="0"/>
                </a:moveTo>
                <a:lnTo>
                  <a:pt x="66660" y="0"/>
                </a:lnTo>
                <a:lnTo>
                  <a:pt x="66660" y="85771"/>
                </a:lnTo>
                <a:lnTo>
                  <a:pt x="0" y="85771"/>
                </a:lnTo>
                <a:close/>
              </a:path>
            </a:pathLst>
          </a:custGeom>
          <a:noFill/>
          <a:ln w="9525">
            <a:solidFill>
              <a:srgbClr val="C9C4B8"/>
            </a:solidFill>
            <a:prstDash val="solid"/>
          </a:ln>
        </p:spPr>
      </p:sp>
      <p:sp>
        <p:nvSpPr>
          <p:cNvPr id="5" name="Shape 3"/>
          <p:cNvSpPr/>
          <p:nvPr/>
        </p:nvSpPr>
        <p:spPr>
          <a:xfrm>
            <a:off x="3248040" y="3562320"/>
            <a:ext cx="266730" cy="0"/>
          </a:xfrm>
          <a:prstGeom prst="line">
            <a:avLst/>
          </a:prstGeom>
          <a:noFill/>
          <a:ln w="14288">
            <a:solidFill>
              <a:srgbClr val="33312A"/>
            </a:solidFill>
            <a:prstDash val="solid"/>
          </a:ln>
        </p:spPr>
      </p:sp>
      <p:sp>
        <p:nvSpPr>
          <p:cNvPr id="6" name="Shape 4"/>
          <p:cNvSpPr/>
          <p:nvPr/>
        </p:nvSpPr>
        <p:spPr>
          <a:xfrm>
            <a:off x="6334140" y="3409980"/>
            <a:ext cx="190470" cy="47640"/>
          </a:xfrm>
          <a:custGeom>
            <a:avLst/>
            <a:gdLst/>
            <a:ahLst/>
            <a:cxnLst/>
            <a:rect l="l" t="t" r="r" b="b"/>
            <a:pathLst>
              <a:path w="190470" h="47640">
                <a:moveTo>
                  <a:pt x="0" y="0"/>
                </a:moveTo>
                <a:lnTo>
                  <a:pt x="190470" y="0"/>
                </a:lnTo>
                <a:lnTo>
                  <a:pt x="190470" y="47640"/>
                </a:lnTo>
                <a:lnTo>
                  <a:pt x="0" y="47640"/>
                </a:lnTo>
                <a:close/>
              </a:path>
            </a:pathLst>
          </a:custGeom>
          <a:noFill/>
          <a:ln w="9525">
            <a:solidFill>
              <a:srgbClr val="33312A"/>
            </a:solidFill>
            <a:prstDash val="solid"/>
          </a:ln>
        </p:spPr>
      </p:sp>
      <p:sp>
        <p:nvSpPr>
          <p:cNvPr id="7" name="Shape 5"/>
          <p:cNvSpPr/>
          <p:nvPr/>
        </p:nvSpPr>
        <p:spPr>
          <a:xfrm>
            <a:off x="6372271" y="3476640"/>
            <a:ext cx="190470" cy="28621"/>
          </a:xfrm>
          <a:custGeom>
            <a:avLst/>
            <a:gdLst/>
            <a:ahLst/>
            <a:cxnLst/>
            <a:rect l="l" t="t" r="r" b="b"/>
            <a:pathLst>
              <a:path w="190470" h="28621">
                <a:moveTo>
                  <a:pt x="0" y="0"/>
                </a:moveTo>
                <a:lnTo>
                  <a:pt x="190470" y="0"/>
                </a:lnTo>
                <a:lnTo>
                  <a:pt x="190470" y="28621"/>
                </a:lnTo>
                <a:lnTo>
                  <a:pt x="0" y="28621"/>
                </a:lnTo>
                <a:close/>
              </a:path>
            </a:pathLst>
          </a:custGeom>
          <a:solidFill>
            <a:srgbClr val="4A5D3A"/>
          </a:solidFill>
          <a:ln>
            <a:noFill/>
          </a:ln>
        </p:spPr>
      </p:sp>
      <p:sp>
        <p:nvSpPr>
          <p:cNvPr id="8" name="Shape 6"/>
          <p:cNvSpPr/>
          <p:nvPr/>
        </p:nvSpPr>
        <p:spPr>
          <a:xfrm>
            <a:off x="6410310" y="3514771"/>
            <a:ext cx="190470" cy="47640"/>
          </a:xfrm>
          <a:custGeom>
            <a:avLst/>
            <a:gdLst/>
            <a:ahLst/>
            <a:cxnLst/>
            <a:rect l="l" t="t" r="r" b="b"/>
            <a:pathLst>
              <a:path w="190470" h="47640">
                <a:moveTo>
                  <a:pt x="0" y="0"/>
                </a:moveTo>
                <a:lnTo>
                  <a:pt x="190470" y="0"/>
                </a:lnTo>
                <a:lnTo>
                  <a:pt x="190470" y="47640"/>
                </a:lnTo>
                <a:lnTo>
                  <a:pt x="0" y="47640"/>
                </a:lnTo>
                <a:close/>
              </a:path>
            </a:pathLst>
          </a:custGeom>
          <a:solidFill>
            <a:srgbClr val="33312A"/>
          </a:solidFill>
          <a:ln>
            <a:noFill/>
          </a:ln>
        </p:spPr>
      </p:sp>
      <p:sp>
        <p:nvSpPr>
          <p:cNvPr id="9" name="Shape 7"/>
          <p:cNvSpPr/>
          <p:nvPr/>
        </p:nvSpPr>
        <p:spPr>
          <a:xfrm>
            <a:off x="9610710" y="3467130"/>
            <a:ext cx="66660" cy="85771"/>
          </a:xfrm>
          <a:custGeom>
            <a:avLst/>
            <a:gdLst/>
            <a:ahLst/>
            <a:cxnLst/>
            <a:rect l="l" t="t" r="r" b="b"/>
            <a:pathLst>
              <a:path w="66660" h="85771">
                <a:moveTo>
                  <a:pt x="0" y="0"/>
                </a:moveTo>
                <a:lnTo>
                  <a:pt x="66660" y="0"/>
                </a:lnTo>
                <a:lnTo>
                  <a:pt x="66660" y="85771"/>
                </a:lnTo>
                <a:lnTo>
                  <a:pt x="0" y="85771"/>
                </a:lnTo>
                <a:close/>
              </a:path>
            </a:pathLst>
          </a:custGeom>
          <a:noFill/>
          <a:ln w="9525">
            <a:solidFill>
              <a:srgbClr val="C9C4B8"/>
            </a:solidFill>
            <a:prstDash val="solid"/>
          </a:ln>
        </p:spPr>
      </p:sp>
      <p:sp>
        <p:nvSpPr>
          <p:cNvPr id="10" name="Shape 8"/>
          <p:cNvSpPr/>
          <p:nvPr/>
        </p:nvSpPr>
        <p:spPr>
          <a:xfrm>
            <a:off x="9696480" y="3467130"/>
            <a:ext cx="66660" cy="85771"/>
          </a:xfrm>
          <a:custGeom>
            <a:avLst/>
            <a:gdLst/>
            <a:ahLst/>
            <a:cxnLst/>
            <a:rect l="l" t="t" r="r" b="b"/>
            <a:pathLst>
              <a:path w="66660" h="85771">
                <a:moveTo>
                  <a:pt x="0" y="0"/>
                </a:moveTo>
                <a:lnTo>
                  <a:pt x="66660" y="0"/>
                </a:lnTo>
                <a:lnTo>
                  <a:pt x="66660" y="85771"/>
                </a:lnTo>
                <a:lnTo>
                  <a:pt x="0" y="85771"/>
                </a:lnTo>
                <a:close/>
              </a:path>
            </a:pathLst>
          </a:custGeom>
          <a:solidFill>
            <a:srgbClr val="4A5D3A"/>
          </a:solidFill>
          <a:ln>
            <a:noFill/>
          </a:ln>
        </p:spPr>
      </p:sp>
      <p:sp>
        <p:nvSpPr>
          <p:cNvPr id="11" name="Shape 9"/>
          <p:cNvSpPr/>
          <p:nvPr/>
        </p:nvSpPr>
        <p:spPr>
          <a:xfrm>
            <a:off x="9791670" y="3467130"/>
            <a:ext cx="66660" cy="85771"/>
          </a:xfrm>
          <a:custGeom>
            <a:avLst/>
            <a:gdLst/>
            <a:ahLst/>
            <a:cxnLst/>
            <a:rect l="l" t="t" r="r" b="b"/>
            <a:pathLst>
              <a:path w="66660" h="85771">
                <a:moveTo>
                  <a:pt x="0" y="0"/>
                </a:moveTo>
                <a:lnTo>
                  <a:pt x="66660" y="0"/>
                </a:lnTo>
                <a:lnTo>
                  <a:pt x="66660" y="85771"/>
                </a:lnTo>
                <a:lnTo>
                  <a:pt x="0" y="85771"/>
                </a:lnTo>
                <a:close/>
              </a:path>
            </a:pathLst>
          </a:custGeom>
          <a:noFill/>
          <a:ln w="9525">
            <a:solidFill>
              <a:srgbClr val="C9C4B8"/>
            </a:solidFill>
            <a:prstDash val="solid"/>
          </a:ln>
        </p:spPr>
      </p:sp>
      <p:sp>
        <p:nvSpPr>
          <p:cNvPr id="12" name="Shape 10"/>
          <p:cNvSpPr/>
          <p:nvPr/>
        </p:nvSpPr>
        <p:spPr>
          <a:xfrm>
            <a:off x="9601200" y="3562320"/>
            <a:ext cx="266730" cy="0"/>
          </a:xfrm>
          <a:prstGeom prst="line">
            <a:avLst/>
          </a:prstGeom>
          <a:noFill/>
          <a:ln w="14288">
            <a:solidFill>
              <a:srgbClr val="33312A"/>
            </a:solidFill>
            <a:prstDash val="solid"/>
          </a:ln>
        </p:spPr>
      </p:sp>
      <p:sp>
        <p:nvSpPr>
          <p:cNvPr id="13" name="Shape 11"/>
          <p:cNvSpPr/>
          <p:nvPr/>
        </p:nvSpPr>
        <p:spPr>
          <a:xfrm>
            <a:off x="9963120" y="3409980"/>
            <a:ext cx="190470" cy="47640"/>
          </a:xfrm>
          <a:custGeom>
            <a:avLst/>
            <a:gdLst/>
            <a:ahLst/>
            <a:cxnLst/>
            <a:rect l="l" t="t" r="r" b="b"/>
            <a:pathLst>
              <a:path w="190470" h="47640">
                <a:moveTo>
                  <a:pt x="0" y="0"/>
                </a:moveTo>
                <a:lnTo>
                  <a:pt x="190470" y="0"/>
                </a:lnTo>
                <a:lnTo>
                  <a:pt x="190470" y="47640"/>
                </a:lnTo>
                <a:lnTo>
                  <a:pt x="0" y="47640"/>
                </a:lnTo>
                <a:close/>
              </a:path>
            </a:pathLst>
          </a:custGeom>
          <a:noFill/>
          <a:ln w="9525">
            <a:solidFill>
              <a:srgbClr val="33312A"/>
            </a:solidFill>
            <a:prstDash val="solid"/>
          </a:ln>
        </p:spPr>
      </p:sp>
      <p:sp>
        <p:nvSpPr>
          <p:cNvPr id="14" name="Shape 12"/>
          <p:cNvSpPr/>
          <p:nvPr/>
        </p:nvSpPr>
        <p:spPr>
          <a:xfrm>
            <a:off x="10001250" y="3476640"/>
            <a:ext cx="190470" cy="28621"/>
          </a:xfrm>
          <a:custGeom>
            <a:avLst/>
            <a:gdLst/>
            <a:ahLst/>
            <a:cxnLst/>
            <a:rect l="l" t="t" r="r" b="b"/>
            <a:pathLst>
              <a:path w="190470" h="28621">
                <a:moveTo>
                  <a:pt x="0" y="0"/>
                </a:moveTo>
                <a:lnTo>
                  <a:pt x="190470" y="0"/>
                </a:lnTo>
                <a:lnTo>
                  <a:pt x="190470" y="28621"/>
                </a:lnTo>
                <a:lnTo>
                  <a:pt x="0" y="28621"/>
                </a:lnTo>
                <a:close/>
              </a:path>
            </a:pathLst>
          </a:custGeom>
          <a:solidFill>
            <a:srgbClr val="4A5D3A"/>
          </a:solidFill>
          <a:ln>
            <a:noFill/>
          </a:ln>
        </p:spPr>
      </p:sp>
      <p:sp>
        <p:nvSpPr>
          <p:cNvPr id="15" name="Shape 13"/>
          <p:cNvSpPr/>
          <p:nvPr/>
        </p:nvSpPr>
        <p:spPr>
          <a:xfrm>
            <a:off x="10039380" y="3514771"/>
            <a:ext cx="190470" cy="47640"/>
          </a:xfrm>
          <a:custGeom>
            <a:avLst/>
            <a:gdLst/>
            <a:ahLst/>
            <a:cxnLst/>
            <a:rect l="l" t="t" r="r" b="b"/>
            <a:pathLst>
              <a:path w="190470" h="47640">
                <a:moveTo>
                  <a:pt x="0" y="0"/>
                </a:moveTo>
                <a:lnTo>
                  <a:pt x="190470" y="0"/>
                </a:lnTo>
                <a:lnTo>
                  <a:pt x="190470" y="47640"/>
                </a:lnTo>
                <a:lnTo>
                  <a:pt x="0" y="47640"/>
                </a:lnTo>
                <a:close/>
              </a:path>
            </a:pathLst>
          </a:custGeom>
          <a:solidFill>
            <a:srgbClr val="33312A"/>
          </a:solidFill>
          <a:ln>
            <a:noFill/>
          </a:ln>
        </p:spPr>
      </p:sp>
      <p:sp>
        <p:nvSpPr>
          <p:cNvPr id="16" name="Shape 14"/>
          <p:cNvSpPr/>
          <p:nvPr/>
        </p:nvSpPr>
        <p:spPr>
          <a:xfrm>
            <a:off x="2981310" y="5229271"/>
            <a:ext cx="0" cy="419070"/>
          </a:xfrm>
          <a:prstGeom prst="line">
            <a:avLst/>
          </a:prstGeom>
          <a:noFill/>
          <a:ln w="14288">
            <a:solidFill>
              <a:srgbClr val="4A5D3A">
                <a:alpha val="55000"/>
              </a:srgbClr>
            </a:solidFill>
            <a:prstDash val="solid"/>
          </a:ln>
        </p:spPr>
      </p:sp>
      <p:sp>
        <p:nvSpPr>
          <p:cNvPr id="17" name="Shape 15"/>
          <p:cNvSpPr/>
          <p:nvPr/>
        </p:nvSpPr>
        <p:spPr>
          <a:xfrm>
            <a:off x="2981310" y="5343571"/>
            <a:ext cx="8286750" cy="0"/>
          </a:xfrm>
          <a:prstGeom prst="line">
            <a:avLst/>
          </a:prstGeom>
          <a:noFill/>
          <a:ln w="14288">
            <a:solidFill>
              <a:srgbClr val="4A5D3A">
                <a:alpha val="55000"/>
              </a:srgbClr>
            </a:solidFill>
            <a:prstDash val="solid"/>
          </a:ln>
        </p:spPr>
      </p:sp>
      <p:sp>
        <p:nvSpPr>
          <p:cNvPr id="18" name="Shape 16"/>
          <p:cNvSpPr/>
          <p:nvPr/>
        </p:nvSpPr>
        <p:spPr>
          <a:xfrm>
            <a:off x="11268060" y="5229271"/>
            <a:ext cx="0" cy="114300"/>
          </a:xfrm>
          <a:prstGeom prst="line">
            <a:avLst/>
          </a:prstGeom>
          <a:noFill/>
          <a:ln w="14288">
            <a:solidFill>
              <a:srgbClr val="4A5D3A">
                <a:alpha val="55000"/>
              </a:srgbClr>
            </a:solidFill>
            <a:prstDash val="solid"/>
          </a:ln>
        </p:spPr>
      </p:sp>
      <p:sp>
        <p:nvSpPr>
          <p:cNvPr id="19" name="Text 17"/>
          <p:cNvSpPr/>
          <p:nvPr/>
        </p:nvSpPr>
        <p:spPr>
          <a:xfrm>
            <a:off x="914400" y="457200"/>
            <a:ext cx="266730" cy="304770"/>
          </a:xfrm>
          <a:prstGeom prst="rect">
            <a:avLst/>
          </a:prstGeom>
          <a:noFill/>
          <a:ln>
            <a:noFill/>
          </a:ln>
        </p:spPr>
        <p:txBody>
          <a:bodyPr wrap="none" lIns="0" tIns="0" rIns="0" bIns="0" rtlCol="0" anchor="t"/>
          <a:lstStyle/>
          <a:p>
            <a:pPr algn="l" indent="0" marL="0">
              <a:lnSpc>
                <a:spcPct val="154000"/>
              </a:lnSpc>
              <a:buNone/>
            </a:pPr>
            <a:r>
              <a:rPr lang="en-US" sz="975" b="1" spc="156" kern="0" dirty="0">
                <a:solidFill>
                  <a:srgbClr val="4A5D3A"/>
                </a:solidFill>
                <a:latin typeface="Consolas" pitchFamily="34" charset="0"/>
                <a:ea typeface="Noto Sans JP" pitchFamily="34" charset="-122"/>
                <a:cs typeface="Consolas" pitchFamily="34" charset="-120"/>
              </a:rPr>
              <a:t>S18</a:t>
            </a:r>
            <a:endParaRPr lang="en-US" sz="975" b="1" spc="156" kern="0" dirty="0">
              <a:solidFill>
                <a:srgbClr val="4A5D3A"/>
              </a:solidFill>
              <a:latin typeface="Consolas" pitchFamily="34" charset="0"/>
              <a:ea typeface="Noto Sans JP" pitchFamily="34" charset="-122"/>
              <a:cs typeface="Consolas" pitchFamily="34" charset="-120"/>
            </a:endParaRPr>
          </a:p>
        </p:txBody>
      </p:sp>
      <p:sp>
        <p:nvSpPr>
          <p:cNvPr id="20" name="Text 18"/>
          <p:cNvSpPr/>
          <p:nvPr/>
        </p:nvSpPr>
        <p:spPr>
          <a:xfrm>
            <a:off x="1333470" y="438180"/>
            <a:ext cx="895380" cy="314371"/>
          </a:xfrm>
          <a:prstGeom prst="rect">
            <a:avLst/>
          </a:prstGeom>
          <a:noFill/>
          <a:ln>
            <a:noFill/>
          </a:ln>
        </p:spPr>
        <p:txBody>
          <a:bodyPr wrap="none" lIns="0" tIns="0" rIns="0" bIns="0" rtlCol="0" anchor="t"/>
          <a:lstStyle/>
          <a:p>
            <a:pPr algn="l" indent="0" marL="0">
              <a:lnSpc>
                <a:spcPct val="150000"/>
              </a:lnSpc>
              <a:buNone/>
            </a:pPr>
            <a:r>
              <a:rPr lang="ja-JP" altLang="en-US" sz="1050" spc="126" kern="0" dirty="0">
                <a:solidFill>
                  <a:srgbClr val="33312A"/>
                </a:solidFill>
                <a:latin typeface="Noto Sans JP" pitchFamily="34" charset="0"/>
                <a:ea typeface="Noto Sans JP" pitchFamily="34" charset="-122"/>
                <a:cs typeface="Noto Sans JP" pitchFamily="34" charset="-120"/>
              </a:rPr>
              <a:t>三つを並べる</a:t>
            </a:r>
            <a:endParaRPr lang="ja-JP" altLang="en-US" sz="1050" spc="126" kern="0" dirty="0">
              <a:solidFill>
                <a:srgbClr val="33312A"/>
              </a:solidFill>
              <a:latin typeface="Noto Sans JP" pitchFamily="34" charset="0"/>
              <a:ea typeface="Noto Sans JP" pitchFamily="34" charset="-122"/>
              <a:cs typeface="Noto Sans JP" pitchFamily="34" charset="-120"/>
            </a:endParaRPr>
          </a:p>
        </p:txBody>
      </p:sp>
      <p:sp>
        <p:nvSpPr>
          <p:cNvPr id="21" name="Shape 19"/>
          <p:cNvSpPr/>
          <p:nvPr/>
        </p:nvSpPr>
        <p:spPr>
          <a:xfrm>
            <a:off x="914400" y="800100"/>
            <a:ext cx="10363170" cy="9510"/>
          </a:xfrm>
          <a:prstGeom prst="rect">
            <a:avLst/>
          </a:prstGeom>
          <a:solidFill>
            <a:srgbClr val="C9C4B8"/>
          </a:solidFill>
          <a:ln>
            <a:noFill/>
          </a:ln>
        </p:spPr>
      </p:sp>
      <p:sp>
        <p:nvSpPr>
          <p:cNvPr id="22" name="Text 20"/>
          <p:cNvSpPr/>
          <p:nvPr/>
        </p:nvSpPr>
        <p:spPr>
          <a:xfrm>
            <a:off x="2971800" y="1143000"/>
            <a:ext cx="2638410" cy="704820"/>
          </a:xfrm>
          <a:prstGeom prst="rect">
            <a:avLst/>
          </a:prstGeom>
          <a:noFill/>
          <a:ln>
            <a:noFill/>
          </a:ln>
        </p:spPr>
        <p:txBody>
          <a:bodyPr wrap="square" lIns="0" tIns="0" rIns="0" bIns="0" rtlCol="0" anchor="t"/>
          <a:lstStyle/>
          <a:p>
            <a:pPr algn="l" indent="0" marL="0">
              <a:lnSpc>
                <a:spcPct val="150000"/>
              </a:lnSpc>
              <a:buNone/>
            </a:pPr>
            <a:r>
              <a:rPr lang="ja-JP" altLang="en-US" sz="1650" b="1" dirty="0">
                <a:solidFill>
                  <a:srgbClr val="9C4A3C"/>
                </a:solidFill>
                <a:latin typeface="Noto Sans JP" pitchFamily="34" charset="0"/>
                <a:ea typeface="Noto Sans JP" pitchFamily="34" charset="-122"/>
                <a:cs typeface="Noto Sans JP" pitchFamily="34" charset="-120"/>
              </a:rPr>
              <a:t>任天堂</a:t>
            </a:r>
            <a:endParaRPr lang="ja-JP" altLang="en-US" sz="1650" b="1" dirty="0">
              <a:solidFill>
                <a:srgbClr val="9C4A3C"/>
              </a:solidFill>
              <a:latin typeface="Noto Sans JP" pitchFamily="34" charset="0"/>
              <a:ea typeface="Noto Sans JP" pitchFamily="34" charset="-122"/>
              <a:cs typeface="Noto Sans JP" pitchFamily="34" charset="-120"/>
            </a:endParaRPr>
          </a:p>
          <a:p>
            <a:pPr algn="l" indent="0" marL="0">
              <a:lnSpc>
                <a:spcPct val="150000"/>
              </a:lnSpc>
              <a:spcBef>
                <a:spcPts val="600"/>
              </a:spcBef>
              <a:buNone/>
            </a:pPr>
            <a:r>
              <a:rPr lang="en-US" sz="1050" dirty="0">
                <a:solidFill>
                  <a:srgbClr val="6E6B60"/>
                </a:solidFill>
                <a:latin typeface="Consolas" pitchFamily="34" charset="0"/>
                <a:ea typeface="Noto Sans JP" pitchFamily="34" charset="-122"/>
                <a:cs typeface="Consolas" pitchFamily="34" charset="-120"/>
              </a:rPr>
              <a:t>NINTENDO</a:t>
            </a:r>
            <a:endParaRPr lang="en-US" sz="1050" dirty="0">
              <a:solidFill>
                <a:srgbClr val="6E6B60"/>
              </a:solidFill>
              <a:latin typeface="Consolas" pitchFamily="34" charset="0"/>
              <a:ea typeface="Noto Sans JP" pitchFamily="34" charset="-122"/>
              <a:cs typeface="Consolas" pitchFamily="34" charset="-120"/>
            </a:endParaRPr>
          </a:p>
        </p:txBody>
      </p:sp>
      <p:sp>
        <p:nvSpPr>
          <p:cNvPr id="23" name="Text 21"/>
          <p:cNvSpPr/>
          <p:nvPr/>
        </p:nvSpPr>
        <p:spPr>
          <a:xfrm>
            <a:off x="5867430" y="1143000"/>
            <a:ext cx="2638410" cy="704820"/>
          </a:xfrm>
          <a:prstGeom prst="rect">
            <a:avLst/>
          </a:prstGeom>
          <a:noFill/>
          <a:ln>
            <a:noFill/>
          </a:ln>
        </p:spPr>
        <p:txBody>
          <a:bodyPr wrap="square" lIns="0" tIns="0" rIns="0" bIns="0" rtlCol="0" anchor="t"/>
          <a:lstStyle/>
          <a:p>
            <a:pPr algn="l" indent="0" marL="0">
              <a:lnSpc>
                <a:spcPct val="150000"/>
              </a:lnSpc>
              <a:buNone/>
            </a:pPr>
            <a:r>
              <a:rPr lang="en-US" sz="1650" b="1" dirty="0">
                <a:solidFill>
                  <a:srgbClr val="7E611B"/>
                </a:solidFill>
                <a:latin typeface="Noto Sans JP" pitchFamily="34" charset="0"/>
                <a:ea typeface="Noto Sans JP" pitchFamily="34" charset="-122"/>
                <a:cs typeface="Noto Sans JP" pitchFamily="34" charset="-120"/>
              </a:rPr>
              <a:t>Cyberpunk 2077</a:t>
            </a:r>
            <a:endParaRPr lang="en-US" sz="1650" b="1" dirty="0">
              <a:solidFill>
                <a:srgbClr val="7E611B"/>
              </a:solidFill>
              <a:latin typeface="Noto Sans JP" pitchFamily="34" charset="0"/>
              <a:ea typeface="Noto Sans JP" pitchFamily="34" charset="-122"/>
              <a:cs typeface="Noto Sans JP" pitchFamily="34" charset="-120"/>
            </a:endParaRPr>
          </a:p>
          <a:p>
            <a:pPr algn="l" indent="0" marL="0">
              <a:lnSpc>
                <a:spcPct val="150000"/>
              </a:lnSpc>
              <a:spcBef>
                <a:spcPts val="600"/>
              </a:spcBef>
              <a:buNone/>
            </a:pPr>
            <a:r>
              <a:rPr lang="en-US" sz="1050" dirty="0">
                <a:solidFill>
                  <a:srgbClr val="6E6B60"/>
                </a:solidFill>
                <a:latin typeface="Consolas" pitchFamily="34" charset="0"/>
                <a:ea typeface="Noto Sans JP" pitchFamily="34" charset="-122"/>
                <a:cs typeface="Consolas" pitchFamily="34" charset="-120"/>
              </a:rPr>
              <a:t>CD PROJEKT RED</a:t>
            </a:r>
            <a:endParaRPr lang="en-US" sz="1050" dirty="0">
              <a:solidFill>
                <a:srgbClr val="6E6B60"/>
              </a:solidFill>
              <a:latin typeface="Consolas" pitchFamily="34" charset="0"/>
              <a:ea typeface="Noto Sans JP" pitchFamily="34" charset="-122"/>
              <a:cs typeface="Consolas" pitchFamily="34" charset="-120"/>
            </a:endParaRPr>
          </a:p>
        </p:txBody>
      </p:sp>
      <p:sp>
        <p:nvSpPr>
          <p:cNvPr id="24" name="Text 22"/>
          <p:cNvSpPr/>
          <p:nvPr/>
        </p:nvSpPr>
        <p:spPr>
          <a:xfrm>
            <a:off x="8762970" y="1143000"/>
            <a:ext cx="2514600" cy="704820"/>
          </a:xfrm>
          <a:prstGeom prst="rect">
            <a:avLst/>
          </a:prstGeom>
          <a:noFill/>
          <a:ln>
            <a:noFill/>
          </a:ln>
        </p:spPr>
        <p:txBody>
          <a:bodyPr wrap="square" lIns="0" tIns="0" rIns="0" bIns="0" rtlCol="0" anchor="t"/>
          <a:lstStyle/>
          <a:p>
            <a:pPr algn="l" indent="0" marL="0">
              <a:lnSpc>
                <a:spcPct val="150000"/>
              </a:lnSpc>
              <a:buNone/>
            </a:pPr>
            <a:r>
              <a:rPr lang="ja-JP" altLang="en-US" sz="1650" b="1" dirty="0">
                <a:solidFill>
                  <a:srgbClr val="2A6B72"/>
                </a:solidFill>
                <a:latin typeface="Noto Sans JP" pitchFamily="34" charset="0"/>
                <a:ea typeface="Noto Sans JP" pitchFamily="34" charset="-122"/>
                <a:cs typeface="Noto Sans JP" pitchFamily="34" charset="-120"/>
              </a:rPr>
              <a:t>原神</a:t>
            </a:r>
            <a:endParaRPr lang="ja-JP" altLang="en-US" sz="1650" b="1" dirty="0">
              <a:solidFill>
                <a:srgbClr val="2A6B72"/>
              </a:solidFill>
              <a:latin typeface="Noto Sans JP" pitchFamily="34" charset="0"/>
              <a:ea typeface="Noto Sans JP" pitchFamily="34" charset="-122"/>
              <a:cs typeface="Noto Sans JP" pitchFamily="34" charset="-120"/>
            </a:endParaRPr>
          </a:p>
          <a:p>
            <a:pPr algn="l" indent="0" marL="0">
              <a:lnSpc>
                <a:spcPct val="150000"/>
              </a:lnSpc>
              <a:spcBef>
                <a:spcPts val="600"/>
              </a:spcBef>
              <a:buNone/>
            </a:pPr>
            <a:r>
              <a:rPr lang="en-US" sz="1050" dirty="0">
                <a:solidFill>
                  <a:srgbClr val="6E6B60"/>
                </a:solidFill>
                <a:latin typeface="Consolas" pitchFamily="34" charset="0"/>
                <a:ea typeface="Noto Sans JP" pitchFamily="34" charset="-122"/>
                <a:cs typeface="Consolas" pitchFamily="34" charset="-120"/>
              </a:rPr>
              <a:t>GENSHIN IMPACT</a:t>
            </a:r>
            <a:endParaRPr lang="en-US" sz="1050" dirty="0">
              <a:solidFill>
                <a:srgbClr val="6E6B60"/>
              </a:solidFill>
              <a:latin typeface="Consolas" pitchFamily="34" charset="0"/>
              <a:ea typeface="Noto Sans JP" pitchFamily="34" charset="-122"/>
              <a:cs typeface="Consolas" pitchFamily="34" charset="-120"/>
            </a:endParaRPr>
          </a:p>
        </p:txBody>
      </p:sp>
      <p:sp>
        <p:nvSpPr>
          <p:cNvPr id="25" name="Shape 23"/>
          <p:cNvSpPr/>
          <p:nvPr/>
        </p:nvSpPr>
        <p:spPr>
          <a:xfrm>
            <a:off x="914400" y="1943100"/>
            <a:ext cx="10363170" cy="9510"/>
          </a:xfrm>
          <a:prstGeom prst="rect">
            <a:avLst/>
          </a:prstGeom>
          <a:solidFill>
            <a:srgbClr val="C9C4B8"/>
          </a:solidFill>
          <a:ln>
            <a:noFill/>
          </a:ln>
        </p:spPr>
      </p:sp>
      <p:sp>
        <p:nvSpPr>
          <p:cNvPr id="26" name="Text 24"/>
          <p:cNvSpPr/>
          <p:nvPr/>
        </p:nvSpPr>
        <p:spPr>
          <a:xfrm>
            <a:off x="914400" y="2181210"/>
            <a:ext cx="1771650" cy="590520"/>
          </a:xfrm>
          <a:prstGeom prst="rect">
            <a:avLst/>
          </a:prstGeom>
          <a:noFill/>
          <a:ln>
            <a:noFill/>
          </a:ln>
        </p:spPr>
        <p:txBody>
          <a:bodyPr wrap="square" lIns="0" tIns="0" rIns="0" bIns="0" rtlCol="0" anchor="t"/>
          <a:lstStyle/>
          <a:p>
            <a:pPr algn="l" indent="0" marL="0">
              <a:lnSpc>
                <a:spcPct val="153000"/>
              </a:lnSpc>
              <a:buNone/>
            </a:pPr>
            <a:r>
              <a:rPr lang="en-US" sz="975" dirty="0">
                <a:solidFill>
                  <a:srgbClr val="4A5D3A"/>
                </a:solidFill>
                <a:latin typeface="Consolas" pitchFamily="34" charset="0"/>
                <a:ea typeface="Noto Sans JP" pitchFamily="34" charset="-122"/>
                <a:cs typeface="Consolas" pitchFamily="34" charset="-120"/>
              </a:rPr>
              <a:t>01</a:t>
            </a:r>
            <a:endParaRPr lang="en-US" sz="975" dirty="0">
              <a:solidFill>
                <a:srgbClr val="4A5D3A"/>
              </a:solidFill>
              <a:latin typeface="Consolas" pitchFamily="34" charset="0"/>
              <a:ea typeface="Noto Sans JP" pitchFamily="34" charset="-122"/>
              <a:cs typeface="Consolas" pitchFamily="34" charset="-120"/>
            </a:endParaRPr>
          </a:p>
          <a:p>
            <a:pPr algn="l" indent="0" marL="0">
              <a:lnSpc>
                <a:spcPct val="153000"/>
              </a:lnSpc>
              <a:spcBef>
                <a:spcPts val="600"/>
              </a:spcBef>
              <a:buNone/>
            </a:pPr>
            <a:r>
              <a:rPr lang="ja-JP" altLang="en-US" sz="1125" dirty="0">
                <a:solidFill>
                  <a:srgbClr val="33312A"/>
                </a:solidFill>
                <a:latin typeface="Noto Sans JP" pitchFamily="34" charset="0"/>
                <a:ea typeface="Noto Sans JP" pitchFamily="34" charset="-122"/>
                <a:cs typeface="Noto Sans JP" pitchFamily="34" charset="-120"/>
              </a:rPr>
              <a:t>問題</a:t>
            </a:r>
            <a:endParaRPr lang="ja-JP" altLang="en-US" sz="1125" dirty="0">
              <a:solidFill>
                <a:srgbClr val="33312A"/>
              </a:solidFill>
              <a:latin typeface="Noto Sans JP" pitchFamily="34" charset="0"/>
              <a:ea typeface="Noto Sans JP" pitchFamily="34" charset="-122"/>
              <a:cs typeface="Noto Sans JP" pitchFamily="34" charset="-120"/>
            </a:endParaRPr>
          </a:p>
        </p:txBody>
      </p:sp>
      <p:sp>
        <p:nvSpPr>
          <p:cNvPr id="27" name="Text 25"/>
          <p:cNvSpPr/>
          <p:nvPr/>
        </p:nvSpPr>
        <p:spPr>
          <a:xfrm>
            <a:off x="2971800" y="2181210"/>
            <a:ext cx="2514600" cy="431048"/>
          </a:xfrm>
          <a:prstGeom prst="rect">
            <a:avLst/>
          </a:prstGeom>
          <a:noFill/>
          <a:ln>
            <a:noFill/>
          </a:ln>
        </p:spPr>
        <p:txBody>
          <a:bodyPr wrap="none" lIns="0" tIns="0" rIns="0" bIns="0" rtlCol="0" anchor="t"/>
          <a:lstStyle/>
          <a:p>
            <a:pPr algn="l" indent="0" marL="0">
              <a:lnSpc>
                <a:spcPct val="174000"/>
              </a:lnSpc>
              <a:buNone/>
            </a:pPr>
            <a:r>
              <a:rPr lang="ja-JP" altLang="en-US" sz="1425" spc="29" kern="0" dirty="0">
                <a:solidFill>
                  <a:srgbClr val="33312A"/>
                </a:solidFill>
                <a:latin typeface="Noto Sans JP" pitchFamily="34" charset="0"/>
                <a:ea typeface="Noto Sans JP" pitchFamily="34" charset="-122"/>
                <a:cs typeface="Noto Sans JP" pitchFamily="34" charset="-120"/>
              </a:rPr>
              <a:t>店に置いてもらえない</a:t>
            </a:r>
            <a:endParaRPr lang="ja-JP" altLang="en-US" sz="1425" spc="29" kern="0" dirty="0">
              <a:solidFill>
                <a:srgbClr val="33312A"/>
              </a:solidFill>
              <a:latin typeface="Noto Sans JP" pitchFamily="34" charset="0"/>
              <a:ea typeface="Noto Sans JP" pitchFamily="34" charset="-122"/>
              <a:cs typeface="Noto Sans JP" pitchFamily="34" charset="-120"/>
            </a:endParaRPr>
          </a:p>
        </p:txBody>
      </p:sp>
      <p:sp>
        <p:nvSpPr>
          <p:cNvPr id="28" name="Text 26"/>
          <p:cNvSpPr/>
          <p:nvPr/>
        </p:nvSpPr>
        <p:spPr>
          <a:xfrm>
            <a:off x="5867430" y="2181210"/>
            <a:ext cx="2514600" cy="431048"/>
          </a:xfrm>
          <a:prstGeom prst="rect">
            <a:avLst/>
          </a:prstGeom>
          <a:noFill/>
          <a:ln>
            <a:noFill/>
          </a:ln>
        </p:spPr>
        <p:txBody>
          <a:bodyPr wrap="none" lIns="0" tIns="0" rIns="0" bIns="0" rtlCol="0" anchor="t"/>
          <a:lstStyle/>
          <a:p>
            <a:pPr algn="l" indent="0" marL="0">
              <a:lnSpc>
                <a:spcPct val="174000"/>
              </a:lnSpc>
              <a:buNone/>
            </a:pPr>
            <a:r>
              <a:rPr lang="ja-JP" altLang="en-US" sz="1425" spc="29" kern="0" dirty="0">
                <a:solidFill>
                  <a:srgbClr val="33312A"/>
                </a:solidFill>
                <a:latin typeface="Noto Sans JP" pitchFamily="34" charset="0"/>
                <a:ea typeface="Noto Sans JP" pitchFamily="34" charset="-122"/>
                <a:cs typeface="Noto Sans JP" pitchFamily="34" charset="-120"/>
              </a:rPr>
              <a:t>直しても、戻らなかった</a:t>
            </a:r>
            <a:endParaRPr lang="ja-JP" altLang="en-US" sz="1425" spc="29" kern="0" dirty="0">
              <a:solidFill>
                <a:srgbClr val="33312A"/>
              </a:solidFill>
              <a:latin typeface="Noto Sans JP" pitchFamily="34" charset="0"/>
              <a:ea typeface="Noto Sans JP" pitchFamily="34" charset="-122"/>
              <a:cs typeface="Noto Sans JP" pitchFamily="34" charset="-120"/>
            </a:endParaRPr>
          </a:p>
        </p:txBody>
      </p:sp>
      <p:sp>
        <p:nvSpPr>
          <p:cNvPr id="29" name="Text 27"/>
          <p:cNvSpPr/>
          <p:nvPr/>
        </p:nvSpPr>
        <p:spPr>
          <a:xfrm>
            <a:off x="8762970" y="2181210"/>
            <a:ext cx="2514600" cy="747705"/>
          </a:xfrm>
          <a:prstGeom prst="rect">
            <a:avLst/>
          </a:prstGeom>
          <a:noFill/>
          <a:ln>
            <a:noFill/>
          </a:ln>
        </p:spPr>
        <p:txBody>
          <a:bodyPr wrap="square" lIns="0" tIns="0" rIns="0" bIns="0" rtlCol="0" anchor="t"/>
          <a:lstStyle/>
          <a:p>
            <a:pPr algn="l" indent="0" marL="0">
              <a:lnSpc>
                <a:spcPct val="174000"/>
              </a:lnSpc>
              <a:buNone/>
            </a:pPr>
            <a:r>
              <a:rPr lang="ja-JP" altLang="en-US" sz="1425" spc="29" kern="0" dirty="0">
                <a:solidFill>
                  <a:srgbClr val="33312A"/>
                </a:solidFill>
                <a:latin typeface="Noto Sans JP" pitchFamily="34" charset="0"/>
                <a:ea typeface="Noto Sans JP" pitchFamily="34" charset="-122"/>
                <a:cs typeface="Noto Sans JP" pitchFamily="34" charset="-120"/>
              </a:rPr>
              <a:t>国とプラットフォームで棚が切れていた</a:t>
            </a:r>
            <a:endParaRPr lang="ja-JP" altLang="en-US" sz="1425" spc="29" kern="0" dirty="0">
              <a:solidFill>
                <a:srgbClr val="33312A"/>
              </a:solidFill>
              <a:latin typeface="Noto Sans JP" pitchFamily="34" charset="0"/>
              <a:ea typeface="Noto Sans JP" pitchFamily="34" charset="-122"/>
              <a:cs typeface="Noto Sans JP" pitchFamily="34" charset="-120"/>
            </a:endParaRPr>
          </a:p>
        </p:txBody>
      </p:sp>
      <p:sp>
        <p:nvSpPr>
          <p:cNvPr id="30" name="Shape 28"/>
          <p:cNvSpPr/>
          <p:nvPr/>
        </p:nvSpPr>
        <p:spPr>
          <a:xfrm>
            <a:off x="914400" y="3062326"/>
            <a:ext cx="10363170" cy="9510"/>
          </a:xfrm>
          <a:prstGeom prst="rect">
            <a:avLst/>
          </a:prstGeom>
          <a:solidFill>
            <a:srgbClr val="C9C4B8"/>
          </a:solidFill>
          <a:ln>
            <a:noFill/>
          </a:ln>
        </p:spPr>
      </p:sp>
      <p:sp>
        <p:nvSpPr>
          <p:cNvPr id="31" name="Text 29"/>
          <p:cNvSpPr/>
          <p:nvPr/>
        </p:nvSpPr>
        <p:spPr>
          <a:xfrm>
            <a:off x="914400" y="3300435"/>
            <a:ext cx="1771650" cy="590520"/>
          </a:xfrm>
          <a:prstGeom prst="rect">
            <a:avLst/>
          </a:prstGeom>
          <a:noFill/>
          <a:ln>
            <a:noFill/>
          </a:ln>
        </p:spPr>
        <p:txBody>
          <a:bodyPr wrap="square" lIns="0" tIns="0" rIns="0" bIns="0" rtlCol="0" anchor="t"/>
          <a:lstStyle/>
          <a:p>
            <a:pPr algn="l" indent="0" marL="0">
              <a:lnSpc>
                <a:spcPct val="153000"/>
              </a:lnSpc>
              <a:buNone/>
            </a:pPr>
            <a:r>
              <a:rPr lang="en-US" sz="975" dirty="0">
                <a:solidFill>
                  <a:srgbClr val="4A5D3A"/>
                </a:solidFill>
                <a:latin typeface="Consolas" pitchFamily="34" charset="0"/>
                <a:ea typeface="Noto Sans JP" pitchFamily="34" charset="-122"/>
                <a:cs typeface="Consolas" pitchFamily="34" charset="-120"/>
              </a:rPr>
              <a:t>02</a:t>
            </a:r>
            <a:endParaRPr lang="en-US" sz="975" dirty="0">
              <a:solidFill>
                <a:srgbClr val="4A5D3A"/>
              </a:solidFill>
              <a:latin typeface="Consolas" pitchFamily="34" charset="0"/>
              <a:ea typeface="Noto Sans JP" pitchFamily="34" charset="-122"/>
              <a:cs typeface="Consolas" pitchFamily="34" charset="-120"/>
            </a:endParaRPr>
          </a:p>
          <a:p>
            <a:pPr algn="l" indent="0" marL="0">
              <a:lnSpc>
                <a:spcPct val="153000"/>
              </a:lnSpc>
              <a:spcBef>
                <a:spcPts val="600"/>
              </a:spcBef>
              <a:buNone/>
            </a:pPr>
            <a:r>
              <a:rPr lang="ja-JP" altLang="en-US" sz="1125" dirty="0">
                <a:solidFill>
                  <a:srgbClr val="33312A"/>
                </a:solidFill>
                <a:latin typeface="Noto Sans JP" pitchFamily="34" charset="0"/>
                <a:ea typeface="Noto Sans JP" pitchFamily="34" charset="-122"/>
                <a:cs typeface="Noto Sans JP" pitchFamily="34" charset="-120"/>
              </a:rPr>
              <a:t>変えたもの</a:t>
            </a:r>
            <a:endParaRPr lang="ja-JP" altLang="en-US" sz="1125" dirty="0">
              <a:solidFill>
                <a:srgbClr val="33312A"/>
              </a:solidFill>
              <a:latin typeface="Noto Sans JP" pitchFamily="34" charset="0"/>
              <a:ea typeface="Noto Sans JP" pitchFamily="34" charset="-122"/>
              <a:cs typeface="Noto Sans JP" pitchFamily="34" charset="-120"/>
            </a:endParaRPr>
          </a:p>
        </p:txBody>
      </p:sp>
      <p:sp>
        <p:nvSpPr>
          <p:cNvPr id="32" name="Text 30"/>
          <p:cNvSpPr/>
          <p:nvPr/>
        </p:nvSpPr>
        <p:spPr>
          <a:xfrm>
            <a:off x="2971800" y="3300435"/>
            <a:ext cx="2628900" cy="716798"/>
          </a:xfrm>
          <a:prstGeom prst="rect">
            <a:avLst/>
          </a:prstGeom>
          <a:noFill/>
          <a:ln>
            <a:noFill/>
          </a:ln>
        </p:spPr>
        <p:txBody>
          <a:bodyPr wrap="square" lIns="0" tIns="0" rIns="0" bIns="0" rtlCol="0" anchor="t"/>
          <a:lstStyle/>
          <a:p>
            <a:pPr algn="l" indent="0" marL="0">
              <a:lnSpc>
                <a:spcPct val="174000"/>
              </a:lnSpc>
              <a:buNone/>
            </a:pPr>
            <a:r>
              <a:rPr lang="ja-JP" altLang="en-US" sz="1425" b="1" spc="29" kern="0" dirty="0">
                <a:solidFill>
                  <a:srgbClr val="4A5D3A"/>
                </a:solidFill>
                <a:latin typeface="Noto Sans JP" pitchFamily="34" charset="0"/>
                <a:ea typeface="Noto Sans JP" pitchFamily="34" charset="-122"/>
                <a:cs typeface="Noto Sans JP" pitchFamily="34" charset="-120"/>
              </a:rPr>
              <a:t>棚</a:t>
            </a:r>
            <a:endParaRPr lang="ja-JP" altLang="en-US" sz="1425" b="1" spc="29" kern="0" dirty="0">
              <a:solidFill>
                <a:srgbClr val="4A5D3A"/>
              </a:solidFill>
              <a:latin typeface="Noto Sans JP" pitchFamily="34" charset="0"/>
              <a:ea typeface="Noto Sans JP" pitchFamily="34" charset="-122"/>
              <a:cs typeface="Noto Sans JP" pitchFamily="34" charset="-120"/>
            </a:endParaRPr>
          </a:p>
          <a:p>
            <a:pPr algn="l" indent="0" marL="0">
              <a:lnSpc>
                <a:spcPct val="174000"/>
              </a:lnSpc>
              <a:buNone/>
            </a:pPr>
            <a:r>
              <a:rPr lang="ja-JP" altLang="en-US" sz="1125" spc="23" kern="0" dirty="0">
                <a:solidFill>
                  <a:srgbClr val="6E6B60"/>
                </a:solidFill>
                <a:latin typeface="Noto Sans JP" pitchFamily="34" charset="0"/>
                <a:ea typeface="Noto Sans JP" pitchFamily="34" charset="-122"/>
                <a:cs typeface="Noto Sans JP" pitchFamily="34" charset="-120"/>
              </a:rPr>
              <a:t>比べられる相手</a:t>
            </a:r>
            <a:endParaRPr lang="ja-JP" altLang="en-US" sz="1125" spc="23" kern="0" dirty="0">
              <a:solidFill>
                <a:srgbClr val="6E6B60"/>
              </a:solidFill>
              <a:latin typeface="Noto Sans JP" pitchFamily="34" charset="0"/>
              <a:ea typeface="Noto Sans JP" pitchFamily="34" charset="-122"/>
              <a:cs typeface="Noto Sans JP" pitchFamily="34" charset="-120"/>
            </a:endParaRPr>
          </a:p>
        </p:txBody>
      </p:sp>
      <p:sp>
        <p:nvSpPr>
          <p:cNvPr id="33" name="Text 31"/>
          <p:cNvSpPr/>
          <p:nvPr/>
        </p:nvSpPr>
        <p:spPr>
          <a:xfrm>
            <a:off x="5867430" y="3300435"/>
            <a:ext cx="2628900" cy="716798"/>
          </a:xfrm>
          <a:prstGeom prst="rect">
            <a:avLst/>
          </a:prstGeom>
          <a:noFill/>
          <a:ln>
            <a:noFill/>
          </a:ln>
        </p:spPr>
        <p:txBody>
          <a:bodyPr wrap="square" lIns="0" tIns="0" rIns="0" bIns="0" rtlCol="0" anchor="t"/>
          <a:lstStyle/>
          <a:p>
            <a:pPr algn="l" indent="0" marL="0">
              <a:lnSpc>
                <a:spcPct val="174000"/>
              </a:lnSpc>
              <a:buNone/>
            </a:pPr>
            <a:r>
              <a:rPr lang="ja-JP" altLang="en-US" sz="1425" b="1" spc="29" kern="0" dirty="0">
                <a:solidFill>
                  <a:srgbClr val="4A5D3A"/>
                </a:solidFill>
                <a:latin typeface="Noto Sans JP" pitchFamily="34" charset="0"/>
                <a:ea typeface="Noto Sans JP" pitchFamily="34" charset="-122"/>
                <a:cs typeface="Noto Sans JP" pitchFamily="34" charset="-120"/>
              </a:rPr>
              <a:t>物語</a:t>
            </a:r>
            <a:endParaRPr lang="ja-JP" altLang="en-US" sz="1425" b="1" spc="29" kern="0" dirty="0">
              <a:solidFill>
                <a:srgbClr val="4A5D3A"/>
              </a:solidFill>
              <a:latin typeface="Noto Sans JP" pitchFamily="34" charset="0"/>
              <a:ea typeface="Noto Sans JP" pitchFamily="34" charset="-122"/>
              <a:cs typeface="Noto Sans JP" pitchFamily="34" charset="-120"/>
            </a:endParaRPr>
          </a:p>
          <a:p>
            <a:pPr algn="l" indent="0" marL="0">
              <a:lnSpc>
                <a:spcPct val="174000"/>
              </a:lnSpc>
              <a:buNone/>
            </a:pPr>
            <a:r>
              <a:rPr lang="ja-JP" altLang="en-US" sz="1125" spc="23" kern="0" dirty="0">
                <a:solidFill>
                  <a:srgbClr val="6E6B60"/>
                </a:solidFill>
                <a:latin typeface="Noto Sans JP" pitchFamily="34" charset="0"/>
                <a:ea typeface="Noto Sans JP" pitchFamily="34" charset="-122"/>
                <a:cs typeface="Noto Sans JP" pitchFamily="34" charset="-120"/>
              </a:rPr>
              <a:t>語られる内容</a:t>
            </a:r>
            <a:endParaRPr lang="ja-JP" altLang="en-US" sz="1125" spc="23" kern="0" dirty="0">
              <a:solidFill>
                <a:srgbClr val="6E6B60"/>
              </a:solidFill>
              <a:latin typeface="Noto Sans JP" pitchFamily="34" charset="0"/>
              <a:ea typeface="Noto Sans JP" pitchFamily="34" charset="-122"/>
              <a:cs typeface="Noto Sans JP" pitchFamily="34" charset="-120"/>
            </a:endParaRPr>
          </a:p>
        </p:txBody>
      </p:sp>
      <p:sp>
        <p:nvSpPr>
          <p:cNvPr id="34" name="Text 32"/>
          <p:cNvSpPr/>
          <p:nvPr/>
        </p:nvSpPr>
        <p:spPr>
          <a:xfrm>
            <a:off x="8762970" y="3300435"/>
            <a:ext cx="2514600" cy="716798"/>
          </a:xfrm>
          <a:prstGeom prst="rect">
            <a:avLst/>
          </a:prstGeom>
          <a:noFill/>
          <a:ln>
            <a:noFill/>
          </a:ln>
        </p:spPr>
        <p:txBody>
          <a:bodyPr wrap="square" lIns="0" tIns="0" rIns="0" bIns="0" rtlCol="0" anchor="t"/>
          <a:lstStyle/>
          <a:p>
            <a:pPr algn="l" indent="0" marL="0">
              <a:lnSpc>
                <a:spcPct val="174000"/>
              </a:lnSpc>
              <a:buNone/>
            </a:pPr>
            <a:r>
              <a:rPr lang="ja-JP" altLang="en-US" sz="1425" b="1" spc="29" kern="0" dirty="0">
                <a:solidFill>
                  <a:srgbClr val="4A5D3A"/>
                </a:solidFill>
                <a:latin typeface="Noto Sans JP" pitchFamily="34" charset="0"/>
                <a:ea typeface="Noto Sans JP" pitchFamily="34" charset="-122"/>
                <a:cs typeface="Noto Sans JP" pitchFamily="34" charset="-120"/>
              </a:rPr>
              <a:t>棚</a:t>
            </a:r>
            <a:r>
              <a:rPr lang="ja-JP" altLang="en-US" sz="1425" spc="29" kern="0" dirty="0">
                <a:solidFill>
                  <a:srgbClr val="33312A"/>
                </a:solidFill>
                <a:latin typeface="Noto Sans JP" pitchFamily="34" charset="0"/>
                <a:ea typeface="Noto Sans JP" pitchFamily="34" charset="-122"/>
                <a:cs typeface="Noto Sans JP" pitchFamily="34" charset="-120"/>
              </a:rPr>
              <a:t>と</a:t>
            </a:r>
            <a:r>
              <a:rPr lang="ja-JP" altLang="en-US" sz="1425" b="1" spc="29" kern="0" dirty="0">
                <a:solidFill>
                  <a:srgbClr val="4A5D3A"/>
                </a:solidFill>
                <a:latin typeface="Noto Sans JP" pitchFamily="34" charset="0"/>
                <a:ea typeface="Noto Sans JP" pitchFamily="34" charset="-122"/>
                <a:cs typeface="Noto Sans JP" pitchFamily="34" charset="-120"/>
              </a:rPr>
              <a:t>物語</a:t>
            </a:r>
            <a:endParaRPr lang="ja-JP" altLang="en-US" sz="1425" b="1" spc="29" kern="0" dirty="0">
              <a:solidFill>
                <a:srgbClr val="4A5D3A"/>
              </a:solidFill>
              <a:latin typeface="Noto Sans JP" pitchFamily="34" charset="0"/>
              <a:ea typeface="Noto Sans JP" pitchFamily="34" charset="-122"/>
              <a:cs typeface="Noto Sans JP" pitchFamily="34" charset="-120"/>
            </a:endParaRPr>
          </a:p>
          <a:p>
            <a:pPr algn="l" indent="0" marL="0">
              <a:lnSpc>
                <a:spcPct val="174000"/>
              </a:lnSpc>
              <a:buNone/>
            </a:pPr>
            <a:r>
              <a:rPr lang="ja-JP" altLang="en-US" sz="1125" spc="23" kern="0" dirty="0">
                <a:solidFill>
                  <a:srgbClr val="6E6B60"/>
                </a:solidFill>
                <a:latin typeface="Noto Sans JP" pitchFamily="34" charset="0"/>
                <a:ea typeface="Noto Sans JP" pitchFamily="34" charset="-122"/>
                <a:cs typeface="Noto Sans JP" pitchFamily="34" charset="-120"/>
              </a:rPr>
              <a:t>両方</a:t>
            </a:r>
            <a:endParaRPr lang="ja-JP" altLang="en-US" sz="1125" spc="23" kern="0" dirty="0">
              <a:solidFill>
                <a:srgbClr val="6E6B60"/>
              </a:solidFill>
              <a:latin typeface="Noto Sans JP" pitchFamily="34" charset="0"/>
              <a:ea typeface="Noto Sans JP" pitchFamily="34" charset="-122"/>
              <a:cs typeface="Noto Sans JP" pitchFamily="34" charset="-120"/>
            </a:endParaRPr>
          </a:p>
        </p:txBody>
      </p:sp>
      <p:sp>
        <p:nvSpPr>
          <p:cNvPr id="35" name="Shape 33"/>
          <p:cNvSpPr/>
          <p:nvPr/>
        </p:nvSpPr>
        <p:spPr>
          <a:xfrm>
            <a:off x="742950" y="4150553"/>
            <a:ext cx="10534620" cy="962040"/>
          </a:xfrm>
          <a:prstGeom prst="rect">
            <a:avLst/>
          </a:prstGeom>
          <a:solidFill>
            <a:srgbClr val="F0F0EB"/>
          </a:solidFill>
          <a:ln>
            <a:noFill/>
          </a:ln>
        </p:spPr>
      </p:sp>
      <p:sp>
        <p:nvSpPr>
          <p:cNvPr id="36" name="Shape 34"/>
          <p:cNvSpPr/>
          <p:nvPr/>
        </p:nvSpPr>
        <p:spPr>
          <a:xfrm>
            <a:off x="742950" y="4150553"/>
            <a:ext cx="10534620" cy="9510"/>
          </a:xfrm>
          <a:prstGeom prst="rect">
            <a:avLst/>
          </a:prstGeom>
          <a:solidFill>
            <a:srgbClr val="C9C4B8"/>
          </a:solidFill>
          <a:ln>
            <a:noFill/>
          </a:ln>
        </p:spPr>
      </p:sp>
      <p:sp>
        <p:nvSpPr>
          <p:cNvPr id="37" name="Shape 35"/>
          <p:cNvSpPr/>
          <p:nvPr/>
        </p:nvSpPr>
        <p:spPr>
          <a:xfrm>
            <a:off x="742950" y="4150553"/>
            <a:ext cx="19020" cy="962040"/>
          </a:xfrm>
          <a:prstGeom prst="rect">
            <a:avLst/>
          </a:prstGeom>
          <a:solidFill>
            <a:srgbClr val="4A5D3A"/>
          </a:solidFill>
          <a:ln>
            <a:noFill/>
          </a:ln>
        </p:spPr>
      </p:sp>
      <p:sp>
        <p:nvSpPr>
          <p:cNvPr id="38" name="Text 36"/>
          <p:cNvSpPr/>
          <p:nvPr/>
        </p:nvSpPr>
        <p:spPr>
          <a:xfrm>
            <a:off x="914400" y="4388663"/>
            <a:ext cx="1771650" cy="590520"/>
          </a:xfrm>
          <a:prstGeom prst="rect">
            <a:avLst/>
          </a:prstGeom>
          <a:noFill/>
          <a:ln>
            <a:noFill/>
          </a:ln>
        </p:spPr>
        <p:txBody>
          <a:bodyPr wrap="square" lIns="0" tIns="0" rIns="0" bIns="0" rtlCol="0" anchor="t"/>
          <a:lstStyle/>
          <a:p>
            <a:pPr algn="l" indent="0" marL="0">
              <a:lnSpc>
                <a:spcPct val="153000"/>
              </a:lnSpc>
              <a:buNone/>
            </a:pPr>
            <a:r>
              <a:rPr lang="en-US" sz="975" dirty="0">
                <a:solidFill>
                  <a:srgbClr val="4A5D3A"/>
                </a:solidFill>
                <a:latin typeface="Consolas" pitchFamily="34" charset="0"/>
                <a:ea typeface="Noto Sans JP" pitchFamily="34" charset="-122"/>
                <a:cs typeface="Consolas" pitchFamily="34" charset="-120"/>
              </a:rPr>
              <a:t>03</a:t>
            </a:r>
            <a:endParaRPr lang="en-US" sz="975" dirty="0">
              <a:solidFill>
                <a:srgbClr val="4A5D3A"/>
              </a:solidFill>
              <a:latin typeface="Consolas" pitchFamily="34" charset="0"/>
              <a:ea typeface="Noto Sans JP" pitchFamily="34" charset="-122"/>
              <a:cs typeface="Consolas" pitchFamily="34" charset="-120"/>
            </a:endParaRPr>
          </a:p>
          <a:p>
            <a:pPr algn="l" indent="0" marL="0">
              <a:lnSpc>
                <a:spcPct val="153000"/>
              </a:lnSpc>
              <a:spcBef>
                <a:spcPts val="600"/>
              </a:spcBef>
              <a:buNone/>
            </a:pPr>
            <a:r>
              <a:rPr lang="ja-JP" altLang="en-US" sz="1125" dirty="0">
                <a:solidFill>
                  <a:srgbClr val="33312A"/>
                </a:solidFill>
                <a:latin typeface="Noto Sans JP" pitchFamily="34" charset="0"/>
                <a:ea typeface="Noto Sans JP" pitchFamily="34" charset="-122"/>
                <a:cs typeface="Noto Sans JP" pitchFamily="34" charset="-120"/>
              </a:rPr>
              <a:t>変えなかったもの</a:t>
            </a:r>
            <a:endParaRPr lang="ja-JP" altLang="en-US" sz="1125" dirty="0">
              <a:solidFill>
                <a:srgbClr val="33312A"/>
              </a:solidFill>
              <a:latin typeface="Noto Sans JP" pitchFamily="34" charset="0"/>
              <a:ea typeface="Noto Sans JP" pitchFamily="34" charset="-122"/>
              <a:cs typeface="Noto Sans JP" pitchFamily="34" charset="-120"/>
            </a:endParaRPr>
          </a:p>
        </p:txBody>
      </p:sp>
      <p:sp>
        <p:nvSpPr>
          <p:cNvPr id="39" name="Text 37"/>
          <p:cNvSpPr/>
          <p:nvPr/>
        </p:nvSpPr>
        <p:spPr>
          <a:xfrm>
            <a:off x="2971800" y="4388663"/>
            <a:ext cx="2514600" cy="431048"/>
          </a:xfrm>
          <a:prstGeom prst="rect">
            <a:avLst/>
          </a:prstGeom>
          <a:noFill/>
          <a:ln>
            <a:noFill/>
          </a:ln>
        </p:spPr>
        <p:txBody>
          <a:bodyPr wrap="none" lIns="0" tIns="0" rIns="0" bIns="0" rtlCol="0" anchor="t"/>
          <a:lstStyle/>
          <a:p>
            <a:pPr algn="l" indent="0" marL="0">
              <a:lnSpc>
                <a:spcPct val="174000"/>
              </a:lnSpc>
              <a:buNone/>
            </a:pPr>
            <a:r>
              <a:rPr lang="ja-JP" altLang="en-US" sz="1425" b="1" spc="29" kern="0" dirty="0">
                <a:solidFill>
                  <a:srgbClr val="33312A"/>
                </a:solidFill>
                <a:latin typeface="Noto Sans JP" pitchFamily="34" charset="0"/>
                <a:ea typeface="Noto Sans JP" pitchFamily="34" charset="-122"/>
                <a:cs typeface="Noto Sans JP" pitchFamily="34" charset="-120"/>
              </a:rPr>
              <a:t>遊びの中身</a:t>
            </a:r>
            <a:endParaRPr lang="ja-JP" altLang="en-US" sz="1425" b="1" spc="29" kern="0" dirty="0">
              <a:solidFill>
                <a:srgbClr val="33312A"/>
              </a:solidFill>
              <a:latin typeface="Noto Sans JP" pitchFamily="34" charset="0"/>
              <a:ea typeface="Noto Sans JP" pitchFamily="34" charset="-122"/>
              <a:cs typeface="Noto Sans JP" pitchFamily="34" charset="-120"/>
            </a:endParaRPr>
          </a:p>
        </p:txBody>
      </p:sp>
      <p:sp>
        <p:nvSpPr>
          <p:cNvPr id="40" name="Text 38"/>
          <p:cNvSpPr/>
          <p:nvPr/>
        </p:nvSpPr>
        <p:spPr>
          <a:xfrm>
            <a:off x="5867430" y="4388663"/>
            <a:ext cx="2514600" cy="431048"/>
          </a:xfrm>
          <a:prstGeom prst="rect">
            <a:avLst/>
          </a:prstGeom>
          <a:noFill/>
          <a:ln>
            <a:noFill/>
          </a:ln>
        </p:spPr>
        <p:txBody>
          <a:bodyPr wrap="none" lIns="0" tIns="0" rIns="0" bIns="0" rtlCol="0" anchor="t"/>
          <a:lstStyle/>
          <a:p>
            <a:pPr algn="l" indent="0" marL="0">
              <a:lnSpc>
                <a:spcPct val="174000"/>
              </a:lnSpc>
              <a:buNone/>
            </a:pPr>
            <a:r>
              <a:rPr lang="ja-JP" altLang="en-US" sz="1425" b="1" spc="29" kern="0" dirty="0">
                <a:solidFill>
                  <a:srgbClr val="33312A"/>
                </a:solidFill>
                <a:latin typeface="Noto Sans JP" pitchFamily="34" charset="0"/>
                <a:ea typeface="Noto Sans JP" pitchFamily="34" charset="-122"/>
                <a:cs typeface="Noto Sans JP" pitchFamily="34" charset="-120"/>
              </a:rPr>
              <a:t>ゲームそのもの</a:t>
            </a:r>
            <a:endParaRPr lang="ja-JP" altLang="en-US" sz="1425" b="1" spc="29" kern="0" dirty="0">
              <a:solidFill>
                <a:srgbClr val="33312A"/>
              </a:solidFill>
              <a:latin typeface="Noto Sans JP" pitchFamily="34" charset="0"/>
              <a:ea typeface="Noto Sans JP" pitchFamily="34" charset="-122"/>
              <a:cs typeface="Noto Sans JP" pitchFamily="34" charset="-120"/>
            </a:endParaRPr>
          </a:p>
        </p:txBody>
      </p:sp>
      <p:sp>
        <p:nvSpPr>
          <p:cNvPr id="41" name="Text 39"/>
          <p:cNvSpPr/>
          <p:nvPr/>
        </p:nvSpPr>
        <p:spPr>
          <a:xfrm>
            <a:off x="8762970" y="4388663"/>
            <a:ext cx="2514600" cy="431048"/>
          </a:xfrm>
          <a:prstGeom prst="rect">
            <a:avLst/>
          </a:prstGeom>
          <a:noFill/>
          <a:ln>
            <a:noFill/>
          </a:ln>
        </p:spPr>
        <p:txBody>
          <a:bodyPr wrap="none" lIns="0" tIns="0" rIns="0" bIns="0" rtlCol="0" anchor="t"/>
          <a:lstStyle/>
          <a:p>
            <a:pPr algn="l" indent="0" marL="0">
              <a:lnSpc>
                <a:spcPct val="174000"/>
              </a:lnSpc>
              <a:buNone/>
            </a:pPr>
            <a:r>
              <a:rPr lang="ja-JP" altLang="en-US" sz="1425" b="1" spc="29" kern="0" dirty="0">
                <a:solidFill>
                  <a:srgbClr val="33312A"/>
                </a:solidFill>
                <a:latin typeface="Noto Sans JP" pitchFamily="34" charset="0"/>
                <a:ea typeface="Noto Sans JP" pitchFamily="34" charset="-122"/>
                <a:cs typeface="Noto Sans JP" pitchFamily="34" charset="-120"/>
              </a:rPr>
              <a:t>ゲームそのもの</a:t>
            </a:r>
            <a:endParaRPr lang="ja-JP" altLang="en-US" sz="1425" b="1" spc="29" kern="0" dirty="0">
              <a:solidFill>
                <a:srgbClr val="33312A"/>
              </a:solidFill>
              <a:latin typeface="Noto Sans JP" pitchFamily="34" charset="0"/>
              <a:ea typeface="Noto Sans JP" pitchFamily="34" charset="-122"/>
              <a:cs typeface="Noto Sans JP" pitchFamily="34" charset="-120"/>
            </a:endParaRPr>
          </a:p>
        </p:txBody>
      </p:sp>
      <p:sp>
        <p:nvSpPr>
          <p:cNvPr id="42" name="Shape 40"/>
          <p:cNvSpPr/>
          <p:nvPr/>
        </p:nvSpPr>
        <p:spPr>
          <a:xfrm>
            <a:off x="914400" y="5781660"/>
            <a:ext cx="190470" cy="19020"/>
          </a:xfrm>
          <a:prstGeom prst="rect">
            <a:avLst/>
          </a:prstGeom>
          <a:solidFill>
            <a:srgbClr val="4A5D3A"/>
          </a:solidFill>
          <a:ln>
            <a:noFill/>
          </a:ln>
        </p:spPr>
      </p:sp>
      <p:sp>
        <p:nvSpPr>
          <p:cNvPr id="43" name="Text 41"/>
          <p:cNvSpPr/>
          <p:nvPr/>
        </p:nvSpPr>
        <p:spPr>
          <a:xfrm>
            <a:off x="914400" y="5895960"/>
            <a:ext cx="1676370" cy="361920"/>
          </a:xfrm>
          <a:prstGeom prst="rect">
            <a:avLst/>
          </a:prstGeom>
          <a:noFill/>
          <a:ln>
            <a:noFill/>
          </a:ln>
        </p:spPr>
        <p:txBody>
          <a:bodyPr wrap="none" lIns="0" tIns="0" rIns="0" bIns="0" rtlCol="0" anchor="t"/>
          <a:lstStyle/>
          <a:p>
            <a:pPr algn="l" indent="0" marL="0">
              <a:lnSpc>
                <a:spcPct val="171000"/>
              </a:lnSpc>
              <a:buNone/>
            </a:pPr>
            <a:r>
              <a:rPr lang="ja-JP" altLang="en-US" sz="1050" dirty="0">
                <a:solidFill>
                  <a:srgbClr val="4A5D3A"/>
                </a:solidFill>
                <a:latin typeface="Noto Sans JP" pitchFamily="34" charset="0"/>
                <a:ea typeface="Noto Sans JP" pitchFamily="34" charset="-122"/>
                <a:cs typeface="Noto Sans JP" pitchFamily="34" charset="-120"/>
              </a:rPr>
              <a:t>結論</a:t>
            </a:r>
            <a:endParaRPr lang="ja-JP" altLang="en-US" sz="1050" dirty="0">
              <a:solidFill>
                <a:srgbClr val="4A5D3A"/>
              </a:solidFill>
              <a:latin typeface="Noto Sans JP" pitchFamily="34" charset="0"/>
              <a:ea typeface="Noto Sans JP" pitchFamily="34" charset="-122"/>
              <a:cs typeface="Noto Sans JP" pitchFamily="34" charset="-120"/>
            </a:endParaRPr>
          </a:p>
        </p:txBody>
      </p:sp>
      <p:sp>
        <p:nvSpPr>
          <p:cNvPr id="44" name="Text 42"/>
          <p:cNvSpPr/>
          <p:nvPr/>
        </p:nvSpPr>
        <p:spPr>
          <a:xfrm>
            <a:off x="2971800" y="5781660"/>
            <a:ext cx="8305770" cy="666780"/>
          </a:xfrm>
          <a:prstGeom prst="rect">
            <a:avLst/>
          </a:prstGeom>
          <a:noFill/>
          <a:ln>
            <a:noFill/>
          </a:ln>
        </p:spPr>
        <p:txBody>
          <a:bodyPr wrap="none" lIns="0" tIns="0" rIns="0" bIns="0" rtlCol="0" anchor="t"/>
          <a:lstStyle/>
          <a:p>
            <a:pPr algn="l" indent="0" marL="0">
              <a:lnSpc>
                <a:spcPct val="145000"/>
              </a:lnSpc>
              <a:buNone/>
            </a:pPr>
            <a:r>
              <a:rPr lang="ja-JP" altLang="en-US" sz="3000" spc="120" kern="0" dirty="0">
                <a:solidFill>
                  <a:srgbClr val="1B1A16"/>
                </a:solidFill>
                <a:latin typeface="Noto Serif JP SemiBold" pitchFamily="34" charset="0"/>
                <a:ea typeface="Noto Serif JP SemiBold" pitchFamily="34" charset="-122"/>
                <a:cs typeface="Noto Serif JP SemiBold" pitchFamily="34" charset="-120"/>
              </a:rPr>
              <a:t>どの会社も、モノは変えていない。</a:t>
            </a:r>
            <a:endParaRPr lang="ja-JP" altLang="en-US" sz="3000" spc="120" kern="0" dirty="0">
              <a:solidFill>
                <a:srgbClr val="1B1A16"/>
              </a:solidFill>
              <a:latin typeface="Noto Serif JP SemiBold" pitchFamily="34" charset="0"/>
              <a:ea typeface="Noto Serif JP SemiBold" pitchFamily="34" charset="-122"/>
              <a:cs typeface="Noto Serif JP SemiBold" pitchFamily="34" charset="-120"/>
            </a:endParaRPr>
          </a:p>
        </p:txBody>
      </p:sp>
      <p:sp>
        <p:nvSpPr>
          <p:cNvPr id="45" name="Shape 43"/>
          <p:cNvSpPr/>
          <p:nvPr/>
        </p:nvSpPr>
        <p:spPr>
          <a:xfrm>
            <a:off x="914400" y="790590"/>
            <a:ext cx="533370" cy="28621"/>
          </a:xfrm>
          <a:prstGeom prst="rect">
            <a:avLst/>
          </a:prstGeom>
          <a:solidFill>
            <a:srgbClr val="4A5D3A"/>
          </a:solidFill>
          <a:ln>
            <a:noFill/>
          </a:ln>
        </p:spPr>
      </p:sp>
      <p:sp>
        <p:nvSpPr>
          <p:cNvPr id="46" name="Text 44"/>
          <p:cNvSpPr/>
          <p:nvPr/>
        </p:nvSpPr>
        <p:spPr>
          <a:xfrm>
            <a:off x="8420070" y="6362670"/>
            <a:ext cx="2857500" cy="209580"/>
          </a:xfrm>
          <a:prstGeom prst="rect">
            <a:avLst/>
          </a:prstGeom>
          <a:noFill/>
          <a:ln>
            <a:noFill/>
          </a:ln>
        </p:spPr>
        <p:txBody>
          <a:bodyPr wrap="square" lIns="0" tIns="0" rIns="0" bIns="0" rtlCol="0" anchor="t"/>
          <a:lstStyle/>
          <a:p>
            <a:pPr algn="r" indent="0" marL="0">
              <a:buNone/>
            </a:pPr>
            <a:r>
              <a:rPr lang="en-US" sz="975" spc="160" kern="0" dirty="0">
                <a:solidFill>
                  <a:srgbClr val="6E6B60"/>
                </a:solidFill>
                <a:latin typeface="Consolas" pitchFamily="34" charset="0"/>
                <a:ea typeface="Noto Sans JP" pitchFamily="34" charset="-122"/>
                <a:cs typeface="Consolas" pitchFamily="34" charset="-120"/>
              </a:rPr>
              <a:t>18 / 23</a:t>
            </a:r>
            <a:endParaRPr lang="en-US" sz="975" spc="160" kern="0" dirty="0">
              <a:solidFill>
                <a:srgbClr val="6E6B60"/>
              </a:solidFill>
              <a:latin typeface="Consolas" pitchFamily="34" charset="0"/>
              <a:ea typeface="Noto Sans JP" pitchFamily="34" charset="-122"/>
              <a:cs typeface="Consolas" pitchFamily="34" charset="-12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1685971" y="3324210"/>
            <a:ext cx="8153430" cy="0"/>
          </a:xfrm>
          <a:prstGeom prst="line">
            <a:avLst/>
          </a:prstGeom>
          <a:noFill/>
          <a:ln w="14288">
            <a:solidFill>
              <a:srgbClr val="C9C4B8"/>
            </a:solidFill>
            <a:prstDash val="solid"/>
          </a:ln>
        </p:spPr>
      </p:sp>
      <p:sp>
        <p:nvSpPr>
          <p:cNvPr id="3" name="Shape 1"/>
          <p:cNvSpPr/>
          <p:nvPr/>
        </p:nvSpPr>
        <p:spPr>
          <a:xfrm>
            <a:off x="5762640" y="1552560"/>
            <a:ext cx="0" cy="3543300"/>
          </a:xfrm>
          <a:prstGeom prst="line">
            <a:avLst/>
          </a:prstGeom>
          <a:noFill/>
          <a:ln w="14288">
            <a:solidFill>
              <a:srgbClr val="C9C4B8"/>
            </a:solidFill>
            <a:prstDash val="solid"/>
          </a:ln>
        </p:spPr>
      </p:sp>
      <p:sp>
        <p:nvSpPr>
          <p:cNvPr id="4" name="Shape 2"/>
          <p:cNvSpPr/>
          <p:nvPr/>
        </p:nvSpPr>
        <p:spPr>
          <a:xfrm>
            <a:off x="6438930" y="1152510"/>
            <a:ext cx="704820" cy="247620"/>
          </a:xfrm>
          <a:custGeom>
            <a:avLst/>
            <a:gdLst/>
            <a:ahLst/>
            <a:cxnLst/>
            <a:rect l="l" t="t" r="r" b="b"/>
            <a:pathLst>
              <a:path w="704820" h="247620">
                <a:moveTo>
                  <a:pt x="0" y="0"/>
                </a:moveTo>
                <a:lnTo>
                  <a:pt x="704820" y="0"/>
                </a:lnTo>
                <a:lnTo>
                  <a:pt x="704820" y="247620"/>
                </a:lnTo>
                <a:lnTo>
                  <a:pt x="0" y="247620"/>
                </a:lnTo>
                <a:close/>
              </a:path>
            </a:pathLst>
          </a:custGeom>
          <a:noFill/>
          <a:ln w="14288">
            <a:solidFill>
              <a:srgbClr val="4A5D3A"/>
            </a:solidFill>
            <a:prstDash val="solid"/>
          </a:ln>
        </p:spPr>
      </p:sp>
      <p:sp>
        <p:nvSpPr>
          <p:cNvPr id="5" name="Shape 3"/>
          <p:cNvSpPr/>
          <p:nvPr/>
        </p:nvSpPr>
        <p:spPr>
          <a:xfrm>
            <a:off x="6534120" y="1209660"/>
            <a:ext cx="95280" cy="133320"/>
          </a:xfrm>
          <a:custGeom>
            <a:avLst/>
            <a:gdLst/>
            <a:ahLst/>
            <a:cxnLst/>
            <a:rect l="l" t="t" r="r" b="b"/>
            <a:pathLst>
              <a:path w="95280" h="133320">
                <a:moveTo>
                  <a:pt x="0" y="0"/>
                </a:moveTo>
                <a:lnTo>
                  <a:pt x="95280" y="0"/>
                </a:lnTo>
                <a:lnTo>
                  <a:pt x="95280" y="133320"/>
                </a:lnTo>
                <a:lnTo>
                  <a:pt x="0" y="133320"/>
                </a:lnTo>
                <a:close/>
              </a:path>
            </a:pathLst>
          </a:custGeom>
          <a:noFill/>
          <a:ln w="14288">
            <a:solidFill>
              <a:srgbClr val="4A5D3A"/>
            </a:solidFill>
            <a:prstDash val="solid"/>
          </a:ln>
        </p:spPr>
      </p:sp>
      <p:sp>
        <p:nvSpPr>
          <p:cNvPr id="6" name="Shape 4"/>
          <p:cNvSpPr/>
          <p:nvPr/>
        </p:nvSpPr>
        <p:spPr>
          <a:xfrm>
            <a:off x="6562740" y="1209660"/>
            <a:ext cx="0" cy="133320"/>
          </a:xfrm>
          <a:prstGeom prst="line">
            <a:avLst/>
          </a:prstGeom>
          <a:noFill/>
          <a:ln w="14288">
            <a:solidFill>
              <a:srgbClr val="4A5D3A"/>
            </a:solidFill>
            <a:prstDash val="solid"/>
          </a:ln>
        </p:spPr>
      </p:sp>
      <p:sp>
        <p:nvSpPr>
          <p:cNvPr id="7" name="Shape 5"/>
          <p:cNvSpPr/>
          <p:nvPr/>
        </p:nvSpPr>
        <p:spPr>
          <a:xfrm>
            <a:off x="9982230" y="3543300"/>
            <a:ext cx="619140" cy="247620"/>
          </a:xfrm>
          <a:custGeom>
            <a:avLst/>
            <a:gdLst/>
            <a:ahLst/>
            <a:cxnLst/>
            <a:rect l="l" t="t" r="r" b="b"/>
            <a:pathLst>
              <a:path w="619140" h="247620">
                <a:moveTo>
                  <a:pt x="0" y="0"/>
                </a:moveTo>
                <a:lnTo>
                  <a:pt x="619140" y="0"/>
                </a:lnTo>
                <a:lnTo>
                  <a:pt x="619140" y="247620"/>
                </a:lnTo>
                <a:lnTo>
                  <a:pt x="0" y="247620"/>
                </a:lnTo>
                <a:close/>
              </a:path>
            </a:pathLst>
          </a:custGeom>
          <a:noFill/>
          <a:ln w="14288">
            <a:solidFill>
              <a:srgbClr val="6E6B60"/>
            </a:solidFill>
            <a:prstDash val="dash"/>
          </a:ln>
        </p:spPr>
      </p:sp>
      <p:sp>
        <p:nvSpPr>
          <p:cNvPr id="8" name="Text 6"/>
          <p:cNvSpPr/>
          <p:nvPr/>
        </p:nvSpPr>
        <p:spPr>
          <a:xfrm>
            <a:off x="914400" y="457200"/>
            <a:ext cx="266730" cy="304770"/>
          </a:xfrm>
          <a:prstGeom prst="rect">
            <a:avLst/>
          </a:prstGeom>
          <a:noFill/>
          <a:ln>
            <a:noFill/>
          </a:ln>
        </p:spPr>
        <p:txBody>
          <a:bodyPr wrap="none" lIns="0" tIns="0" rIns="0" bIns="0" rtlCol="0" anchor="t"/>
          <a:lstStyle/>
          <a:p>
            <a:pPr algn="l" indent="0" marL="0">
              <a:lnSpc>
                <a:spcPct val="154000"/>
              </a:lnSpc>
              <a:buNone/>
            </a:pPr>
            <a:r>
              <a:rPr lang="en-US" sz="975" b="1" spc="156" kern="0" dirty="0">
                <a:solidFill>
                  <a:srgbClr val="4A5D3A"/>
                </a:solidFill>
                <a:latin typeface="Consolas" pitchFamily="34" charset="0"/>
                <a:ea typeface="Noto Sans JP" pitchFamily="34" charset="-122"/>
                <a:cs typeface="Consolas" pitchFamily="34" charset="-120"/>
              </a:rPr>
              <a:t>S19</a:t>
            </a:r>
            <a:endParaRPr lang="en-US" sz="975" b="1" spc="156" kern="0" dirty="0">
              <a:solidFill>
                <a:srgbClr val="4A5D3A"/>
              </a:solidFill>
              <a:latin typeface="Consolas" pitchFamily="34" charset="0"/>
              <a:ea typeface="Noto Sans JP" pitchFamily="34" charset="-122"/>
              <a:cs typeface="Consolas" pitchFamily="34" charset="-120"/>
            </a:endParaRPr>
          </a:p>
        </p:txBody>
      </p:sp>
      <p:sp>
        <p:nvSpPr>
          <p:cNvPr id="9" name="Text 7"/>
          <p:cNvSpPr/>
          <p:nvPr/>
        </p:nvSpPr>
        <p:spPr>
          <a:xfrm>
            <a:off x="1333470" y="438180"/>
            <a:ext cx="600121" cy="314371"/>
          </a:xfrm>
          <a:prstGeom prst="rect">
            <a:avLst/>
          </a:prstGeom>
          <a:noFill/>
          <a:ln>
            <a:noFill/>
          </a:ln>
        </p:spPr>
        <p:txBody>
          <a:bodyPr wrap="none" lIns="0" tIns="0" rIns="0" bIns="0" rtlCol="0" anchor="t"/>
          <a:lstStyle/>
          <a:p>
            <a:pPr algn="l" indent="0" marL="0">
              <a:lnSpc>
                <a:spcPct val="150000"/>
              </a:lnSpc>
              <a:buNone/>
            </a:pPr>
            <a:r>
              <a:rPr lang="ja-JP" altLang="en-US" sz="1050" spc="126" kern="0" dirty="0">
                <a:solidFill>
                  <a:srgbClr val="33312A"/>
                </a:solidFill>
                <a:latin typeface="Noto Sans JP" pitchFamily="34" charset="0"/>
                <a:ea typeface="Noto Sans JP" pitchFamily="34" charset="-122"/>
                <a:cs typeface="Noto Sans JP" pitchFamily="34" charset="-120"/>
              </a:rPr>
              <a:t>二つの軸</a:t>
            </a:r>
            <a:endParaRPr lang="ja-JP" altLang="en-US" sz="1050" spc="126" kern="0" dirty="0">
              <a:solidFill>
                <a:srgbClr val="33312A"/>
              </a:solidFill>
              <a:latin typeface="Noto Sans JP" pitchFamily="34" charset="0"/>
              <a:ea typeface="Noto Sans JP" pitchFamily="34" charset="-122"/>
              <a:cs typeface="Noto Sans JP" pitchFamily="34" charset="-120"/>
            </a:endParaRPr>
          </a:p>
        </p:txBody>
      </p:sp>
      <p:sp>
        <p:nvSpPr>
          <p:cNvPr id="10" name="Shape 8"/>
          <p:cNvSpPr/>
          <p:nvPr/>
        </p:nvSpPr>
        <p:spPr>
          <a:xfrm>
            <a:off x="914400" y="800100"/>
            <a:ext cx="10363170" cy="9510"/>
          </a:xfrm>
          <a:prstGeom prst="rect">
            <a:avLst/>
          </a:prstGeom>
          <a:solidFill>
            <a:srgbClr val="C9C4B8"/>
          </a:solidFill>
          <a:ln>
            <a:noFill/>
          </a:ln>
        </p:spPr>
      </p:sp>
      <p:sp>
        <p:nvSpPr>
          <p:cNvPr id="11" name="Text 9"/>
          <p:cNvSpPr/>
          <p:nvPr/>
        </p:nvSpPr>
        <p:spPr>
          <a:xfrm>
            <a:off x="5129235" y="1104870"/>
            <a:ext cx="1257300" cy="403799"/>
          </a:xfrm>
          <a:prstGeom prst="rect">
            <a:avLst/>
          </a:prstGeom>
          <a:noFill/>
          <a:ln>
            <a:noFill/>
          </a:ln>
        </p:spPr>
        <p:txBody>
          <a:bodyPr wrap="none" lIns="0" tIns="0" rIns="0" bIns="0" rtlCol="0" anchor="t"/>
          <a:lstStyle/>
          <a:p>
            <a:pPr algn="ctr" indent="0" marL="0">
              <a:lnSpc>
                <a:spcPct val="158000"/>
              </a:lnSpc>
              <a:buNone/>
            </a:pPr>
            <a:r>
              <a:rPr lang="ja-JP" altLang="en-US" sz="1425" b="1" spc="114" kern="0" dirty="0">
                <a:solidFill>
                  <a:srgbClr val="4A5D3A"/>
                </a:solidFill>
                <a:latin typeface="Noto Sans JP" pitchFamily="34" charset="0"/>
                <a:ea typeface="Noto Sans JP" pitchFamily="34" charset="-122"/>
                <a:cs typeface="Noto Sans JP" pitchFamily="34" charset="-120"/>
              </a:rPr>
              <a:t>物語</a:t>
            </a:r>
            <a:r>
              <a:rPr lang="ja-JP" altLang="en-US" sz="1425" spc="114" kern="0" dirty="0">
                <a:solidFill>
                  <a:srgbClr val="5C5A50"/>
                </a:solidFill>
                <a:latin typeface="Noto Sans JP" pitchFamily="34" charset="0"/>
                <a:ea typeface="Noto Sans JP" pitchFamily="34" charset="-122"/>
                <a:cs typeface="Noto Sans JP" pitchFamily="34" charset="-120"/>
              </a:rPr>
              <a:t>を変えた</a:t>
            </a:r>
            <a:endParaRPr lang="ja-JP" altLang="en-US" sz="1425" spc="114" kern="0" dirty="0">
              <a:solidFill>
                <a:srgbClr val="5C5A50"/>
              </a:solidFill>
              <a:latin typeface="Noto Sans JP" pitchFamily="34" charset="0"/>
              <a:ea typeface="Noto Sans JP" pitchFamily="34" charset="-122"/>
              <a:cs typeface="Noto Sans JP" pitchFamily="34" charset="-120"/>
            </a:endParaRPr>
          </a:p>
        </p:txBody>
      </p:sp>
      <p:sp>
        <p:nvSpPr>
          <p:cNvPr id="12" name="Text 10"/>
          <p:cNvSpPr/>
          <p:nvPr/>
        </p:nvSpPr>
        <p:spPr>
          <a:xfrm>
            <a:off x="9982230" y="3171871"/>
            <a:ext cx="981060" cy="400050"/>
          </a:xfrm>
          <a:prstGeom prst="rect">
            <a:avLst/>
          </a:prstGeom>
          <a:noFill/>
          <a:ln>
            <a:noFill/>
          </a:ln>
        </p:spPr>
        <p:txBody>
          <a:bodyPr wrap="none" lIns="0" tIns="0" rIns="0" bIns="0" rtlCol="0" anchor="t"/>
          <a:lstStyle/>
          <a:p>
            <a:pPr algn="l" indent="0" marL="0">
              <a:lnSpc>
                <a:spcPct val="158000"/>
              </a:lnSpc>
              <a:buNone/>
            </a:pPr>
            <a:r>
              <a:rPr lang="ja-JP" altLang="en-US" sz="1425" b="1" spc="114" kern="0" dirty="0">
                <a:solidFill>
                  <a:srgbClr val="4A5D3A"/>
                </a:solidFill>
                <a:latin typeface="Noto Sans JP" pitchFamily="34" charset="0"/>
                <a:ea typeface="Noto Sans JP" pitchFamily="34" charset="-122"/>
                <a:cs typeface="Noto Sans JP" pitchFamily="34" charset="-120"/>
              </a:rPr>
              <a:t>棚</a:t>
            </a:r>
            <a:r>
              <a:rPr lang="ja-JP" altLang="en-US" sz="1425" spc="114" kern="0" dirty="0">
                <a:solidFill>
                  <a:srgbClr val="5C5A50"/>
                </a:solidFill>
                <a:latin typeface="Noto Sans JP" pitchFamily="34" charset="0"/>
                <a:ea typeface="Noto Sans JP" pitchFamily="34" charset="-122"/>
                <a:cs typeface="Noto Sans JP" pitchFamily="34" charset="-120"/>
              </a:rPr>
              <a:t>を変えた</a:t>
            </a:r>
            <a:endParaRPr lang="ja-JP" altLang="en-US" sz="1425" spc="114" kern="0" dirty="0">
              <a:solidFill>
                <a:srgbClr val="5C5A50"/>
              </a:solidFill>
              <a:latin typeface="Noto Sans JP" pitchFamily="34" charset="0"/>
              <a:ea typeface="Noto Sans JP" pitchFamily="34" charset="-122"/>
              <a:cs typeface="Noto Sans JP" pitchFamily="34" charset="-120"/>
            </a:endParaRPr>
          </a:p>
        </p:txBody>
      </p:sp>
      <p:sp>
        <p:nvSpPr>
          <p:cNvPr id="13" name="Text 11"/>
          <p:cNvSpPr/>
          <p:nvPr/>
        </p:nvSpPr>
        <p:spPr>
          <a:xfrm>
            <a:off x="6715171" y="1152510"/>
            <a:ext cx="357348" cy="361920"/>
          </a:xfrm>
          <a:prstGeom prst="rect">
            <a:avLst/>
          </a:prstGeom>
          <a:noFill/>
          <a:ln>
            <a:noFill/>
          </a:ln>
        </p:spPr>
        <p:txBody>
          <a:bodyPr wrap="none" lIns="0" tIns="0" rIns="0" bIns="0" rtlCol="0" anchor="t"/>
          <a:lstStyle/>
          <a:p>
            <a:pPr algn="l" indent="0" marL="0">
              <a:lnSpc>
                <a:spcPct val="186000"/>
              </a:lnSpc>
              <a:buNone/>
            </a:pPr>
            <a:r>
              <a:rPr lang="en-US" sz="1050" spc="126" kern="0" dirty="0">
                <a:solidFill>
                  <a:srgbClr val="4A5D3A"/>
                </a:solidFill>
                <a:latin typeface="Consolas" pitchFamily="34" charset="0"/>
                <a:ea typeface="Noto Sans JP" pitchFamily="34" charset="-122"/>
                <a:cs typeface="Consolas" pitchFamily="34" charset="-120"/>
              </a:rPr>
              <a:t>HOLT</a:t>
            </a:r>
            <a:endParaRPr lang="en-US" sz="1050" spc="126" kern="0" dirty="0">
              <a:solidFill>
                <a:srgbClr val="4A5D3A"/>
              </a:solidFill>
              <a:latin typeface="Consolas" pitchFamily="34" charset="0"/>
              <a:ea typeface="Noto Sans JP" pitchFamily="34" charset="-122"/>
              <a:cs typeface="Consolas" pitchFamily="34" charset="-120"/>
            </a:endParaRPr>
          </a:p>
        </p:txBody>
      </p:sp>
      <p:sp>
        <p:nvSpPr>
          <p:cNvPr id="14" name="Text 12"/>
          <p:cNvSpPr/>
          <p:nvPr/>
        </p:nvSpPr>
        <p:spPr>
          <a:xfrm>
            <a:off x="10067910" y="3543300"/>
            <a:ext cx="454365" cy="361920"/>
          </a:xfrm>
          <a:prstGeom prst="rect">
            <a:avLst/>
          </a:prstGeom>
          <a:noFill/>
          <a:ln>
            <a:noFill/>
          </a:ln>
        </p:spPr>
        <p:txBody>
          <a:bodyPr wrap="none" lIns="0" tIns="0" rIns="0" bIns="0" rtlCol="0" anchor="t"/>
          <a:lstStyle/>
          <a:p>
            <a:pPr algn="l" indent="0" marL="0">
              <a:lnSpc>
                <a:spcPct val="173000"/>
              </a:lnSpc>
              <a:buNone/>
            </a:pPr>
            <a:r>
              <a:rPr lang="ja-JP" altLang="en-US" sz="1125" spc="68" kern="0" dirty="0">
                <a:solidFill>
                  <a:srgbClr val="6E6B60"/>
                </a:solidFill>
                <a:latin typeface="Noto Sans JP" pitchFamily="34" charset="0"/>
                <a:ea typeface="Noto Sans JP" pitchFamily="34" charset="-122"/>
                <a:cs typeface="Noto Sans JP" pitchFamily="34" charset="-120"/>
              </a:rPr>
              <a:t>本の外</a:t>
            </a:r>
            <a:endParaRPr lang="ja-JP" altLang="en-US" sz="1125" spc="68" kern="0" dirty="0">
              <a:solidFill>
                <a:srgbClr val="6E6B60"/>
              </a:solidFill>
              <a:latin typeface="Noto Sans JP" pitchFamily="34" charset="0"/>
              <a:ea typeface="Noto Sans JP" pitchFamily="34" charset="-122"/>
              <a:cs typeface="Noto Sans JP" pitchFamily="34" charset="-120"/>
            </a:endParaRPr>
          </a:p>
        </p:txBody>
      </p:sp>
      <p:sp>
        <p:nvSpPr>
          <p:cNvPr id="15" name="Text 13"/>
          <p:cNvSpPr/>
          <p:nvPr/>
        </p:nvSpPr>
        <p:spPr>
          <a:xfrm>
            <a:off x="6134070" y="3657600"/>
            <a:ext cx="3695730" cy="514350"/>
          </a:xfrm>
          <a:prstGeom prst="rect">
            <a:avLst/>
          </a:prstGeom>
          <a:noFill/>
          <a:ln>
            <a:noFill/>
          </a:ln>
        </p:spPr>
        <p:txBody>
          <a:bodyPr wrap="none" lIns="0" tIns="0" rIns="0" bIns="0" rtlCol="0" anchor="t"/>
          <a:lstStyle/>
          <a:p>
            <a:pPr algn="l" indent="0" marL="0">
              <a:lnSpc>
                <a:spcPct val="140000"/>
              </a:lnSpc>
              <a:buNone/>
            </a:pPr>
            <a:r>
              <a:rPr lang="ja-JP" altLang="en-US" sz="2250" b="1" dirty="0">
                <a:solidFill>
                  <a:srgbClr val="9C4A3C"/>
                </a:solidFill>
                <a:latin typeface="Noto Sans JP" pitchFamily="34" charset="0"/>
                <a:ea typeface="Noto Sans JP" pitchFamily="34" charset="-122"/>
                <a:cs typeface="Noto Sans JP" pitchFamily="34" charset="-120"/>
              </a:rPr>
              <a:t>任天堂</a:t>
            </a:r>
            <a:endParaRPr lang="ja-JP" altLang="en-US" sz="2250" b="1" dirty="0">
              <a:solidFill>
                <a:srgbClr val="9C4A3C"/>
              </a:solidFill>
              <a:latin typeface="Noto Sans JP" pitchFamily="34" charset="0"/>
              <a:ea typeface="Noto Sans JP" pitchFamily="34" charset="-122"/>
              <a:cs typeface="Noto Sans JP" pitchFamily="34" charset="-120"/>
            </a:endParaRPr>
          </a:p>
        </p:txBody>
      </p:sp>
      <p:sp>
        <p:nvSpPr>
          <p:cNvPr id="16" name="Text 14"/>
          <p:cNvSpPr/>
          <p:nvPr/>
        </p:nvSpPr>
        <p:spPr>
          <a:xfrm>
            <a:off x="2057400" y="1885950"/>
            <a:ext cx="3695730" cy="514350"/>
          </a:xfrm>
          <a:prstGeom prst="rect">
            <a:avLst/>
          </a:prstGeom>
          <a:noFill/>
          <a:ln>
            <a:noFill/>
          </a:ln>
        </p:spPr>
        <p:txBody>
          <a:bodyPr wrap="none" lIns="0" tIns="0" rIns="0" bIns="0" rtlCol="0" anchor="t"/>
          <a:lstStyle/>
          <a:p>
            <a:pPr algn="l" indent="0" marL="0">
              <a:lnSpc>
                <a:spcPct val="140000"/>
              </a:lnSpc>
              <a:buNone/>
            </a:pPr>
            <a:r>
              <a:rPr lang="en-US" sz="2250" b="1" dirty="0">
                <a:solidFill>
                  <a:srgbClr val="7E611B"/>
                </a:solidFill>
                <a:latin typeface="Noto Sans JP" pitchFamily="34" charset="0"/>
                <a:ea typeface="Noto Sans JP" pitchFamily="34" charset="-122"/>
                <a:cs typeface="Noto Sans JP" pitchFamily="34" charset="-120"/>
              </a:rPr>
              <a:t>Cyberpunk 2077</a:t>
            </a:r>
            <a:endParaRPr lang="en-US" sz="2250" b="1" dirty="0">
              <a:solidFill>
                <a:srgbClr val="7E611B"/>
              </a:solidFill>
              <a:latin typeface="Noto Sans JP" pitchFamily="34" charset="0"/>
              <a:ea typeface="Noto Sans JP" pitchFamily="34" charset="-122"/>
              <a:cs typeface="Noto Sans JP" pitchFamily="34" charset="-120"/>
            </a:endParaRPr>
          </a:p>
        </p:txBody>
      </p:sp>
      <p:sp>
        <p:nvSpPr>
          <p:cNvPr id="17" name="Text 15"/>
          <p:cNvSpPr/>
          <p:nvPr/>
        </p:nvSpPr>
        <p:spPr>
          <a:xfrm>
            <a:off x="6134070" y="1885950"/>
            <a:ext cx="3695730" cy="514350"/>
          </a:xfrm>
          <a:prstGeom prst="rect">
            <a:avLst/>
          </a:prstGeom>
          <a:noFill/>
          <a:ln>
            <a:noFill/>
          </a:ln>
        </p:spPr>
        <p:txBody>
          <a:bodyPr wrap="none" lIns="0" tIns="0" rIns="0" bIns="0" rtlCol="0" anchor="t"/>
          <a:lstStyle/>
          <a:p>
            <a:pPr algn="l" indent="0" marL="0">
              <a:lnSpc>
                <a:spcPct val="140000"/>
              </a:lnSpc>
              <a:buNone/>
            </a:pPr>
            <a:r>
              <a:rPr lang="ja-JP" altLang="en-US" sz="2250" b="1" dirty="0">
                <a:solidFill>
                  <a:srgbClr val="2A6B72"/>
                </a:solidFill>
                <a:latin typeface="Noto Sans JP" pitchFamily="34" charset="0"/>
                <a:ea typeface="Noto Sans JP" pitchFamily="34" charset="-122"/>
                <a:cs typeface="Noto Sans JP" pitchFamily="34" charset="-120"/>
              </a:rPr>
              <a:t>原神</a:t>
            </a:r>
            <a:endParaRPr lang="ja-JP" altLang="en-US" sz="2250" b="1" dirty="0">
              <a:solidFill>
                <a:srgbClr val="2A6B72"/>
              </a:solidFill>
              <a:latin typeface="Noto Sans JP" pitchFamily="34" charset="0"/>
              <a:ea typeface="Noto Sans JP" pitchFamily="34" charset="-122"/>
              <a:cs typeface="Noto Sans JP" pitchFamily="34" charset="-120"/>
            </a:endParaRPr>
          </a:p>
        </p:txBody>
      </p:sp>
      <p:sp>
        <p:nvSpPr>
          <p:cNvPr id="18" name="Text 16"/>
          <p:cNvSpPr/>
          <p:nvPr/>
        </p:nvSpPr>
        <p:spPr>
          <a:xfrm>
            <a:off x="1676370" y="4057650"/>
            <a:ext cx="4076670" cy="400050"/>
          </a:xfrm>
          <a:prstGeom prst="rect">
            <a:avLst/>
          </a:prstGeom>
          <a:noFill/>
          <a:ln>
            <a:noFill/>
          </a:ln>
        </p:spPr>
        <p:txBody>
          <a:bodyPr wrap="none" lIns="0" tIns="0" rIns="0" bIns="0" rtlCol="0" anchor="t"/>
          <a:lstStyle/>
          <a:p>
            <a:pPr algn="ctr" indent="0" marL="0">
              <a:lnSpc>
                <a:spcPct val="158000"/>
              </a:lnSpc>
              <a:buNone/>
            </a:pPr>
            <a:r>
              <a:rPr lang="ja-JP" altLang="en-US" sz="1425" dirty="0">
                <a:solidFill>
                  <a:srgbClr val="1B1A16"/>
                </a:solidFill>
                <a:latin typeface="Noto Sans JP Medium" pitchFamily="34" charset="0"/>
                <a:ea typeface="Noto Sans JP Medium" pitchFamily="34" charset="-122"/>
                <a:cs typeface="Noto Sans JP Medium" pitchFamily="34" charset="-120"/>
              </a:rPr>
              <a:t>製品だけを良くしている</a:t>
            </a:r>
            <a:endParaRPr lang="ja-JP" altLang="en-US" sz="1425" dirty="0">
              <a:solidFill>
                <a:srgbClr val="1B1A16"/>
              </a:solidFill>
              <a:latin typeface="Noto Sans JP Medium" pitchFamily="34" charset="0"/>
              <a:ea typeface="Noto Sans JP Medium" pitchFamily="34" charset="-122"/>
              <a:cs typeface="Noto Sans JP Medium" pitchFamily="34" charset="-120"/>
            </a:endParaRPr>
          </a:p>
        </p:txBody>
      </p:sp>
      <p:sp>
        <p:nvSpPr>
          <p:cNvPr id="19" name="Shape 17"/>
          <p:cNvSpPr/>
          <p:nvPr/>
        </p:nvSpPr>
        <p:spPr>
          <a:xfrm>
            <a:off x="914400" y="790590"/>
            <a:ext cx="533370" cy="28621"/>
          </a:xfrm>
          <a:prstGeom prst="rect">
            <a:avLst/>
          </a:prstGeom>
          <a:solidFill>
            <a:srgbClr val="4A5D3A"/>
          </a:solidFill>
          <a:ln>
            <a:noFill/>
          </a:ln>
        </p:spPr>
      </p:sp>
      <p:sp>
        <p:nvSpPr>
          <p:cNvPr id="20" name="Text 18"/>
          <p:cNvSpPr/>
          <p:nvPr/>
        </p:nvSpPr>
        <p:spPr>
          <a:xfrm>
            <a:off x="8420070" y="6362670"/>
            <a:ext cx="2857500" cy="209580"/>
          </a:xfrm>
          <a:prstGeom prst="rect">
            <a:avLst/>
          </a:prstGeom>
          <a:noFill/>
          <a:ln>
            <a:noFill/>
          </a:ln>
        </p:spPr>
        <p:txBody>
          <a:bodyPr wrap="square" lIns="0" tIns="0" rIns="0" bIns="0" rtlCol="0" anchor="t"/>
          <a:lstStyle/>
          <a:p>
            <a:pPr algn="r" indent="0" marL="0">
              <a:buNone/>
            </a:pPr>
            <a:r>
              <a:rPr lang="en-US" sz="975" spc="160" kern="0" dirty="0">
                <a:solidFill>
                  <a:srgbClr val="6E6B60"/>
                </a:solidFill>
                <a:latin typeface="Consolas" pitchFamily="34" charset="0"/>
                <a:ea typeface="Noto Sans JP" pitchFamily="34" charset="-122"/>
                <a:cs typeface="Consolas" pitchFamily="34" charset="-120"/>
              </a:rPr>
              <a:t>19 / 23</a:t>
            </a:r>
            <a:endParaRPr lang="en-US" sz="975" spc="160" kern="0" dirty="0">
              <a:solidFill>
                <a:srgbClr val="6E6B60"/>
              </a:solidFill>
              <a:latin typeface="Consolas" pitchFamily="34" charset="0"/>
              <a:ea typeface="Noto Sans JP" pitchFamily="34" charset="-122"/>
              <a:cs typeface="Consolas" pitchFamily="34" charset="-12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914400" y="457200"/>
            <a:ext cx="266730" cy="304770"/>
          </a:xfrm>
          <a:prstGeom prst="rect">
            <a:avLst/>
          </a:prstGeom>
          <a:noFill/>
          <a:ln>
            <a:noFill/>
          </a:ln>
        </p:spPr>
        <p:txBody>
          <a:bodyPr wrap="none" lIns="0" tIns="0" rIns="0" bIns="0" rtlCol="0" anchor="t"/>
          <a:lstStyle/>
          <a:p>
            <a:pPr algn="l" indent="0" marL="0">
              <a:lnSpc>
                <a:spcPct val="154000"/>
              </a:lnSpc>
              <a:buNone/>
            </a:pPr>
            <a:r>
              <a:rPr lang="en-US" sz="975" b="1" spc="156" kern="0" dirty="0">
                <a:solidFill>
                  <a:srgbClr val="4A5D3A"/>
                </a:solidFill>
                <a:latin typeface="Consolas" pitchFamily="34" charset="0"/>
                <a:ea typeface="Noto Sans JP" pitchFamily="34" charset="-122"/>
                <a:cs typeface="Consolas" pitchFamily="34" charset="-120"/>
              </a:rPr>
              <a:t>S20</a:t>
            </a:r>
            <a:endParaRPr lang="en-US" sz="975" b="1" spc="156" kern="0" dirty="0">
              <a:solidFill>
                <a:srgbClr val="4A5D3A"/>
              </a:solidFill>
              <a:latin typeface="Consolas" pitchFamily="34" charset="0"/>
              <a:ea typeface="Noto Sans JP" pitchFamily="34" charset="-122"/>
              <a:cs typeface="Consolas" pitchFamily="34" charset="-120"/>
            </a:endParaRPr>
          </a:p>
        </p:txBody>
      </p:sp>
      <p:sp>
        <p:nvSpPr>
          <p:cNvPr id="3" name="Text 1"/>
          <p:cNvSpPr/>
          <p:nvPr/>
        </p:nvSpPr>
        <p:spPr>
          <a:xfrm>
            <a:off x="1333470" y="438180"/>
            <a:ext cx="1047720" cy="314371"/>
          </a:xfrm>
          <a:prstGeom prst="rect">
            <a:avLst/>
          </a:prstGeom>
          <a:noFill/>
          <a:ln>
            <a:noFill/>
          </a:ln>
        </p:spPr>
        <p:txBody>
          <a:bodyPr wrap="none" lIns="0" tIns="0" rIns="0" bIns="0" rtlCol="0" anchor="t"/>
          <a:lstStyle/>
          <a:p>
            <a:pPr algn="l" indent="0" marL="0">
              <a:lnSpc>
                <a:spcPct val="150000"/>
              </a:lnSpc>
              <a:buNone/>
            </a:pPr>
            <a:r>
              <a:rPr lang="ja-JP" altLang="en-US" sz="1050" spc="126" kern="0" dirty="0">
                <a:solidFill>
                  <a:srgbClr val="33312A"/>
                </a:solidFill>
                <a:latin typeface="Noto Sans JP" pitchFamily="34" charset="0"/>
                <a:ea typeface="Noto Sans JP" pitchFamily="34" charset="-122"/>
                <a:cs typeface="Noto Sans JP" pitchFamily="34" charset="-120"/>
              </a:rPr>
              <a:t>反論を先に潰す</a:t>
            </a:r>
            <a:endParaRPr lang="ja-JP" altLang="en-US" sz="1050" spc="126" kern="0" dirty="0">
              <a:solidFill>
                <a:srgbClr val="33312A"/>
              </a:solidFill>
              <a:latin typeface="Noto Sans JP" pitchFamily="34" charset="0"/>
              <a:ea typeface="Noto Sans JP" pitchFamily="34" charset="-122"/>
              <a:cs typeface="Noto Sans JP" pitchFamily="34" charset="-120"/>
            </a:endParaRPr>
          </a:p>
        </p:txBody>
      </p:sp>
      <p:sp>
        <p:nvSpPr>
          <p:cNvPr id="4" name="Shape 2"/>
          <p:cNvSpPr/>
          <p:nvPr/>
        </p:nvSpPr>
        <p:spPr>
          <a:xfrm>
            <a:off x="914400" y="800100"/>
            <a:ext cx="10363170" cy="9510"/>
          </a:xfrm>
          <a:prstGeom prst="rect">
            <a:avLst/>
          </a:prstGeom>
          <a:solidFill>
            <a:srgbClr val="C9C4B8"/>
          </a:solidFill>
          <a:ln>
            <a:noFill/>
          </a:ln>
        </p:spPr>
      </p:sp>
      <p:sp>
        <p:nvSpPr>
          <p:cNvPr id="5" name="Text 3"/>
          <p:cNvSpPr/>
          <p:nvPr/>
        </p:nvSpPr>
        <p:spPr>
          <a:xfrm>
            <a:off x="914400" y="1162020"/>
            <a:ext cx="1123980" cy="342900"/>
          </a:xfrm>
          <a:prstGeom prst="rect">
            <a:avLst/>
          </a:prstGeom>
          <a:noFill/>
          <a:ln>
            <a:noFill/>
          </a:ln>
        </p:spPr>
        <p:txBody>
          <a:bodyPr wrap="none" lIns="0" tIns="0" rIns="0" bIns="0" rtlCol="0" anchor="t"/>
          <a:lstStyle/>
          <a:p>
            <a:pPr algn="l" indent="0" marL="0">
              <a:lnSpc>
                <a:spcPct val="153000"/>
              </a:lnSpc>
              <a:buNone/>
            </a:pPr>
            <a:r>
              <a:rPr lang="ja-JP" altLang="en-US" sz="1125" dirty="0">
                <a:solidFill>
                  <a:srgbClr val="5C5A50"/>
                </a:solidFill>
                <a:latin typeface="Noto Sans JP" pitchFamily="34" charset="0"/>
                <a:ea typeface="Noto Sans JP" pitchFamily="34" charset="-122"/>
                <a:cs typeface="Noto Sans JP" pitchFamily="34" charset="-120"/>
              </a:rPr>
              <a:t>想定される反論</a:t>
            </a:r>
            <a:endParaRPr lang="ja-JP" altLang="en-US" sz="1125" dirty="0">
              <a:solidFill>
                <a:srgbClr val="5C5A50"/>
              </a:solidFill>
              <a:latin typeface="Noto Sans JP" pitchFamily="34" charset="0"/>
              <a:ea typeface="Noto Sans JP" pitchFamily="34" charset="-122"/>
              <a:cs typeface="Noto Sans JP" pitchFamily="34" charset="-120"/>
            </a:endParaRPr>
          </a:p>
        </p:txBody>
      </p:sp>
      <p:sp>
        <p:nvSpPr>
          <p:cNvPr id="6" name="Shape 4"/>
          <p:cNvSpPr/>
          <p:nvPr/>
        </p:nvSpPr>
        <p:spPr>
          <a:xfrm>
            <a:off x="914400" y="1695480"/>
            <a:ext cx="19020" cy="314371"/>
          </a:xfrm>
          <a:prstGeom prst="rect">
            <a:avLst/>
          </a:prstGeom>
          <a:solidFill>
            <a:srgbClr val="C9C4B8"/>
          </a:solidFill>
          <a:ln>
            <a:noFill/>
          </a:ln>
        </p:spPr>
      </p:sp>
      <p:sp>
        <p:nvSpPr>
          <p:cNvPr id="7" name="Text 5"/>
          <p:cNvSpPr/>
          <p:nvPr/>
        </p:nvSpPr>
        <p:spPr>
          <a:xfrm>
            <a:off x="1238280" y="1695480"/>
            <a:ext cx="10039380" cy="428671"/>
          </a:xfrm>
          <a:prstGeom prst="rect">
            <a:avLst/>
          </a:prstGeom>
          <a:noFill/>
          <a:ln>
            <a:noFill/>
          </a:ln>
        </p:spPr>
        <p:txBody>
          <a:bodyPr wrap="none" lIns="0" tIns="0" rIns="0" bIns="0" rtlCol="0" anchor="t"/>
          <a:lstStyle/>
          <a:p>
            <a:pPr algn="l" indent="0" marL="0">
              <a:lnSpc>
                <a:spcPct val="150000"/>
              </a:lnSpc>
              <a:buNone/>
            </a:pPr>
            <a:r>
              <a:rPr lang="ja-JP" altLang="en-US" sz="1650" dirty="0">
                <a:solidFill>
                  <a:srgbClr val="5C5A50"/>
                </a:solidFill>
                <a:latin typeface="Noto Sans JP" pitchFamily="34" charset="0"/>
                <a:ea typeface="Noto Sans JP" pitchFamily="34" charset="-122"/>
                <a:cs typeface="Noto Sans JP" pitchFamily="34" charset="-120"/>
              </a:rPr>
              <a:t>「ゲームの話をされても、うちの事業と関係ない」</a:t>
            </a:r>
            <a:endParaRPr lang="ja-JP" altLang="en-US" sz="1650" dirty="0">
              <a:solidFill>
                <a:srgbClr val="5C5A50"/>
              </a:solidFill>
              <a:latin typeface="Noto Sans JP" pitchFamily="34" charset="0"/>
              <a:ea typeface="Noto Sans JP" pitchFamily="34" charset="-122"/>
              <a:cs typeface="Noto Sans JP" pitchFamily="34" charset="-120"/>
            </a:endParaRPr>
          </a:p>
        </p:txBody>
      </p:sp>
      <p:sp>
        <p:nvSpPr>
          <p:cNvPr id="8" name="Text 6"/>
          <p:cNvSpPr/>
          <p:nvPr/>
        </p:nvSpPr>
        <p:spPr>
          <a:xfrm>
            <a:off x="914400" y="2857500"/>
            <a:ext cx="10363170" cy="571500"/>
          </a:xfrm>
          <a:prstGeom prst="rect">
            <a:avLst/>
          </a:prstGeom>
          <a:noFill/>
          <a:ln>
            <a:noFill/>
          </a:ln>
        </p:spPr>
        <p:txBody>
          <a:bodyPr wrap="none" lIns="0" tIns="0" rIns="0" bIns="0" rtlCol="0" anchor="t"/>
          <a:lstStyle/>
          <a:p>
            <a:pPr algn="l" indent="0" marL="0">
              <a:lnSpc>
                <a:spcPct val="160000"/>
              </a:lnSpc>
              <a:buNone/>
            </a:pPr>
            <a:r>
              <a:rPr lang="ja-JP" altLang="en-US" sz="2250" spc="68" kern="0" dirty="0">
                <a:solidFill>
                  <a:srgbClr val="1B1A16"/>
                </a:solidFill>
                <a:latin typeface="Noto Sans JP Medium" pitchFamily="34" charset="0"/>
                <a:ea typeface="Noto Sans JP Medium" pitchFamily="34" charset="-122"/>
                <a:cs typeface="Noto Sans JP Medium" pitchFamily="34" charset="-120"/>
              </a:rPr>
              <a:t>三つの事例で、最後に結果を分けたのは、技術ではありませんでした。</a:t>
            </a:r>
            <a:endParaRPr lang="ja-JP" altLang="en-US" sz="2250" spc="68" kern="0" dirty="0">
              <a:solidFill>
                <a:srgbClr val="1B1A16"/>
              </a:solidFill>
              <a:latin typeface="Noto Sans JP Medium" pitchFamily="34" charset="0"/>
              <a:ea typeface="Noto Sans JP Medium" pitchFamily="34" charset="-122"/>
              <a:cs typeface="Noto Sans JP Medium" pitchFamily="34" charset="-120"/>
            </a:endParaRPr>
          </a:p>
        </p:txBody>
      </p:sp>
      <p:sp>
        <p:nvSpPr>
          <p:cNvPr id="9" name="Text 7"/>
          <p:cNvSpPr/>
          <p:nvPr/>
        </p:nvSpPr>
        <p:spPr>
          <a:xfrm>
            <a:off x="914400" y="3543300"/>
            <a:ext cx="1307592" cy="428671"/>
          </a:xfrm>
          <a:prstGeom prst="rect">
            <a:avLst/>
          </a:prstGeom>
          <a:noFill/>
          <a:ln>
            <a:noFill/>
          </a:ln>
        </p:spPr>
        <p:txBody>
          <a:bodyPr wrap="none" lIns="0" tIns="0" rIns="0" bIns="0" rtlCol="0" anchor="t"/>
          <a:lstStyle/>
          <a:p>
            <a:pPr algn="l" indent="0" marL="0">
              <a:lnSpc>
                <a:spcPct val="150000"/>
              </a:lnSpc>
              <a:buNone/>
            </a:pPr>
            <a:r>
              <a:rPr lang="ja-JP" altLang="en-US" sz="1650" spc="66" kern="0" dirty="0">
                <a:solidFill>
                  <a:srgbClr val="33312A"/>
                </a:solidFill>
                <a:latin typeface="Noto Sans JP Medium" pitchFamily="34" charset="0"/>
                <a:ea typeface="Noto Sans JP Medium" pitchFamily="34" charset="-122"/>
                <a:cs typeface="Noto Sans JP Medium" pitchFamily="34" charset="-120"/>
              </a:rPr>
              <a:t>値付けの構造</a:t>
            </a:r>
            <a:endParaRPr lang="ja-JP" altLang="en-US" sz="1650" spc="66" kern="0" dirty="0">
              <a:solidFill>
                <a:srgbClr val="33312A"/>
              </a:solidFill>
              <a:latin typeface="Noto Sans JP Medium" pitchFamily="34" charset="0"/>
              <a:ea typeface="Noto Sans JP Medium" pitchFamily="34" charset="-122"/>
              <a:cs typeface="Noto Sans JP Medium" pitchFamily="34" charset="-120"/>
            </a:endParaRPr>
          </a:p>
        </p:txBody>
      </p:sp>
      <p:sp>
        <p:nvSpPr>
          <p:cNvPr id="10" name="Text 8"/>
          <p:cNvSpPr/>
          <p:nvPr/>
        </p:nvSpPr>
        <p:spPr>
          <a:xfrm>
            <a:off x="2374422" y="3571555"/>
            <a:ext cx="180228" cy="372069"/>
          </a:xfrm>
          <a:prstGeom prst="rect">
            <a:avLst/>
          </a:prstGeom>
          <a:noFill/>
          <a:ln>
            <a:noFill/>
          </a:ln>
        </p:spPr>
        <p:txBody>
          <a:bodyPr wrap="none" lIns="0" tIns="0" rIns="0" bIns="0" rtlCol="0" anchor="t"/>
          <a:lstStyle/>
          <a:p>
            <a:pPr algn="l" indent="0" marL="0">
              <a:lnSpc>
                <a:spcPct val="150000"/>
              </a:lnSpc>
              <a:buNone/>
            </a:pPr>
            <a:r>
              <a:rPr lang="ja-JP" altLang="en-US" sz="1350" spc="66" kern="0" dirty="0">
                <a:solidFill>
                  <a:srgbClr val="6E6B60"/>
                </a:solidFill>
                <a:latin typeface="Noto Sans JP Medium" pitchFamily="34" charset="0"/>
                <a:ea typeface="Noto Sans JP Medium" pitchFamily="34" charset="-122"/>
                <a:cs typeface="Noto Sans JP Medium" pitchFamily="34" charset="-120"/>
              </a:rPr>
              <a:t>／</a:t>
            </a:r>
            <a:endParaRPr lang="ja-JP" altLang="en-US" sz="1350" spc="66" kern="0" dirty="0">
              <a:solidFill>
                <a:srgbClr val="6E6B60"/>
              </a:solidFill>
              <a:latin typeface="Noto Sans JP Medium" pitchFamily="34" charset="0"/>
              <a:ea typeface="Noto Sans JP Medium" pitchFamily="34" charset="-122"/>
              <a:cs typeface="Noto Sans JP Medium" pitchFamily="34" charset="-120"/>
            </a:endParaRPr>
          </a:p>
        </p:txBody>
      </p:sp>
      <p:sp>
        <p:nvSpPr>
          <p:cNvPr id="11" name="Text 9"/>
          <p:cNvSpPr/>
          <p:nvPr/>
        </p:nvSpPr>
        <p:spPr>
          <a:xfrm>
            <a:off x="2706990" y="3543300"/>
            <a:ext cx="871789" cy="428671"/>
          </a:xfrm>
          <a:prstGeom prst="rect">
            <a:avLst/>
          </a:prstGeom>
          <a:noFill/>
          <a:ln>
            <a:noFill/>
          </a:ln>
        </p:spPr>
        <p:txBody>
          <a:bodyPr wrap="none" lIns="0" tIns="0" rIns="0" bIns="0" rtlCol="0" anchor="t"/>
          <a:lstStyle/>
          <a:p>
            <a:pPr algn="l" indent="0" marL="0">
              <a:lnSpc>
                <a:spcPct val="150000"/>
              </a:lnSpc>
              <a:buNone/>
            </a:pPr>
            <a:r>
              <a:rPr lang="ja-JP" altLang="en-US" sz="1650" b="1" spc="66" kern="0" dirty="0">
                <a:solidFill>
                  <a:srgbClr val="4A5D3A"/>
                </a:solidFill>
                <a:latin typeface="Noto Sans JP" pitchFamily="34" charset="0"/>
                <a:ea typeface="Noto Sans JP" pitchFamily="34" charset="-122"/>
                <a:cs typeface="Noto Sans JP" pitchFamily="34" charset="-120"/>
              </a:rPr>
              <a:t>棚</a:t>
            </a:r>
            <a:r>
              <a:rPr lang="ja-JP" altLang="en-US" sz="1650" spc="66" kern="0" dirty="0">
                <a:solidFill>
                  <a:srgbClr val="33312A"/>
                </a:solidFill>
                <a:latin typeface="Noto Sans JP Medium" pitchFamily="34" charset="0"/>
                <a:ea typeface="Noto Sans JP Medium" pitchFamily="34" charset="-122"/>
                <a:cs typeface="Noto Sans JP Medium" pitchFamily="34" charset="-120"/>
              </a:rPr>
              <a:t>の選択</a:t>
            </a:r>
            <a:endParaRPr lang="ja-JP" altLang="en-US" sz="1650" spc="66" kern="0" dirty="0">
              <a:solidFill>
                <a:srgbClr val="33312A"/>
              </a:solidFill>
              <a:latin typeface="Noto Sans JP Medium" pitchFamily="34" charset="0"/>
              <a:ea typeface="Noto Sans JP Medium" pitchFamily="34" charset="-122"/>
              <a:cs typeface="Noto Sans JP Medium" pitchFamily="34" charset="-120"/>
            </a:endParaRPr>
          </a:p>
        </p:txBody>
      </p:sp>
      <p:sp>
        <p:nvSpPr>
          <p:cNvPr id="12" name="Text 10"/>
          <p:cNvSpPr/>
          <p:nvPr/>
        </p:nvSpPr>
        <p:spPr>
          <a:xfrm>
            <a:off x="3731209" y="3571555"/>
            <a:ext cx="180228" cy="372069"/>
          </a:xfrm>
          <a:prstGeom prst="rect">
            <a:avLst/>
          </a:prstGeom>
          <a:noFill/>
          <a:ln>
            <a:noFill/>
          </a:ln>
        </p:spPr>
        <p:txBody>
          <a:bodyPr wrap="none" lIns="0" tIns="0" rIns="0" bIns="0" rtlCol="0" anchor="t"/>
          <a:lstStyle/>
          <a:p>
            <a:pPr algn="l" indent="0" marL="0">
              <a:lnSpc>
                <a:spcPct val="150000"/>
              </a:lnSpc>
              <a:buNone/>
            </a:pPr>
            <a:r>
              <a:rPr lang="ja-JP" altLang="en-US" sz="1350" spc="66" kern="0" dirty="0">
                <a:solidFill>
                  <a:srgbClr val="6E6B60"/>
                </a:solidFill>
                <a:latin typeface="Noto Sans JP Medium" pitchFamily="34" charset="0"/>
                <a:ea typeface="Noto Sans JP Medium" pitchFamily="34" charset="-122"/>
                <a:cs typeface="Noto Sans JP Medium" pitchFamily="34" charset="-120"/>
              </a:rPr>
              <a:t>／</a:t>
            </a:r>
            <a:endParaRPr lang="ja-JP" altLang="en-US" sz="1350" spc="66" kern="0" dirty="0">
              <a:solidFill>
                <a:srgbClr val="6E6B60"/>
              </a:solidFill>
              <a:latin typeface="Noto Sans JP Medium" pitchFamily="34" charset="0"/>
              <a:ea typeface="Noto Sans JP Medium" pitchFamily="34" charset="-122"/>
              <a:cs typeface="Noto Sans JP Medium" pitchFamily="34" charset="-120"/>
            </a:endParaRPr>
          </a:p>
        </p:txBody>
      </p:sp>
      <p:sp>
        <p:nvSpPr>
          <p:cNvPr id="13" name="Text 11"/>
          <p:cNvSpPr/>
          <p:nvPr/>
        </p:nvSpPr>
        <p:spPr>
          <a:xfrm>
            <a:off x="4063959" y="3543300"/>
            <a:ext cx="1089782" cy="428671"/>
          </a:xfrm>
          <a:prstGeom prst="rect">
            <a:avLst/>
          </a:prstGeom>
          <a:noFill/>
          <a:ln>
            <a:noFill/>
          </a:ln>
        </p:spPr>
        <p:txBody>
          <a:bodyPr wrap="none" lIns="0" tIns="0" rIns="0" bIns="0" rtlCol="0" anchor="t"/>
          <a:lstStyle/>
          <a:p>
            <a:pPr algn="l" indent="0" marL="0">
              <a:lnSpc>
                <a:spcPct val="150000"/>
              </a:lnSpc>
              <a:buNone/>
            </a:pPr>
            <a:r>
              <a:rPr lang="ja-JP" altLang="en-US" sz="1650" spc="66" kern="0" dirty="0">
                <a:solidFill>
                  <a:srgbClr val="33312A"/>
                </a:solidFill>
                <a:latin typeface="Noto Sans JP Medium" pitchFamily="34" charset="0"/>
                <a:ea typeface="Noto Sans JP Medium" pitchFamily="34" charset="-122"/>
                <a:cs typeface="Noto Sans JP Medium" pitchFamily="34" charset="-120"/>
              </a:rPr>
              <a:t>何を語るか</a:t>
            </a:r>
            <a:endParaRPr lang="ja-JP" altLang="en-US" sz="1650" spc="66" kern="0" dirty="0">
              <a:solidFill>
                <a:srgbClr val="33312A"/>
              </a:solidFill>
              <a:latin typeface="Noto Sans JP Medium" pitchFamily="34" charset="0"/>
              <a:ea typeface="Noto Sans JP Medium" pitchFamily="34" charset="-122"/>
              <a:cs typeface="Noto Sans JP Medium" pitchFamily="34" charset="-120"/>
            </a:endParaRPr>
          </a:p>
        </p:txBody>
      </p:sp>
      <p:sp>
        <p:nvSpPr>
          <p:cNvPr id="14" name="Shape 12"/>
          <p:cNvSpPr/>
          <p:nvPr/>
        </p:nvSpPr>
        <p:spPr>
          <a:xfrm>
            <a:off x="914400" y="4857750"/>
            <a:ext cx="10363170" cy="9510"/>
          </a:xfrm>
          <a:prstGeom prst="rect">
            <a:avLst/>
          </a:prstGeom>
          <a:solidFill>
            <a:srgbClr val="C9C4B8"/>
          </a:solidFill>
          <a:ln>
            <a:noFill/>
          </a:ln>
        </p:spPr>
      </p:sp>
      <p:sp>
        <p:nvSpPr>
          <p:cNvPr id="15" name="Shape 13"/>
          <p:cNvSpPr/>
          <p:nvPr/>
        </p:nvSpPr>
        <p:spPr>
          <a:xfrm>
            <a:off x="914400" y="5086350"/>
            <a:ext cx="190470" cy="19020"/>
          </a:xfrm>
          <a:prstGeom prst="rect">
            <a:avLst/>
          </a:prstGeom>
          <a:solidFill>
            <a:srgbClr val="4A5D3A"/>
          </a:solidFill>
          <a:ln>
            <a:noFill/>
          </a:ln>
        </p:spPr>
      </p:sp>
      <p:sp>
        <p:nvSpPr>
          <p:cNvPr id="16" name="Text 14"/>
          <p:cNvSpPr/>
          <p:nvPr/>
        </p:nvSpPr>
        <p:spPr>
          <a:xfrm>
            <a:off x="914400" y="5219670"/>
            <a:ext cx="8401050" cy="1028700"/>
          </a:xfrm>
          <a:prstGeom prst="rect">
            <a:avLst/>
          </a:prstGeom>
          <a:noFill/>
          <a:ln>
            <a:noFill/>
          </a:ln>
        </p:spPr>
        <p:txBody>
          <a:bodyPr wrap="square" lIns="0" tIns="0" rIns="0" bIns="0" rtlCol="0" anchor="t"/>
          <a:lstStyle/>
          <a:p>
            <a:pPr algn="l" indent="0" marL="0">
              <a:lnSpc>
                <a:spcPct val="145000"/>
              </a:lnSpc>
              <a:buNone/>
            </a:pPr>
            <a:r>
              <a:rPr lang="ja-JP" altLang="en-US" sz="1050" dirty="0">
                <a:solidFill>
                  <a:srgbClr val="4A5D3A"/>
                </a:solidFill>
                <a:latin typeface="Noto Sans JP" pitchFamily="34" charset="0"/>
                <a:ea typeface="Noto Sans JP" pitchFamily="34" charset="-122"/>
                <a:cs typeface="Noto Sans JP" pitchFamily="34" charset="-120"/>
              </a:rPr>
              <a:t>答え</a:t>
            </a:r>
            <a:endParaRPr lang="ja-JP" altLang="en-US" sz="1050" dirty="0">
              <a:solidFill>
                <a:srgbClr val="4A5D3A"/>
              </a:solidFill>
              <a:latin typeface="Noto Sans JP" pitchFamily="34" charset="0"/>
              <a:ea typeface="Noto Sans JP" pitchFamily="34" charset="-122"/>
              <a:cs typeface="Noto Sans JP" pitchFamily="34" charset="-120"/>
            </a:endParaRPr>
          </a:p>
          <a:p>
            <a:pPr algn="l" indent="0" marL="0">
              <a:lnSpc>
                <a:spcPct val="145000"/>
              </a:lnSpc>
              <a:spcBef>
                <a:spcPts val="1050"/>
              </a:spcBef>
              <a:buNone/>
            </a:pPr>
            <a:r>
              <a:rPr lang="ja-JP" altLang="en-US" sz="3000" dirty="0">
                <a:solidFill>
                  <a:srgbClr val="1B1A16"/>
                </a:solidFill>
                <a:latin typeface="Noto Serif JP SemiBold" pitchFamily="34" charset="0"/>
                <a:ea typeface="Noto Serif JP SemiBold" pitchFamily="34" charset="-122"/>
                <a:cs typeface="Noto Serif JP SemiBold" pitchFamily="34" charset="-120"/>
              </a:rPr>
              <a:t>どの業種でも、毎日やっている</a:t>
            </a:r>
            <a:r>
              <a:rPr lang="ja-JP" altLang="en-US" sz="3000" dirty="0">
                <a:solidFill>
                  <a:srgbClr val="4A5D3A"/>
                </a:solidFill>
                <a:latin typeface="Noto Serif JP SemiBold" pitchFamily="34" charset="0"/>
                <a:ea typeface="Noto Serif JP SemiBold" pitchFamily="34" charset="-122"/>
                <a:cs typeface="Noto Serif JP SemiBold" pitchFamily="34" charset="-120"/>
              </a:rPr>
              <a:t>判断</a:t>
            </a:r>
            <a:r>
              <a:rPr lang="ja-JP" altLang="en-US" sz="3000" dirty="0">
                <a:solidFill>
                  <a:srgbClr val="1B1A16"/>
                </a:solidFill>
                <a:latin typeface="Noto Serif JP SemiBold" pitchFamily="34" charset="0"/>
                <a:ea typeface="Noto Serif JP SemiBold" pitchFamily="34" charset="-122"/>
                <a:cs typeface="Noto Serif JP SemiBold" pitchFamily="34" charset="-120"/>
              </a:rPr>
              <a:t>です。</a:t>
            </a:r>
            <a:endParaRPr lang="ja-JP" altLang="en-US" sz="3000" dirty="0">
              <a:solidFill>
                <a:srgbClr val="1B1A16"/>
              </a:solidFill>
              <a:latin typeface="Noto Serif JP SemiBold" pitchFamily="34" charset="0"/>
              <a:ea typeface="Noto Serif JP SemiBold" pitchFamily="34" charset="-122"/>
              <a:cs typeface="Noto Serif JP SemiBold" pitchFamily="34" charset="-120"/>
            </a:endParaRPr>
          </a:p>
        </p:txBody>
      </p:sp>
      <p:sp>
        <p:nvSpPr>
          <p:cNvPr id="17" name="Shape 15"/>
          <p:cNvSpPr/>
          <p:nvPr/>
        </p:nvSpPr>
        <p:spPr>
          <a:xfrm>
            <a:off x="914400" y="790590"/>
            <a:ext cx="533370" cy="28621"/>
          </a:xfrm>
          <a:prstGeom prst="rect">
            <a:avLst/>
          </a:prstGeom>
          <a:solidFill>
            <a:srgbClr val="4A5D3A"/>
          </a:solidFill>
          <a:ln>
            <a:noFill/>
          </a:ln>
        </p:spPr>
      </p:sp>
      <p:sp>
        <p:nvSpPr>
          <p:cNvPr id="18" name="Text 16"/>
          <p:cNvSpPr/>
          <p:nvPr/>
        </p:nvSpPr>
        <p:spPr>
          <a:xfrm>
            <a:off x="8420070" y="6362670"/>
            <a:ext cx="2857500" cy="209580"/>
          </a:xfrm>
          <a:prstGeom prst="rect">
            <a:avLst/>
          </a:prstGeom>
          <a:noFill/>
          <a:ln>
            <a:noFill/>
          </a:ln>
        </p:spPr>
        <p:txBody>
          <a:bodyPr wrap="square" lIns="0" tIns="0" rIns="0" bIns="0" rtlCol="0" anchor="t"/>
          <a:lstStyle/>
          <a:p>
            <a:pPr algn="r" indent="0" marL="0">
              <a:buNone/>
            </a:pPr>
            <a:r>
              <a:rPr lang="en-US" sz="975" spc="160" kern="0" dirty="0">
                <a:solidFill>
                  <a:srgbClr val="6E6B60"/>
                </a:solidFill>
                <a:latin typeface="Consolas" pitchFamily="34" charset="0"/>
                <a:ea typeface="Noto Sans JP" pitchFamily="34" charset="-122"/>
                <a:cs typeface="Consolas" pitchFamily="34" charset="-120"/>
              </a:rPr>
              <a:t>20 / 23</a:t>
            </a:r>
            <a:endParaRPr lang="en-US" sz="975" spc="160" kern="0" dirty="0">
              <a:solidFill>
                <a:srgbClr val="6E6B60"/>
              </a:solidFill>
              <a:latin typeface="Consolas" pitchFamily="34" charset="0"/>
              <a:ea typeface="Noto Sans JP" pitchFamily="34" charset="-122"/>
              <a:cs typeface="Consolas" pitchFamily="34" charset="-12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914400" y="1409730"/>
            <a:ext cx="4267230" cy="381030"/>
          </a:xfrm>
          <a:custGeom>
            <a:avLst/>
            <a:gdLst/>
            <a:ahLst/>
            <a:cxnLst/>
            <a:rect l="l" t="t" r="r" b="b"/>
            <a:pathLst>
              <a:path w="4267230" h="381030">
                <a:moveTo>
                  <a:pt x="0" y="0"/>
                </a:moveTo>
                <a:lnTo>
                  <a:pt x="4267230" y="0"/>
                </a:lnTo>
                <a:lnTo>
                  <a:pt x="4267230" y="381030"/>
                </a:lnTo>
                <a:lnTo>
                  <a:pt x="0" y="381030"/>
                </a:lnTo>
                <a:close/>
              </a:path>
            </a:pathLst>
          </a:custGeom>
          <a:solidFill>
            <a:srgbClr val="FAF9F5"/>
          </a:solidFill>
          <a:ln w="14288">
            <a:solidFill>
              <a:srgbClr val="33312A"/>
            </a:solidFill>
            <a:prstDash val="solid"/>
          </a:ln>
        </p:spPr>
      </p:sp>
      <p:sp>
        <p:nvSpPr>
          <p:cNvPr id="3" name="Shape 1"/>
          <p:cNvSpPr/>
          <p:nvPr/>
        </p:nvSpPr>
        <p:spPr>
          <a:xfrm>
            <a:off x="1114471" y="1828800"/>
            <a:ext cx="4267230" cy="381030"/>
          </a:xfrm>
          <a:custGeom>
            <a:avLst/>
            <a:gdLst/>
            <a:ahLst/>
            <a:cxnLst/>
            <a:rect l="l" t="t" r="r" b="b"/>
            <a:pathLst>
              <a:path w="4267230" h="381030">
                <a:moveTo>
                  <a:pt x="0" y="0"/>
                </a:moveTo>
                <a:lnTo>
                  <a:pt x="4267230" y="0"/>
                </a:lnTo>
                <a:lnTo>
                  <a:pt x="4267230" y="381030"/>
                </a:lnTo>
                <a:lnTo>
                  <a:pt x="0" y="381030"/>
                </a:lnTo>
                <a:close/>
              </a:path>
            </a:pathLst>
          </a:custGeom>
          <a:noFill/>
          <a:ln w="14288">
            <a:solidFill>
              <a:srgbClr val="4A5D3A"/>
            </a:solidFill>
            <a:prstDash val="dash"/>
          </a:ln>
        </p:spPr>
      </p:sp>
      <p:sp>
        <p:nvSpPr>
          <p:cNvPr id="4" name="Shape 2"/>
          <p:cNvSpPr/>
          <p:nvPr/>
        </p:nvSpPr>
        <p:spPr>
          <a:xfrm>
            <a:off x="1323960" y="2247870"/>
            <a:ext cx="4267230" cy="381030"/>
          </a:xfrm>
          <a:custGeom>
            <a:avLst/>
            <a:gdLst/>
            <a:ahLst/>
            <a:cxnLst/>
            <a:rect l="l" t="t" r="r" b="b"/>
            <a:pathLst>
              <a:path w="4267230" h="381030">
                <a:moveTo>
                  <a:pt x="0" y="0"/>
                </a:moveTo>
                <a:lnTo>
                  <a:pt x="4267230" y="0"/>
                </a:lnTo>
                <a:lnTo>
                  <a:pt x="4267230" y="381030"/>
                </a:lnTo>
                <a:lnTo>
                  <a:pt x="0" y="381030"/>
                </a:lnTo>
                <a:close/>
              </a:path>
            </a:pathLst>
          </a:custGeom>
          <a:solidFill>
            <a:srgbClr val="33312A"/>
          </a:solidFill>
          <a:ln>
            <a:noFill/>
          </a:ln>
        </p:spPr>
      </p:sp>
      <p:sp>
        <p:nvSpPr>
          <p:cNvPr id="5" name="Shape 3"/>
          <p:cNvSpPr/>
          <p:nvPr/>
        </p:nvSpPr>
        <p:spPr>
          <a:xfrm>
            <a:off x="5181630" y="1790670"/>
            <a:ext cx="714421" cy="0"/>
          </a:xfrm>
          <a:prstGeom prst="line">
            <a:avLst/>
          </a:prstGeom>
          <a:noFill/>
          <a:ln w="9525">
            <a:solidFill>
              <a:srgbClr val="C9C4B8"/>
            </a:solidFill>
            <a:prstDash val="sysDot"/>
          </a:ln>
        </p:spPr>
      </p:sp>
      <p:sp>
        <p:nvSpPr>
          <p:cNvPr id="6" name="Shape 4"/>
          <p:cNvSpPr/>
          <p:nvPr/>
        </p:nvSpPr>
        <p:spPr>
          <a:xfrm>
            <a:off x="5591190" y="2247870"/>
            <a:ext cx="304770" cy="0"/>
          </a:xfrm>
          <a:prstGeom prst="line">
            <a:avLst/>
          </a:prstGeom>
          <a:noFill/>
          <a:ln w="9525">
            <a:solidFill>
              <a:srgbClr val="C9C4B8"/>
            </a:solidFill>
            <a:prstDash val="sysDot"/>
          </a:ln>
        </p:spPr>
      </p:sp>
      <p:sp>
        <p:nvSpPr>
          <p:cNvPr id="7" name="Shape 5"/>
          <p:cNvSpPr/>
          <p:nvPr/>
        </p:nvSpPr>
        <p:spPr>
          <a:xfrm>
            <a:off x="5819790" y="1809780"/>
            <a:ext cx="0" cy="419070"/>
          </a:xfrm>
          <a:prstGeom prst="line">
            <a:avLst/>
          </a:prstGeom>
          <a:noFill/>
          <a:ln w="14288">
            <a:solidFill>
              <a:srgbClr val="6E6B60"/>
            </a:solidFill>
            <a:prstDash val="solid"/>
          </a:ln>
        </p:spPr>
      </p:sp>
      <p:sp>
        <p:nvSpPr>
          <p:cNvPr id="8" name="Shape 6"/>
          <p:cNvSpPr/>
          <p:nvPr/>
        </p:nvSpPr>
        <p:spPr>
          <a:xfrm>
            <a:off x="5762640" y="1800271"/>
            <a:ext cx="114300" cy="0"/>
          </a:xfrm>
          <a:prstGeom prst="line">
            <a:avLst/>
          </a:prstGeom>
          <a:noFill/>
          <a:ln w="14288">
            <a:solidFill>
              <a:srgbClr val="6E6B60"/>
            </a:solidFill>
            <a:prstDash val="solid"/>
          </a:ln>
        </p:spPr>
      </p:sp>
      <p:sp>
        <p:nvSpPr>
          <p:cNvPr id="9" name="Shape 7"/>
          <p:cNvSpPr/>
          <p:nvPr/>
        </p:nvSpPr>
        <p:spPr>
          <a:xfrm>
            <a:off x="5762640" y="2238360"/>
            <a:ext cx="114300" cy="0"/>
          </a:xfrm>
          <a:prstGeom prst="line">
            <a:avLst/>
          </a:prstGeom>
          <a:noFill/>
          <a:ln w="14288">
            <a:solidFill>
              <a:srgbClr val="6E6B60"/>
            </a:solidFill>
            <a:prstDash val="solid"/>
          </a:ln>
        </p:spPr>
      </p:sp>
      <p:sp>
        <p:nvSpPr>
          <p:cNvPr id="10" name="Shape 8"/>
          <p:cNvSpPr/>
          <p:nvPr/>
        </p:nvSpPr>
        <p:spPr>
          <a:xfrm>
            <a:off x="1266810" y="3962370"/>
            <a:ext cx="66660" cy="85771"/>
          </a:xfrm>
          <a:custGeom>
            <a:avLst/>
            <a:gdLst/>
            <a:ahLst/>
            <a:cxnLst/>
            <a:rect l="l" t="t" r="r" b="b"/>
            <a:pathLst>
              <a:path w="66660" h="85771">
                <a:moveTo>
                  <a:pt x="0" y="0"/>
                </a:moveTo>
                <a:lnTo>
                  <a:pt x="66660" y="0"/>
                </a:lnTo>
                <a:lnTo>
                  <a:pt x="66660" y="85771"/>
                </a:lnTo>
                <a:lnTo>
                  <a:pt x="0" y="85771"/>
                </a:lnTo>
                <a:close/>
              </a:path>
            </a:pathLst>
          </a:custGeom>
          <a:noFill/>
          <a:ln w="9525">
            <a:solidFill>
              <a:srgbClr val="C9C4B8"/>
            </a:solidFill>
            <a:prstDash val="solid"/>
          </a:ln>
        </p:spPr>
      </p:sp>
      <p:sp>
        <p:nvSpPr>
          <p:cNvPr id="11" name="Shape 9"/>
          <p:cNvSpPr/>
          <p:nvPr/>
        </p:nvSpPr>
        <p:spPr>
          <a:xfrm>
            <a:off x="1362090" y="3962370"/>
            <a:ext cx="66660" cy="85771"/>
          </a:xfrm>
          <a:custGeom>
            <a:avLst/>
            <a:gdLst/>
            <a:ahLst/>
            <a:cxnLst/>
            <a:rect l="l" t="t" r="r" b="b"/>
            <a:pathLst>
              <a:path w="66660" h="85771">
                <a:moveTo>
                  <a:pt x="0" y="0"/>
                </a:moveTo>
                <a:lnTo>
                  <a:pt x="66660" y="0"/>
                </a:lnTo>
                <a:lnTo>
                  <a:pt x="66660" y="85771"/>
                </a:lnTo>
                <a:lnTo>
                  <a:pt x="0" y="85771"/>
                </a:lnTo>
                <a:close/>
              </a:path>
            </a:pathLst>
          </a:custGeom>
          <a:solidFill>
            <a:srgbClr val="4A5D3A"/>
          </a:solidFill>
          <a:ln>
            <a:noFill/>
          </a:ln>
        </p:spPr>
      </p:sp>
      <p:sp>
        <p:nvSpPr>
          <p:cNvPr id="12" name="Shape 10"/>
          <p:cNvSpPr/>
          <p:nvPr/>
        </p:nvSpPr>
        <p:spPr>
          <a:xfrm>
            <a:off x="1447770" y="3962370"/>
            <a:ext cx="66660" cy="85771"/>
          </a:xfrm>
          <a:custGeom>
            <a:avLst/>
            <a:gdLst/>
            <a:ahLst/>
            <a:cxnLst/>
            <a:rect l="l" t="t" r="r" b="b"/>
            <a:pathLst>
              <a:path w="66660" h="85771">
                <a:moveTo>
                  <a:pt x="0" y="0"/>
                </a:moveTo>
                <a:lnTo>
                  <a:pt x="66660" y="0"/>
                </a:lnTo>
                <a:lnTo>
                  <a:pt x="66660" y="85771"/>
                </a:lnTo>
                <a:lnTo>
                  <a:pt x="0" y="85771"/>
                </a:lnTo>
                <a:close/>
              </a:path>
            </a:pathLst>
          </a:custGeom>
          <a:noFill/>
          <a:ln w="9525">
            <a:solidFill>
              <a:srgbClr val="C9C4B8"/>
            </a:solidFill>
            <a:prstDash val="solid"/>
          </a:ln>
        </p:spPr>
      </p:sp>
      <p:sp>
        <p:nvSpPr>
          <p:cNvPr id="13" name="Shape 11"/>
          <p:cNvSpPr/>
          <p:nvPr/>
        </p:nvSpPr>
        <p:spPr>
          <a:xfrm>
            <a:off x="1257300" y="4057650"/>
            <a:ext cx="266730" cy="0"/>
          </a:xfrm>
          <a:prstGeom prst="line">
            <a:avLst/>
          </a:prstGeom>
          <a:noFill/>
          <a:ln w="14288">
            <a:solidFill>
              <a:srgbClr val="33312A"/>
            </a:solidFill>
            <a:prstDash val="solid"/>
          </a:ln>
        </p:spPr>
      </p:sp>
      <p:sp>
        <p:nvSpPr>
          <p:cNvPr id="14" name="Shape 12"/>
          <p:cNvSpPr/>
          <p:nvPr/>
        </p:nvSpPr>
        <p:spPr>
          <a:xfrm>
            <a:off x="1257300" y="4352910"/>
            <a:ext cx="190470" cy="47640"/>
          </a:xfrm>
          <a:custGeom>
            <a:avLst/>
            <a:gdLst/>
            <a:ahLst/>
            <a:cxnLst/>
            <a:rect l="l" t="t" r="r" b="b"/>
            <a:pathLst>
              <a:path w="190470" h="47640">
                <a:moveTo>
                  <a:pt x="0" y="0"/>
                </a:moveTo>
                <a:lnTo>
                  <a:pt x="190470" y="0"/>
                </a:lnTo>
                <a:lnTo>
                  <a:pt x="190470" y="47640"/>
                </a:lnTo>
                <a:lnTo>
                  <a:pt x="0" y="47640"/>
                </a:lnTo>
                <a:close/>
              </a:path>
            </a:pathLst>
          </a:custGeom>
          <a:noFill/>
          <a:ln w="9525">
            <a:solidFill>
              <a:srgbClr val="33312A"/>
            </a:solidFill>
            <a:prstDash val="solid"/>
          </a:ln>
        </p:spPr>
      </p:sp>
      <p:sp>
        <p:nvSpPr>
          <p:cNvPr id="15" name="Shape 13"/>
          <p:cNvSpPr/>
          <p:nvPr/>
        </p:nvSpPr>
        <p:spPr>
          <a:xfrm>
            <a:off x="1333470" y="4457700"/>
            <a:ext cx="190470" cy="47640"/>
          </a:xfrm>
          <a:custGeom>
            <a:avLst/>
            <a:gdLst/>
            <a:ahLst/>
            <a:cxnLst/>
            <a:rect l="l" t="t" r="r" b="b"/>
            <a:pathLst>
              <a:path w="190470" h="47640">
                <a:moveTo>
                  <a:pt x="0" y="0"/>
                </a:moveTo>
                <a:lnTo>
                  <a:pt x="190470" y="0"/>
                </a:lnTo>
                <a:lnTo>
                  <a:pt x="190470" y="47640"/>
                </a:lnTo>
                <a:lnTo>
                  <a:pt x="0" y="47640"/>
                </a:lnTo>
                <a:close/>
              </a:path>
            </a:pathLst>
          </a:custGeom>
          <a:solidFill>
            <a:srgbClr val="33312A"/>
          </a:solidFill>
          <a:ln>
            <a:noFill/>
          </a:ln>
        </p:spPr>
      </p:sp>
      <p:sp>
        <p:nvSpPr>
          <p:cNvPr id="16" name="Shape 14"/>
          <p:cNvSpPr/>
          <p:nvPr/>
        </p:nvSpPr>
        <p:spPr>
          <a:xfrm>
            <a:off x="1257300" y="4800600"/>
            <a:ext cx="190470" cy="47640"/>
          </a:xfrm>
          <a:custGeom>
            <a:avLst/>
            <a:gdLst/>
            <a:ahLst/>
            <a:cxnLst/>
            <a:rect l="l" t="t" r="r" b="b"/>
            <a:pathLst>
              <a:path w="190470" h="47640">
                <a:moveTo>
                  <a:pt x="0" y="0"/>
                </a:moveTo>
                <a:lnTo>
                  <a:pt x="190470" y="0"/>
                </a:lnTo>
                <a:lnTo>
                  <a:pt x="190470" y="47640"/>
                </a:lnTo>
                <a:lnTo>
                  <a:pt x="0" y="47640"/>
                </a:lnTo>
                <a:close/>
              </a:path>
            </a:pathLst>
          </a:custGeom>
          <a:noFill/>
          <a:ln w="9525">
            <a:solidFill>
              <a:srgbClr val="33312A"/>
            </a:solidFill>
            <a:prstDash val="solid"/>
          </a:ln>
        </p:spPr>
      </p:sp>
      <p:sp>
        <p:nvSpPr>
          <p:cNvPr id="17" name="Shape 15"/>
          <p:cNvSpPr/>
          <p:nvPr/>
        </p:nvSpPr>
        <p:spPr>
          <a:xfrm>
            <a:off x="1295430" y="4857750"/>
            <a:ext cx="190470" cy="47640"/>
          </a:xfrm>
          <a:custGeom>
            <a:avLst/>
            <a:gdLst/>
            <a:ahLst/>
            <a:cxnLst/>
            <a:rect l="l" t="t" r="r" b="b"/>
            <a:pathLst>
              <a:path w="190470" h="47640">
                <a:moveTo>
                  <a:pt x="0" y="0"/>
                </a:moveTo>
                <a:lnTo>
                  <a:pt x="190470" y="0"/>
                </a:lnTo>
                <a:lnTo>
                  <a:pt x="190470" y="47640"/>
                </a:lnTo>
                <a:lnTo>
                  <a:pt x="0" y="47640"/>
                </a:lnTo>
                <a:close/>
              </a:path>
            </a:pathLst>
          </a:custGeom>
          <a:noFill/>
          <a:ln w="11430">
            <a:solidFill>
              <a:srgbClr val="4A5D3A"/>
            </a:solidFill>
            <a:prstDash val="dash"/>
          </a:ln>
        </p:spPr>
      </p:sp>
      <p:sp>
        <p:nvSpPr>
          <p:cNvPr id="18" name="Shape 16"/>
          <p:cNvSpPr/>
          <p:nvPr/>
        </p:nvSpPr>
        <p:spPr>
          <a:xfrm>
            <a:off x="1333470" y="4905390"/>
            <a:ext cx="190470" cy="47640"/>
          </a:xfrm>
          <a:custGeom>
            <a:avLst/>
            <a:gdLst/>
            <a:ahLst/>
            <a:cxnLst/>
            <a:rect l="l" t="t" r="r" b="b"/>
            <a:pathLst>
              <a:path w="190470" h="47640">
                <a:moveTo>
                  <a:pt x="0" y="0"/>
                </a:moveTo>
                <a:lnTo>
                  <a:pt x="190470" y="0"/>
                </a:lnTo>
                <a:lnTo>
                  <a:pt x="190470" y="47640"/>
                </a:lnTo>
                <a:lnTo>
                  <a:pt x="0" y="47640"/>
                </a:lnTo>
                <a:close/>
              </a:path>
            </a:pathLst>
          </a:custGeom>
          <a:solidFill>
            <a:srgbClr val="33312A"/>
          </a:solidFill>
          <a:ln>
            <a:noFill/>
          </a:ln>
        </p:spPr>
      </p:sp>
      <p:sp>
        <p:nvSpPr>
          <p:cNvPr id="19" name="Text 17"/>
          <p:cNvSpPr/>
          <p:nvPr/>
        </p:nvSpPr>
        <p:spPr>
          <a:xfrm>
            <a:off x="914400" y="457200"/>
            <a:ext cx="266730" cy="304770"/>
          </a:xfrm>
          <a:prstGeom prst="rect">
            <a:avLst/>
          </a:prstGeom>
          <a:noFill/>
          <a:ln>
            <a:noFill/>
          </a:ln>
        </p:spPr>
        <p:txBody>
          <a:bodyPr wrap="none" lIns="0" tIns="0" rIns="0" bIns="0" rtlCol="0" anchor="t"/>
          <a:lstStyle/>
          <a:p>
            <a:pPr algn="l" indent="0" marL="0">
              <a:lnSpc>
                <a:spcPct val="154000"/>
              </a:lnSpc>
              <a:buNone/>
            </a:pPr>
            <a:r>
              <a:rPr lang="en-US" sz="975" b="1" spc="156" kern="0" dirty="0">
                <a:solidFill>
                  <a:srgbClr val="4A5D3A"/>
                </a:solidFill>
                <a:latin typeface="Consolas" pitchFamily="34" charset="0"/>
                <a:ea typeface="Noto Sans JP" pitchFamily="34" charset="-122"/>
                <a:cs typeface="Consolas" pitchFamily="34" charset="-120"/>
              </a:rPr>
              <a:t>S21</a:t>
            </a:r>
            <a:endParaRPr lang="en-US" sz="975" b="1" spc="156" kern="0" dirty="0">
              <a:solidFill>
                <a:srgbClr val="4A5D3A"/>
              </a:solidFill>
              <a:latin typeface="Consolas" pitchFamily="34" charset="0"/>
              <a:ea typeface="Noto Sans JP" pitchFamily="34" charset="-122"/>
              <a:cs typeface="Consolas" pitchFamily="34" charset="-120"/>
            </a:endParaRPr>
          </a:p>
        </p:txBody>
      </p:sp>
      <p:sp>
        <p:nvSpPr>
          <p:cNvPr id="20" name="Text 18"/>
          <p:cNvSpPr/>
          <p:nvPr/>
        </p:nvSpPr>
        <p:spPr>
          <a:xfrm>
            <a:off x="1333470" y="438180"/>
            <a:ext cx="447690" cy="314371"/>
          </a:xfrm>
          <a:prstGeom prst="rect">
            <a:avLst/>
          </a:prstGeom>
          <a:noFill/>
          <a:ln>
            <a:noFill/>
          </a:ln>
        </p:spPr>
        <p:txBody>
          <a:bodyPr wrap="none" lIns="0" tIns="0" rIns="0" bIns="0" rtlCol="0" anchor="t"/>
          <a:lstStyle/>
          <a:p>
            <a:pPr algn="l" indent="0" marL="0">
              <a:lnSpc>
                <a:spcPct val="150000"/>
              </a:lnSpc>
              <a:buNone/>
            </a:pPr>
            <a:r>
              <a:rPr lang="ja-JP" altLang="en-US" sz="1050" spc="126" kern="0" dirty="0">
                <a:solidFill>
                  <a:srgbClr val="33312A"/>
                </a:solidFill>
                <a:latin typeface="Noto Sans JP" pitchFamily="34" charset="0"/>
                <a:ea typeface="Noto Sans JP" pitchFamily="34" charset="-122"/>
                <a:cs typeface="Noto Sans JP" pitchFamily="34" charset="-120"/>
              </a:rPr>
              <a:t>自社へ</a:t>
            </a:r>
            <a:endParaRPr lang="ja-JP" altLang="en-US" sz="1050" spc="126" kern="0" dirty="0">
              <a:solidFill>
                <a:srgbClr val="33312A"/>
              </a:solidFill>
              <a:latin typeface="Noto Sans JP" pitchFamily="34" charset="0"/>
              <a:ea typeface="Noto Sans JP" pitchFamily="34" charset="-122"/>
              <a:cs typeface="Noto Sans JP" pitchFamily="34" charset="-120"/>
            </a:endParaRPr>
          </a:p>
        </p:txBody>
      </p:sp>
      <p:sp>
        <p:nvSpPr>
          <p:cNvPr id="21" name="Shape 19"/>
          <p:cNvSpPr/>
          <p:nvPr/>
        </p:nvSpPr>
        <p:spPr>
          <a:xfrm>
            <a:off x="914400" y="800100"/>
            <a:ext cx="10363170" cy="9510"/>
          </a:xfrm>
          <a:prstGeom prst="rect">
            <a:avLst/>
          </a:prstGeom>
          <a:solidFill>
            <a:srgbClr val="C9C4B8"/>
          </a:solidFill>
          <a:ln>
            <a:noFill/>
          </a:ln>
        </p:spPr>
      </p:sp>
      <p:sp>
        <p:nvSpPr>
          <p:cNvPr id="22" name="Text 20"/>
          <p:cNvSpPr/>
          <p:nvPr/>
        </p:nvSpPr>
        <p:spPr>
          <a:xfrm>
            <a:off x="914400" y="1104870"/>
            <a:ext cx="5905470" cy="347655"/>
          </a:xfrm>
          <a:prstGeom prst="rect">
            <a:avLst/>
          </a:prstGeom>
          <a:noFill/>
          <a:ln>
            <a:noFill/>
          </a:ln>
        </p:spPr>
        <p:txBody>
          <a:bodyPr wrap="none" lIns="0" tIns="0" rIns="0" bIns="0" rtlCol="0" anchor="t"/>
          <a:lstStyle/>
          <a:p>
            <a:pPr algn="l" indent="0" marL="0">
              <a:lnSpc>
                <a:spcPct val="160000"/>
              </a:lnSpc>
              <a:buNone/>
            </a:pPr>
            <a:r>
              <a:rPr lang="ja-JP" altLang="en-US" sz="1125" dirty="0">
                <a:solidFill>
                  <a:srgbClr val="5C5A50"/>
                </a:solidFill>
                <a:latin typeface="Noto Sans JP" pitchFamily="34" charset="0"/>
                <a:ea typeface="Noto Sans JP" pitchFamily="34" charset="-122"/>
                <a:cs typeface="Noto Sans JP" pitchFamily="34" charset="-120"/>
              </a:rPr>
              <a:t>デザイン業界</a:t>
            </a:r>
            <a:endParaRPr lang="ja-JP" altLang="en-US" sz="1125" dirty="0">
              <a:solidFill>
                <a:srgbClr val="5C5A50"/>
              </a:solidFill>
              <a:latin typeface="Noto Sans JP" pitchFamily="34" charset="0"/>
              <a:ea typeface="Noto Sans JP" pitchFamily="34" charset="-122"/>
              <a:cs typeface="Noto Sans JP" pitchFamily="34" charset="-120"/>
            </a:endParaRPr>
          </a:p>
        </p:txBody>
      </p:sp>
      <p:sp>
        <p:nvSpPr>
          <p:cNvPr id="23" name="Text 21"/>
          <p:cNvSpPr/>
          <p:nvPr/>
        </p:nvSpPr>
        <p:spPr>
          <a:xfrm>
            <a:off x="1047720" y="1514521"/>
            <a:ext cx="325801" cy="342900"/>
          </a:xfrm>
          <a:prstGeom prst="rect">
            <a:avLst/>
          </a:prstGeom>
          <a:noFill/>
          <a:ln>
            <a:noFill/>
          </a:ln>
        </p:spPr>
        <p:txBody>
          <a:bodyPr wrap="none" lIns="0" tIns="0" rIns="0" bIns="0" rtlCol="0" anchor="t"/>
          <a:lstStyle/>
          <a:p>
            <a:pPr algn="l" indent="0" marL="0">
              <a:lnSpc>
                <a:spcPct val="160000"/>
              </a:lnSpc>
              <a:buNone/>
            </a:pPr>
            <a:r>
              <a:rPr lang="ja-JP" altLang="en-US" sz="1125" spc="158" kern="0" dirty="0">
                <a:solidFill>
                  <a:srgbClr val="5C5A50"/>
                </a:solidFill>
                <a:latin typeface="Noto Sans JP" pitchFamily="34" charset="0"/>
                <a:ea typeface="Noto Sans JP" pitchFamily="34" charset="-122"/>
                <a:cs typeface="Noto Sans JP" pitchFamily="34" charset="-120"/>
              </a:rPr>
              <a:t>建前</a:t>
            </a:r>
            <a:endParaRPr lang="ja-JP" altLang="en-US" sz="1125" spc="158" kern="0" dirty="0">
              <a:solidFill>
                <a:srgbClr val="5C5A50"/>
              </a:solidFill>
              <a:latin typeface="Noto Sans JP" pitchFamily="34" charset="0"/>
              <a:ea typeface="Noto Sans JP" pitchFamily="34" charset="-122"/>
              <a:cs typeface="Noto Sans JP" pitchFamily="34" charset="-120"/>
            </a:endParaRPr>
          </a:p>
        </p:txBody>
      </p:sp>
      <p:sp>
        <p:nvSpPr>
          <p:cNvPr id="24" name="Text 22"/>
          <p:cNvSpPr/>
          <p:nvPr/>
        </p:nvSpPr>
        <p:spPr>
          <a:xfrm>
            <a:off x="1933590" y="1447770"/>
            <a:ext cx="2805928" cy="419070"/>
          </a:xfrm>
          <a:prstGeom prst="rect">
            <a:avLst/>
          </a:prstGeom>
          <a:noFill/>
          <a:ln>
            <a:noFill/>
          </a:ln>
        </p:spPr>
        <p:txBody>
          <a:bodyPr wrap="none" lIns="0" tIns="0" rIns="0" bIns="0" rtlCol="0" anchor="t"/>
          <a:lstStyle/>
          <a:p>
            <a:pPr algn="l" indent="0" marL="0">
              <a:lnSpc>
                <a:spcPct val="145000"/>
              </a:lnSpc>
              <a:buNone/>
            </a:pPr>
            <a:r>
              <a:rPr lang="ja-JP" altLang="en-US" sz="1650" spc="50" kern="0" dirty="0">
                <a:solidFill>
                  <a:srgbClr val="33312A"/>
                </a:solidFill>
                <a:latin typeface="Noto Sans JP Medium" pitchFamily="34" charset="0"/>
                <a:ea typeface="Noto Sans JP Medium" pitchFamily="34" charset="-122"/>
                <a:cs typeface="Noto Sans JP Medium" pitchFamily="34" charset="-120"/>
              </a:rPr>
              <a:t>デザインの重要性は上がった</a:t>
            </a:r>
            <a:endParaRPr lang="ja-JP" altLang="en-US" sz="1650" spc="50" kern="0" dirty="0">
              <a:solidFill>
                <a:srgbClr val="33312A"/>
              </a:solidFill>
              <a:latin typeface="Noto Sans JP Medium" pitchFamily="34" charset="0"/>
              <a:ea typeface="Noto Sans JP Medium" pitchFamily="34" charset="-122"/>
              <a:cs typeface="Noto Sans JP Medium" pitchFamily="34" charset="-120"/>
            </a:endParaRPr>
          </a:p>
        </p:txBody>
      </p:sp>
      <p:sp>
        <p:nvSpPr>
          <p:cNvPr id="25" name="Text 23"/>
          <p:cNvSpPr/>
          <p:nvPr/>
        </p:nvSpPr>
        <p:spPr>
          <a:xfrm>
            <a:off x="1247790" y="1966874"/>
            <a:ext cx="285750" cy="342900"/>
          </a:xfrm>
          <a:prstGeom prst="rect">
            <a:avLst/>
          </a:prstGeom>
          <a:noFill/>
          <a:ln>
            <a:noFill/>
          </a:ln>
        </p:spPr>
        <p:txBody>
          <a:bodyPr wrap="none" lIns="0" tIns="0" rIns="0" bIns="0" rtlCol="0" anchor="t"/>
          <a:lstStyle/>
          <a:p>
            <a:pPr algn="l" indent="0" marL="0">
              <a:lnSpc>
                <a:spcPct val="160000"/>
              </a:lnSpc>
              <a:buNone/>
            </a:pPr>
            <a:r>
              <a:rPr lang="ja-JP" altLang="en-US" sz="1125" b="1" dirty="0">
                <a:solidFill>
                  <a:srgbClr val="4A5D3A"/>
                </a:solidFill>
                <a:latin typeface="Noto Sans JP" pitchFamily="34" charset="0"/>
                <a:ea typeface="Noto Sans JP" pitchFamily="34" charset="-122"/>
                <a:cs typeface="Noto Sans JP" pitchFamily="34" charset="-120"/>
              </a:rPr>
              <a:t>物語</a:t>
            </a:r>
            <a:endParaRPr lang="ja-JP" altLang="en-US" sz="1125" b="1" dirty="0">
              <a:solidFill>
                <a:srgbClr val="4A5D3A"/>
              </a:solidFill>
              <a:latin typeface="Noto Sans JP" pitchFamily="34" charset="0"/>
              <a:ea typeface="Noto Sans JP" pitchFamily="34" charset="-122"/>
              <a:cs typeface="Noto Sans JP" pitchFamily="34" charset="-120"/>
            </a:endParaRPr>
          </a:p>
        </p:txBody>
      </p:sp>
      <p:sp>
        <p:nvSpPr>
          <p:cNvPr id="26" name="Text 24"/>
          <p:cNvSpPr/>
          <p:nvPr/>
        </p:nvSpPr>
        <p:spPr>
          <a:xfrm>
            <a:off x="1609710" y="1985985"/>
            <a:ext cx="446593" cy="342900"/>
          </a:xfrm>
          <a:prstGeom prst="rect">
            <a:avLst/>
          </a:prstGeom>
          <a:noFill/>
          <a:ln>
            <a:noFill/>
          </a:ln>
        </p:spPr>
        <p:txBody>
          <a:bodyPr wrap="none" lIns="0" tIns="0" rIns="0" bIns="0" rtlCol="0" anchor="t"/>
          <a:lstStyle/>
          <a:p>
            <a:pPr algn="l" indent="0" marL="0">
              <a:lnSpc>
                <a:spcPct val="171000"/>
              </a:lnSpc>
              <a:buNone/>
            </a:pPr>
            <a:r>
              <a:rPr lang="en-US" sz="1050" spc="126" kern="0" dirty="0">
                <a:solidFill>
                  <a:srgbClr val="6E6B60"/>
                </a:solidFill>
                <a:latin typeface="Consolas" pitchFamily="34" charset="0"/>
                <a:ea typeface="Noto Sans JP" pitchFamily="34" charset="-122"/>
                <a:cs typeface="Consolas" pitchFamily="34" charset="-120"/>
              </a:rPr>
              <a:t>STORY</a:t>
            </a:r>
            <a:endParaRPr lang="en-US" sz="1050" spc="126" kern="0" dirty="0">
              <a:solidFill>
                <a:srgbClr val="6E6B60"/>
              </a:solidFill>
              <a:latin typeface="Consolas" pitchFamily="34" charset="0"/>
              <a:ea typeface="Noto Sans JP" pitchFamily="34" charset="-122"/>
              <a:cs typeface="Consolas" pitchFamily="34" charset="-120"/>
            </a:endParaRPr>
          </a:p>
        </p:txBody>
      </p:sp>
      <p:sp>
        <p:nvSpPr>
          <p:cNvPr id="27" name="Text 25"/>
          <p:cNvSpPr/>
          <p:nvPr/>
        </p:nvSpPr>
        <p:spPr>
          <a:xfrm>
            <a:off x="2333640" y="1828800"/>
            <a:ext cx="285750" cy="495330"/>
          </a:xfrm>
          <a:prstGeom prst="rect">
            <a:avLst/>
          </a:prstGeom>
          <a:noFill/>
          <a:ln>
            <a:noFill/>
          </a:ln>
        </p:spPr>
        <p:txBody>
          <a:bodyPr wrap="none" lIns="0" tIns="0" rIns="0" bIns="0" rtlCol="0" anchor="t"/>
          <a:lstStyle/>
          <a:p>
            <a:pPr algn="l" indent="0" marL="0">
              <a:lnSpc>
                <a:spcPct val="133000"/>
              </a:lnSpc>
              <a:buNone/>
            </a:pPr>
            <a:r>
              <a:rPr lang="ja-JP" altLang="en-US" sz="2250" dirty="0">
                <a:solidFill>
                  <a:srgbClr val="4A5D3A"/>
                </a:solidFill>
                <a:latin typeface="Noto Sans JP Medium" pitchFamily="34" charset="0"/>
                <a:ea typeface="Noto Sans JP Medium" pitchFamily="34" charset="-122"/>
                <a:cs typeface="Noto Sans JP Medium" pitchFamily="34" charset="-120"/>
              </a:rPr>
              <a:t>？</a:t>
            </a:r>
            <a:endParaRPr lang="ja-JP" altLang="en-US" sz="2250" dirty="0">
              <a:solidFill>
                <a:srgbClr val="4A5D3A"/>
              </a:solidFill>
              <a:latin typeface="Noto Sans JP Medium" pitchFamily="34" charset="0"/>
              <a:ea typeface="Noto Sans JP Medium" pitchFamily="34" charset="-122"/>
              <a:cs typeface="Noto Sans JP Medium" pitchFamily="34" charset="-120"/>
            </a:endParaRPr>
          </a:p>
        </p:txBody>
      </p:sp>
      <p:sp>
        <p:nvSpPr>
          <p:cNvPr id="28" name="Text 26"/>
          <p:cNvSpPr/>
          <p:nvPr/>
        </p:nvSpPr>
        <p:spPr>
          <a:xfrm>
            <a:off x="1457371" y="2352660"/>
            <a:ext cx="325801" cy="342900"/>
          </a:xfrm>
          <a:prstGeom prst="rect">
            <a:avLst/>
          </a:prstGeom>
          <a:noFill/>
          <a:ln>
            <a:noFill/>
          </a:ln>
        </p:spPr>
        <p:txBody>
          <a:bodyPr wrap="none" lIns="0" tIns="0" rIns="0" bIns="0" rtlCol="0" anchor="t"/>
          <a:lstStyle/>
          <a:p>
            <a:pPr algn="l" indent="0" marL="0">
              <a:lnSpc>
                <a:spcPct val="160000"/>
              </a:lnSpc>
              <a:buNone/>
            </a:pPr>
            <a:r>
              <a:rPr lang="ja-JP" altLang="en-US" sz="1125" spc="158" kern="0" dirty="0">
                <a:solidFill>
                  <a:srgbClr val="DFDBD0"/>
                </a:solidFill>
                <a:latin typeface="Noto Sans JP" pitchFamily="34" charset="0"/>
                <a:ea typeface="Noto Sans JP" pitchFamily="34" charset="-122"/>
                <a:cs typeface="Noto Sans JP" pitchFamily="34" charset="-120"/>
              </a:rPr>
              <a:t>実感</a:t>
            </a:r>
            <a:endParaRPr lang="ja-JP" altLang="en-US" sz="1125" spc="158" kern="0" dirty="0">
              <a:solidFill>
                <a:srgbClr val="DFDBD0"/>
              </a:solidFill>
              <a:latin typeface="Noto Sans JP" pitchFamily="34" charset="0"/>
              <a:ea typeface="Noto Sans JP" pitchFamily="34" charset="-122"/>
              <a:cs typeface="Noto Sans JP" pitchFamily="34" charset="-120"/>
            </a:endParaRPr>
          </a:p>
        </p:txBody>
      </p:sp>
      <p:sp>
        <p:nvSpPr>
          <p:cNvPr id="29" name="Text 27"/>
          <p:cNvSpPr/>
          <p:nvPr/>
        </p:nvSpPr>
        <p:spPr>
          <a:xfrm>
            <a:off x="1933590" y="2286000"/>
            <a:ext cx="2799618" cy="419070"/>
          </a:xfrm>
          <a:prstGeom prst="rect">
            <a:avLst/>
          </a:prstGeom>
          <a:noFill/>
          <a:ln>
            <a:noFill/>
          </a:ln>
        </p:spPr>
        <p:txBody>
          <a:bodyPr wrap="none" lIns="0" tIns="0" rIns="0" bIns="0" rtlCol="0" anchor="t"/>
          <a:lstStyle/>
          <a:p>
            <a:pPr algn="l" indent="0" marL="0">
              <a:lnSpc>
                <a:spcPct val="145000"/>
              </a:lnSpc>
              <a:buNone/>
            </a:pPr>
            <a:r>
              <a:rPr lang="ja-JP" altLang="en-US" sz="1650" b="1" spc="50" kern="0" dirty="0">
                <a:solidFill>
                  <a:srgbClr val="FAF9F5"/>
                </a:solidFill>
                <a:latin typeface="Noto Sans JP" pitchFamily="34" charset="0"/>
                <a:ea typeface="Noto Sans JP" pitchFamily="34" charset="-122"/>
                <a:cs typeface="Noto Sans JP" pitchFamily="34" charset="-120"/>
              </a:rPr>
              <a:t>工程の一部として発注される</a:t>
            </a:r>
            <a:endParaRPr lang="ja-JP" altLang="en-US" sz="1650" b="1" spc="50" kern="0" dirty="0">
              <a:solidFill>
                <a:srgbClr val="FAF9F5"/>
              </a:solidFill>
              <a:latin typeface="Noto Sans JP" pitchFamily="34" charset="0"/>
              <a:ea typeface="Noto Sans JP" pitchFamily="34" charset="-122"/>
              <a:cs typeface="Noto Sans JP" pitchFamily="34" charset="-120"/>
            </a:endParaRPr>
          </a:p>
        </p:txBody>
      </p:sp>
      <p:sp>
        <p:nvSpPr>
          <p:cNvPr id="30" name="Text 28"/>
          <p:cNvSpPr/>
          <p:nvPr/>
        </p:nvSpPr>
        <p:spPr>
          <a:xfrm>
            <a:off x="6705570" y="1524030"/>
            <a:ext cx="4572000" cy="1219170"/>
          </a:xfrm>
          <a:prstGeom prst="rect">
            <a:avLst/>
          </a:prstGeom>
          <a:noFill/>
          <a:ln>
            <a:noFill/>
          </a:ln>
        </p:spPr>
        <p:txBody>
          <a:bodyPr wrap="square" lIns="0" tIns="0" rIns="0" bIns="0" rtlCol="0" anchor="t"/>
          <a:lstStyle/>
          <a:p>
            <a:pPr algn="l" indent="0" marL="0">
              <a:lnSpc>
                <a:spcPct val="145000"/>
              </a:lnSpc>
              <a:buNone/>
            </a:pPr>
            <a:r>
              <a:rPr lang="ja-JP" altLang="en-US" sz="3000" spc="60" kern="0" dirty="0">
                <a:solidFill>
                  <a:srgbClr val="1B1A16"/>
                </a:solidFill>
                <a:latin typeface="Noto Serif JP Medium" pitchFamily="34" charset="0"/>
                <a:ea typeface="Noto Serif JP Medium" pitchFamily="34" charset="-122"/>
                <a:cs typeface="Noto Serif JP Medium" pitchFamily="34" charset="-120"/>
              </a:rPr>
              <a:t>この</a:t>
            </a:r>
            <a:r>
              <a:rPr lang="ja-JP" altLang="en-US" sz="3000" spc="60" kern="0" dirty="0">
                <a:solidFill>
                  <a:srgbClr val="4A5D3A"/>
                </a:solidFill>
                <a:latin typeface="Noto Serif JP SemiBold" pitchFamily="34" charset="0"/>
                <a:ea typeface="Noto Serif JP SemiBold" pitchFamily="34" charset="-122"/>
                <a:cs typeface="Noto Serif JP SemiBold" pitchFamily="34" charset="-120"/>
              </a:rPr>
              <a:t>ズレ</a:t>
            </a:r>
            <a:r>
              <a:rPr lang="ja-JP" altLang="en-US" sz="3000" spc="60" kern="0" dirty="0">
                <a:solidFill>
                  <a:srgbClr val="1B1A16"/>
                </a:solidFill>
                <a:latin typeface="Noto Serif JP Medium" pitchFamily="34" charset="0"/>
                <a:ea typeface="Noto Serif JP Medium" pitchFamily="34" charset="-122"/>
                <a:cs typeface="Noto Serif JP Medium" pitchFamily="34" charset="-120"/>
              </a:rPr>
              <a:t>を、</a:t>
            </a:r>
            <a:endParaRPr lang="ja-JP" altLang="en-US" sz="3000" spc="60" kern="0" dirty="0">
              <a:solidFill>
                <a:srgbClr val="1B1A16"/>
              </a:solidFill>
              <a:latin typeface="Noto Serif JP Medium" pitchFamily="34" charset="0"/>
              <a:ea typeface="Noto Serif JP Medium" pitchFamily="34" charset="-122"/>
              <a:cs typeface="Noto Serif JP Medium" pitchFamily="34" charset="-120"/>
            </a:endParaRPr>
          </a:p>
          <a:p>
            <a:pPr algn="l" indent="0" marL="0">
              <a:lnSpc>
                <a:spcPct val="145000"/>
              </a:lnSpc>
              <a:buNone/>
            </a:pPr>
            <a:r>
              <a:rPr lang="ja-JP" altLang="en-US" sz="3000" spc="60" kern="0" dirty="0">
                <a:solidFill>
                  <a:srgbClr val="1B1A16"/>
                </a:solidFill>
                <a:latin typeface="Noto Serif JP Medium" pitchFamily="34" charset="0"/>
                <a:ea typeface="Noto Serif JP Medium" pitchFamily="34" charset="-122"/>
                <a:cs typeface="Noto Serif JP Medium" pitchFamily="34" charset="-120"/>
              </a:rPr>
              <a:t>どう埋めるか。</a:t>
            </a:r>
            <a:endParaRPr lang="ja-JP" altLang="en-US" sz="3000" spc="60" kern="0" dirty="0">
              <a:solidFill>
                <a:srgbClr val="1B1A16"/>
              </a:solidFill>
              <a:latin typeface="Noto Serif JP Medium" pitchFamily="34" charset="0"/>
              <a:ea typeface="Noto Serif JP Medium" pitchFamily="34" charset="-122"/>
              <a:cs typeface="Noto Serif JP Medium" pitchFamily="34" charset="-120"/>
            </a:endParaRPr>
          </a:p>
        </p:txBody>
      </p:sp>
      <p:sp>
        <p:nvSpPr>
          <p:cNvPr id="31" name="Text 29"/>
          <p:cNvSpPr/>
          <p:nvPr/>
        </p:nvSpPr>
        <p:spPr>
          <a:xfrm>
            <a:off x="914400" y="3390870"/>
            <a:ext cx="2409810" cy="419070"/>
          </a:xfrm>
          <a:prstGeom prst="rect">
            <a:avLst/>
          </a:prstGeom>
          <a:noFill/>
          <a:ln>
            <a:noFill/>
          </a:ln>
        </p:spPr>
        <p:txBody>
          <a:bodyPr wrap="none" lIns="0" tIns="0" rIns="0" bIns="0" rtlCol="0" anchor="t"/>
          <a:lstStyle/>
          <a:p>
            <a:pPr algn="l" indent="0" marL="0">
              <a:lnSpc>
                <a:spcPct val="168000"/>
              </a:lnSpc>
              <a:buNone/>
            </a:pPr>
            <a:r>
              <a:rPr lang="ja-JP" altLang="en-US" sz="1425" dirty="0">
                <a:solidFill>
                  <a:srgbClr val="5C5A50"/>
                </a:solidFill>
                <a:latin typeface="Noto Sans JP" pitchFamily="34" charset="0"/>
                <a:ea typeface="Noto Sans JP" pitchFamily="34" charset="-122"/>
                <a:cs typeface="Noto Sans JP" pitchFamily="34" charset="-120"/>
              </a:rPr>
              <a:t>答えは、この場で埋めます。</a:t>
            </a:r>
            <a:endParaRPr lang="ja-JP" altLang="en-US" sz="1425" dirty="0">
              <a:solidFill>
                <a:srgbClr val="5C5A50"/>
              </a:solidFill>
              <a:latin typeface="Noto Sans JP" pitchFamily="34" charset="0"/>
              <a:ea typeface="Noto Sans JP" pitchFamily="34" charset="-122"/>
              <a:cs typeface="Noto Sans JP" pitchFamily="34" charset="-120"/>
            </a:endParaRPr>
          </a:p>
        </p:txBody>
      </p:sp>
      <p:sp>
        <p:nvSpPr>
          <p:cNvPr id="32" name="Text 30"/>
          <p:cNvSpPr/>
          <p:nvPr/>
        </p:nvSpPr>
        <p:spPr>
          <a:xfrm>
            <a:off x="9677370" y="3429000"/>
            <a:ext cx="1600200" cy="342900"/>
          </a:xfrm>
          <a:prstGeom prst="rect">
            <a:avLst/>
          </a:prstGeom>
          <a:noFill/>
          <a:ln>
            <a:noFill/>
          </a:ln>
        </p:spPr>
        <p:txBody>
          <a:bodyPr wrap="none" lIns="0" tIns="0" rIns="0" bIns="0" rtlCol="0" anchor="t"/>
          <a:lstStyle/>
          <a:p>
            <a:pPr algn="l" indent="0" marL="0">
              <a:lnSpc>
                <a:spcPct val="160000"/>
              </a:lnSpc>
              <a:buNone/>
            </a:pPr>
            <a:r>
              <a:rPr lang="ja-JP" altLang="en-US" sz="1125" dirty="0">
                <a:solidFill>
                  <a:srgbClr val="5C5A50"/>
                </a:solidFill>
                <a:latin typeface="Noto Sans JP" pitchFamily="34" charset="0"/>
                <a:ea typeface="Noto Sans JP" pitchFamily="34" charset="-122"/>
                <a:cs typeface="Noto Sans JP" pitchFamily="34" charset="-120"/>
              </a:rPr>
              <a:t>この三つは空欄のまま</a:t>
            </a:r>
            <a:endParaRPr lang="ja-JP" altLang="en-US" sz="1125" dirty="0">
              <a:solidFill>
                <a:srgbClr val="5C5A50"/>
              </a:solidFill>
              <a:latin typeface="Noto Sans JP" pitchFamily="34" charset="0"/>
              <a:ea typeface="Noto Sans JP" pitchFamily="34" charset="-122"/>
              <a:cs typeface="Noto Sans JP" pitchFamily="34" charset="-120"/>
            </a:endParaRPr>
          </a:p>
        </p:txBody>
      </p:sp>
      <p:sp>
        <p:nvSpPr>
          <p:cNvPr id="33" name="Text 31"/>
          <p:cNvSpPr/>
          <p:nvPr/>
        </p:nvSpPr>
        <p:spPr>
          <a:xfrm>
            <a:off x="914400" y="3905220"/>
            <a:ext cx="438180" cy="304770"/>
          </a:xfrm>
          <a:prstGeom prst="rect">
            <a:avLst/>
          </a:prstGeom>
          <a:noFill/>
          <a:ln>
            <a:noFill/>
          </a:ln>
        </p:spPr>
        <p:txBody>
          <a:bodyPr wrap="none" lIns="0" tIns="0" rIns="0" bIns="0" rtlCol="0" anchor="t"/>
          <a:lstStyle/>
          <a:p>
            <a:pPr algn="l" indent="0" marL="0">
              <a:lnSpc>
                <a:spcPct val="154000"/>
              </a:lnSpc>
              <a:buNone/>
            </a:pPr>
            <a:r>
              <a:rPr lang="en-US" sz="975" spc="176" kern="0" dirty="0">
                <a:solidFill>
                  <a:srgbClr val="4A5D3A"/>
                </a:solidFill>
                <a:latin typeface="Consolas" pitchFamily="34" charset="0"/>
                <a:ea typeface="Noto Sans JP" pitchFamily="34" charset="-122"/>
                <a:cs typeface="Consolas" pitchFamily="34" charset="-120"/>
              </a:rPr>
              <a:t>01</a:t>
            </a:r>
            <a:endParaRPr lang="en-US" sz="975" spc="176" kern="0" dirty="0">
              <a:solidFill>
                <a:srgbClr val="4A5D3A"/>
              </a:solidFill>
              <a:latin typeface="Consolas" pitchFamily="34" charset="0"/>
              <a:ea typeface="Noto Sans JP" pitchFamily="34" charset="-122"/>
              <a:cs typeface="Consolas" pitchFamily="34" charset="-120"/>
            </a:endParaRPr>
          </a:p>
        </p:txBody>
      </p:sp>
      <p:sp>
        <p:nvSpPr>
          <p:cNvPr id="34" name="Text 32"/>
          <p:cNvSpPr/>
          <p:nvPr/>
        </p:nvSpPr>
        <p:spPr>
          <a:xfrm>
            <a:off x="1581180" y="3876690"/>
            <a:ext cx="157185" cy="314371"/>
          </a:xfrm>
          <a:prstGeom prst="rect">
            <a:avLst/>
          </a:prstGeom>
          <a:noFill/>
          <a:ln>
            <a:noFill/>
          </a:ln>
        </p:spPr>
        <p:txBody>
          <a:bodyPr wrap="none" lIns="0" tIns="0" rIns="0" bIns="0" rtlCol="0" anchor="t"/>
          <a:lstStyle/>
          <a:p>
            <a:pPr algn="l" indent="0" marL="0">
              <a:lnSpc>
                <a:spcPct val="153000"/>
              </a:lnSpc>
              <a:buNone/>
            </a:pPr>
            <a:r>
              <a:rPr lang="ja-JP" altLang="en-US" sz="1125" b="1" spc="113" kern="0" dirty="0">
                <a:solidFill>
                  <a:srgbClr val="4A5D3A"/>
                </a:solidFill>
                <a:latin typeface="Noto Sans JP" pitchFamily="34" charset="0"/>
                <a:ea typeface="Noto Sans JP" pitchFamily="34" charset="-122"/>
                <a:cs typeface="Noto Sans JP" pitchFamily="34" charset="-120"/>
              </a:rPr>
              <a:t>棚</a:t>
            </a:r>
            <a:endParaRPr lang="ja-JP" altLang="en-US" sz="1125" b="1" spc="113" kern="0" dirty="0">
              <a:solidFill>
                <a:srgbClr val="4A5D3A"/>
              </a:solidFill>
              <a:latin typeface="Noto Sans JP" pitchFamily="34" charset="0"/>
              <a:ea typeface="Noto Sans JP" pitchFamily="34" charset="-122"/>
              <a:cs typeface="Noto Sans JP" pitchFamily="34" charset="-120"/>
            </a:endParaRPr>
          </a:p>
        </p:txBody>
      </p:sp>
      <p:sp>
        <p:nvSpPr>
          <p:cNvPr id="35" name="Text 33"/>
          <p:cNvSpPr/>
          <p:nvPr/>
        </p:nvSpPr>
        <p:spPr>
          <a:xfrm>
            <a:off x="2762220" y="3790920"/>
            <a:ext cx="5143500" cy="428671"/>
          </a:xfrm>
          <a:prstGeom prst="rect">
            <a:avLst/>
          </a:prstGeom>
          <a:noFill/>
          <a:ln>
            <a:noFill/>
          </a:ln>
        </p:spPr>
        <p:txBody>
          <a:bodyPr wrap="none" lIns="0" tIns="0" rIns="0" bIns="0" rtlCol="0" anchor="t"/>
          <a:lstStyle/>
          <a:p>
            <a:pPr algn="l" indent="0" marL="0">
              <a:lnSpc>
                <a:spcPct val="150000"/>
              </a:lnSpc>
              <a:buNone/>
            </a:pPr>
            <a:r>
              <a:rPr lang="ja-JP" altLang="en-US" sz="1650" spc="50" kern="0" dirty="0">
                <a:solidFill>
                  <a:srgbClr val="1B1A16"/>
                </a:solidFill>
                <a:latin typeface="Noto Sans JP Medium" pitchFamily="34" charset="0"/>
                <a:ea typeface="Noto Sans JP Medium" pitchFamily="34" charset="-122"/>
                <a:cs typeface="Noto Sans JP Medium" pitchFamily="34" charset="-120"/>
              </a:rPr>
              <a:t>私たちはいま、誰の隣に並べられているか。</a:t>
            </a:r>
            <a:endParaRPr lang="ja-JP" altLang="en-US" sz="1650" spc="50" kern="0" dirty="0">
              <a:solidFill>
                <a:srgbClr val="1B1A16"/>
              </a:solidFill>
              <a:latin typeface="Noto Sans JP Medium" pitchFamily="34" charset="0"/>
              <a:ea typeface="Noto Sans JP Medium" pitchFamily="34" charset="-122"/>
              <a:cs typeface="Noto Sans JP Medium" pitchFamily="34" charset="-120"/>
            </a:endParaRPr>
          </a:p>
        </p:txBody>
      </p:sp>
      <p:sp>
        <p:nvSpPr>
          <p:cNvPr id="36" name="Shape 34"/>
          <p:cNvSpPr/>
          <p:nvPr/>
        </p:nvSpPr>
        <p:spPr>
          <a:xfrm>
            <a:off x="8134320" y="4029121"/>
            <a:ext cx="3143250" cy="9510"/>
          </a:xfrm>
          <a:prstGeom prst="rect">
            <a:avLst/>
          </a:prstGeom>
          <a:solidFill>
            <a:srgbClr val="C9C4B8"/>
          </a:solidFill>
          <a:ln>
            <a:noFill/>
          </a:ln>
        </p:spPr>
      </p:sp>
      <p:sp>
        <p:nvSpPr>
          <p:cNvPr id="37" name="Text 35"/>
          <p:cNvSpPr/>
          <p:nvPr/>
        </p:nvSpPr>
        <p:spPr>
          <a:xfrm>
            <a:off x="914400" y="4362420"/>
            <a:ext cx="438180" cy="304770"/>
          </a:xfrm>
          <a:prstGeom prst="rect">
            <a:avLst/>
          </a:prstGeom>
          <a:noFill/>
          <a:ln>
            <a:noFill/>
          </a:ln>
        </p:spPr>
        <p:txBody>
          <a:bodyPr wrap="none" lIns="0" tIns="0" rIns="0" bIns="0" rtlCol="0" anchor="t"/>
          <a:lstStyle/>
          <a:p>
            <a:pPr algn="l" indent="0" marL="0">
              <a:lnSpc>
                <a:spcPct val="154000"/>
              </a:lnSpc>
              <a:buNone/>
            </a:pPr>
            <a:r>
              <a:rPr lang="en-US" sz="975" spc="176" kern="0" dirty="0">
                <a:solidFill>
                  <a:srgbClr val="4A5D3A"/>
                </a:solidFill>
                <a:latin typeface="Consolas" pitchFamily="34" charset="0"/>
                <a:ea typeface="Noto Sans JP" pitchFamily="34" charset="-122"/>
                <a:cs typeface="Consolas" pitchFamily="34" charset="-120"/>
              </a:rPr>
              <a:t>02</a:t>
            </a:r>
            <a:endParaRPr lang="en-US" sz="975" spc="176" kern="0" dirty="0">
              <a:solidFill>
                <a:srgbClr val="4A5D3A"/>
              </a:solidFill>
              <a:latin typeface="Consolas" pitchFamily="34" charset="0"/>
              <a:ea typeface="Noto Sans JP" pitchFamily="34" charset="-122"/>
              <a:cs typeface="Consolas" pitchFamily="34" charset="-120"/>
            </a:endParaRPr>
          </a:p>
        </p:txBody>
      </p:sp>
      <p:sp>
        <p:nvSpPr>
          <p:cNvPr id="38" name="Text 36"/>
          <p:cNvSpPr/>
          <p:nvPr/>
        </p:nvSpPr>
        <p:spPr>
          <a:xfrm>
            <a:off x="1581180" y="4324380"/>
            <a:ext cx="952530" cy="328635"/>
          </a:xfrm>
          <a:prstGeom prst="rect">
            <a:avLst/>
          </a:prstGeom>
          <a:noFill/>
          <a:ln>
            <a:noFill/>
          </a:ln>
        </p:spPr>
        <p:txBody>
          <a:bodyPr wrap="none" lIns="0" tIns="0" rIns="0" bIns="0" rtlCol="0" anchor="t"/>
          <a:lstStyle/>
          <a:p>
            <a:pPr algn="l" indent="0" marL="0">
              <a:lnSpc>
                <a:spcPct val="153000"/>
              </a:lnSpc>
              <a:buNone/>
            </a:pPr>
            <a:r>
              <a:rPr lang="ja-JP" altLang="en-US" sz="1125" spc="113" kern="0" dirty="0">
                <a:solidFill>
                  <a:srgbClr val="5C5A50"/>
                </a:solidFill>
                <a:latin typeface="Noto Sans JP" pitchFamily="34" charset="0"/>
                <a:ea typeface="Noto Sans JP" pitchFamily="34" charset="-122"/>
                <a:cs typeface="Noto Sans JP" pitchFamily="34" charset="-120"/>
              </a:rPr>
              <a:t>文化的矛盾</a:t>
            </a:r>
            <a:endParaRPr lang="ja-JP" altLang="en-US" sz="1125" spc="113" kern="0" dirty="0">
              <a:solidFill>
                <a:srgbClr val="5C5A50"/>
              </a:solidFill>
              <a:latin typeface="Noto Sans JP" pitchFamily="34" charset="0"/>
              <a:ea typeface="Noto Sans JP" pitchFamily="34" charset="-122"/>
              <a:cs typeface="Noto Sans JP" pitchFamily="34" charset="-120"/>
            </a:endParaRPr>
          </a:p>
        </p:txBody>
      </p:sp>
      <p:sp>
        <p:nvSpPr>
          <p:cNvPr id="39" name="Text 37"/>
          <p:cNvSpPr/>
          <p:nvPr/>
        </p:nvSpPr>
        <p:spPr>
          <a:xfrm>
            <a:off x="2762220" y="4248120"/>
            <a:ext cx="5143500" cy="428671"/>
          </a:xfrm>
          <a:prstGeom prst="rect">
            <a:avLst/>
          </a:prstGeom>
          <a:noFill/>
          <a:ln>
            <a:noFill/>
          </a:ln>
        </p:spPr>
        <p:txBody>
          <a:bodyPr wrap="none" lIns="0" tIns="0" rIns="0" bIns="0" rtlCol="0" anchor="t"/>
          <a:lstStyle/>
          <a:p>
            <a:pPr algn="l" indent="0" marL="0">
              <a:lnSpc>
                <a:spcPct val="150000"/>
              </a:lnSpc>
              <a:buNone/>
            </a:pPr>
            <a:r>
              <a:rPr lang="ja-JP" altLang="en-US" sz="1650" spc="50" kern="0" dirty="0">
                <a:solidFill>
                  <a:srgbClr val="1B1A16"/>
                </a:solidFill>
                <a:latin typeface="Noto Sans JP Medium" pitchFamily="34" charset="0"/>
                <a:ea typeface="Noto Sans JP Medium" pitchFamily="34" charset="-122"/>
                <a:cs typeface="Noto Sans JP Medium" pitchFamily="34" charset="-120"/>
              </a:rPr>
              <a:t>建前と実感のズレは、どこにあるか。</a:t>
            </a:r>
            <a:endParaRPr lang="ja-JP" altLang="en-US" sz="1650" spc="50" kern="0" dirty="0">
              <a:solidFill>
                <a:srgbClr val="1B1A16"/>
              </a:solidFill>
              <a:latin typeface="Noto Sans JP Medium" pitchFamily="34" charset="0"/>
              <a:ea typeface="Noto Sans JP Medium" pitchFamily="34" charset="-122"/>
              <a:cs typeface="Noto Sans JP Medium" pitchFamily="34" charset="-120"/>
            </a:endParaRPr>
          </a:p>
        </p:txBody>
      </p:sp>
      <p:sp>
        <p:nvSpPr>
          <p:cNvPr id="40" name="Shape 38"/>
          <p:cNvSpPr/>
          <p:nvPr/>
        </p:nvSpPr>
        <p:spPr>
          <a:xfrm>
            <a:off x="8134320" y="4476720"/>
            <a:ext cx="3143250" cy="9510"/>
          </a:xfrm>
          <a:prstGeom prst="rect">
            <a:avLst/>
          </a:prstGeom>
          <a:solidFill>
            <a:srgbClr val="C9C4B8"/>
          </a:solidFill>
          <a:ln>
            <a:noFill/>
          </a:ln>
        </p:spPr>
      </p:sp>
      <p:sp>
        <p:nvSpPr>
          <p:cNvPr id="41" name="Text 39"/>
          <p:cNvSpPr/>
          <p:nvPr/>
        </p:nvSpPr>
        <p:spPr>
          <a:xfrm>
            <a:off x="914400" y="4810110"/>
            <a:ext cx="438180" cy="304770"/>
          </a:xfrm>
          <a:prstGeom prst="rect">
            <a:avLst/>
          </a:prstGeom>
          <a:noFill/>
          <a:ln>
            <a:noFill/>
          </a:ln>
        </p:spPr>
        <p:txBody>
          <a:bodyPr wrap="none" lIns="0" tIns="0" rIns="0" bIns="0" rtlCol="0" anchor="t"/>
          <a:lstStyle/>
          <a:p>
            <a:pPr algn="l" indent="0" marL="0">
              <a:lnSpc>
                <a:spcPct val="154000"/>
              </a:lnSpc>
              <a:buNone/>
            </a:pPr>
            <a:r>
              <a:rPr lang="en-US" sz="975" spc="176" kern="0" dirty="0">
                <a:solidFill>
                  <a:srgbClr val="4A5D3A"/>
                </a:solidFill>
                <a:latin typeface="Consolas" pitchFamily="34" charset="0"/>
                <a:ea typeface="Noto Sans JP" pitchFamily="34" charset="-122"/>
                <a:cs typeface="Consolas" pitchFamily="34" charset="-120"/>
              </a:rPr>
              <a:t>03</a:t>
            </a:r>
            <a:endParaRPr lang="en-US" sz="975" spc="176" kern="0" dirty="0">
              <a:solidFill>
                <a:srgbClr val="4A5D3A"/>
              </a:solidFill>
              <a:latin typeface="Consolas" pitchFamily="34" charset="0"/>
              <a:ea typeface="Noto Sans JP" pitchFamily="34" charset="-122"/>
              <a:cs typeface="Consolas" pitchFamily="34" charset="-120"/>
            </a:endParaRPr>
          </a:p>
        </p:txBody>
      </p:sp>
      <p:sp>
        <p:nvSpPr>
          <p:cNvPr id="42" name="Text 40"/>
          <p:cNvSpPr/>
          <p:nvPr/>
        </p:nvSpPr>
        <p:spPr>
          <a:xfrm>
            <a:off x="1581180" y="4772071"/>
            <a:ext cx="314371" cy="314371"/>
          </a:xfrm>
          <a:prstGeom prst="rect">
            <a:avLst/>
          </a:prstGeom>
          <a:noFill/>
          <a:ln>
            <a:noFill/>
          </a:ln>
        </p:spPr>
        <p:txBody>
          <a:bodyPr wrap="none" lIns="0" tIns="0" rIns="0" bIns="0" rtlCol="0" anchor="t"/>
          <a:lstStyle/>
          <a:p>
            <a:pPr algn="l" indent="0" marL="0">
              <a:lnSpc>
                <a:spcPct val="153000"/>
              </a:lnSpc>
              <a:buNone/>
            </a:pPr>
            <a:r>
              <a:rPr lang="ja-JP" altLang="en-US" sz="1125" b="1" spc="113" kern="0" dirty="0">
                <a:solidFill>
                  <a:srgbClr val="4A5D3A"/>
                </a:solidFill>
                <a:latin typeface="Noto Sans JP" pitchFamily="34" charset="0"/>
                <a:ea typeface="Noto Sans JP" pitchFamily="34" charset="-122"/>
                <a:cs typeface="Noto Sans JP" pitchFamily="34" charset="-120"/>
              </a:rPr>
              <a:t>物語</a:t>
            </a:r>
            <a:endParaRPr lang="ja-JP" altLang="en-US" sz="1125" b="1" spc="113" kern="0" dirty="0">
              <a:solidFill>
                <a:srgbClr val="4A5D3A"/>
              </a:solidFill>
              <a:latin typeface="Noto Sans JP" pitchFamily="34" charset="0"/>
              <a:ea typeface="Noto Sans JP" pitchFamily="34" charset="-122"/>
              <a:cs typeface="Noto Sans JP" pitchFamily="34" charset="-120"/>
            </a:endParaRPr>
          </a:p>
        </p:txBody>
      </p:sp>
      <p:sp>
        <p:nvSpPr>
          <p:cNvPr id="43" name="Text 41"/>
          <p:cNvSpPr/>
          <p:nvPr/>
        </p:nvSpPr>
        <p:spPr>
          <a:xfrm>
            <a:off x="2762220" y="4695810"/>
            <a:ext cx="5143500" cy="428671"/>
          </a:xfrm>
          <a:prstGeom prst="rect">
            <a:avLst/>
          </a:prstGeom>
          <a:noFill/>
          <a:ln>
            <a:noFill/>
          </a:ln>
        </p:spPr>
        <p:txBody>
          <a:bodyPr wrap="none" lIns="0" tIns="0" rIns="0" bIns="0" rtlCol="0" anchor="t"/>
          <a:lstStyle/>
          <a:p>
            <a:pPr algn="l" indent="0" marL="0">
              <a:lnSpc>
                <a:spcPct val="150000"/>
              </a:lnSpc>
              <a:buNone/>
            </a:pPr>
            <a:r>
              <a:rPr lang="ja-JP" altLang="en-US" sz="1650" spc="50" kern="0" dirty="0">
                <a:solidFill>
                  <a:srgbClr val="1B1A16"/>
                </a:solidFill>
                <a:latin typeface="Noto Sans JP Medium" pitchFamily="34" charset="0"/>
                <a:ea typeface="Noto Sans JP Medium" pitchFamily="34" charset="-122"/>
                <a:cs typeface="Noto Sans JP Medium" pitchFamily="34" charset="-120"/>
              </a:rPr>
              <a:t>それを埋めるのは、何か。</a:t>
            </a:r>
            <a:endParaRPr lang="ja-JP" altLang="en-US" sz="1650" spc="50" kern="0" dirty="0">
              <a:solidFill>
                <a:srgbClr val="1B1A16"/>
              </a:solidFill>
              <a:latin typeface="Noto Sans JP Medium" pitchFamily="34" charset="0"/>
              <a:ea typeface="Noto Sans JP Medium" pitchFamily="34" charset="-122"/>
              <a:cs typeface="Noto Sans JP Medium" pitchFamily="34" charset="-120"/>
            </a:endParaRPr>
          </a:p>
        </p:txBody>
      </p:sp>
      <p:sp>
        <p:nvSpPr>
          <p:cNvPr id="44" name="Shape 42"/>
          <p:cNvSpPr/>
          <p:nvPr/>
        </p:nvSpPr>
        <p:spPr>
          <a:xfrm>
            <a:off x="8134320" y="4924410"/>
            <a:ext cx="3143250" cy="9510"/>
          </a:xfrm>
          <a:prstGeom prst="rect">
            <a:avLst/>
          </a:prstGeom>
          <a:solidFill>
            <a:srgbClr val="C9C4B8"/>
          </a:solidFill>
          <a:ln>
            <a:noFill/>
          </a:ln>
        </p:spPr>
      </p:sp>
      <p:sp>
        <p:nvSpPr>
          <p:cNvPr id="45" name="Shape 43"/>
          <p:cNvSpPr/>
          <p:nvPr/>
        </p:nvSpPr>
        <p:spPr>
          <a:xfrm>
            <a:off x="914400" y="5143500"/>
            <a:ext cx="190470" cy="19020"/>
          </a:xfrm>
          <a:prstGeom prst="rect">
            <a:avLst/>
          </a:prstGeom>
          <a:solidFill>
            <a:srgbClr val="4A5D3A"/>
          </a:solidFill>
          <a:ln>
            <a:noFill/>
          </a:ln>
        </p:spPr>
      </p:sp>
      <p:sp>
        <p:nvSpPr>
          <p:cNvPr id="46" name="Shape 44"/>
          <p:cNvSpPr/>
          <p:nvPr/>
        </p:nvSpPr>
        <p:spPr>
          <a:xfrm>
            <a:off x="914400" y="6091276"/>
            <a:ext cx="4076670" cy="9510"/>
          </a:xfrm>
          <a:prstGeom prst="rect">
            <a:avLst/>
          </a:prstGeom>
          <a:solidFill>
            <a:srgbClr val="C9C4B8"/>
          </a:solidFill>
          <a:ln>
            <a:noFill/>
          </a:ln>
        </p:spPr>
      </p:sp>
      <p:sp>
        <p:nvSpPr>
          <p:cNvPr id="47" name="Text 45"/>
          <p:cNvSpPr/>
          <p:nvPr/>
        </p:nvSpPr>
        <p:spPr>
          <a:xfrm>
            <a:off x="914400" y="5276820"/>
            <a:ext cx="4162440" cy="938174"/>
          </a:xfrm>
          <a:prstGeom prst="rect">
            <a:avLst/>
          </a:prstGeom>
          <a:noFill/>
          <a:ln>
            <a:noFill/>
          </a:ln>
        </p:spPr>
        <p:txBody>
          <a:bodyPr wrap="square" lIns="0" tIns="0" rIns="0" bIns="0" rtlCol="0" anchor="t"/>
          <a:lstStyle/>
          <a:p>
            <a:pPr algn="l" indent="0" marL="0">
              <a:lnSpc>
                <a:spcPct val="171000"/>
              </a:lnSpc>
              <a:buNone/>
            </a:pPr>
            <a:r>
              <a:rPr lang="ja-JP" altLang="en-US" sz="1050" dirty="0">
                <a:solidFill>
                  <a:srgbClr val="4A5D3A"/>
                </a:solidFill>
                <a:latin typeface="Noto Sans JP" pitchFamily="34" charset="0"/>
                <a:ea typeface="Noto Sans JP" pitchFamily="34" charset="-122"/>
                <a:cs typeface="Noto Sans JP" pitchFamily="34" charset="-120"/>
              </a:rPr>
              <a:t>明日できること</a:t>
            </a:r>
            <a:endParaRPr lang="ja-JP" altLang="en-US" sz="1050" dirty="0">
              <a:solidFill>
                <a:srgbClr val="4A5D3A"/>
              </a:solidFill>
              <a:latin typeface="Noto Sans JP" pitchFamily="34" charset="0"/>
              <a:ea typeface="Noto Sans JP" pitchFamily="34" charset="-122"/>
              <a:cs typeface="Noto Sans JP" pitchFamily="34" charset="-120"/>
            </a:endParaRPr>
          </a:p>
          <a:p>
            <a:pPr algn="l" indent="0" marL="0">
              <a:lnSpc>
                <a:spcPct val="171000"/>
              </a:lnSpc>
              <a:spcBef>
                <a:spcPts val="1350"/>
              </a:spcBef>
              <a:buNone/>
            </a:pPr>
            <a:r>
              <a:rPr lang="ja-JP" altLang="en-US" sz="975" b="1" u="dotted" spc="156" kern="0" dirty="0">
                <a:solidFill>
                  <a:srgbClr val="7F8C72"/>
                </a:solidFill>
                <a:uFill>
                  <a:solidFill>
                    <a:srgbClr val="6E8555"/>
                  </a:solidFill>
                </a:uFill>
                <a:latin typeface="Consolas" pitchFamily="34" charset="0"/>
                <a:ea typeface="Noto Sans JP" pitchFamily="34" charset="-122"/>
                <a:cs typeface="Consolas" pitchFamily="34" charset="-120"/>
              </a:rPr>
              <a:t>TODO</a:t>
            </a:r>
            <a:r>
              <a:rPr lang="ja-JP" altLang="en-US" sz="525" u="dotted" dirty="0">
                <a:solidFill>
                  <a:srgbClr val="4A5D3A"/>
                </a:solidFill>
                <a:uFill>
                  <a:solidFill>
                    <a:srgbClr val="6E8555"/>
                  </a:solidFill>
                </a:uFill>
                <a:latin typeface="Consolas" pitchFamily="34" charset="0"/>
                <a:ea typeface="Noto Sans JP" pitchFamily="34" charset="-122"/>
                <a:cs typeface="Consolas" pitchFamily="34" charset="-120"/>
              </a:rPr>
              <a:t>　</a:t>
            </a:r>
            <a:r>
              <a:rPr lang="ja-JP" altLang="en-US" sz="975" u="dotted" dirty="0">
                <a:solidFill>
                  <a:srgbClr val="4A5D3A"/>
                </a:solidFill>
                <a:uFill>
                  <a:solidFill>
                    <a:srgbClr val="6E8555"/>
                  </a:solidFill>
                </a:uFill>
                <a:latin typeface="Consolas" pitchFamily="34" charset="0"/>
                <a:ea typeface="Noto Sans JP" pitchFamily="34" charset="-122"/>
                <a:cs typeface="Consolas" pitchFamily="34" charset="-120"/>
              </a:rPr>
              <a:t>明日できることを1つ、本人が埋める</a:t>
            </a:r>
            <a:endParaRPr lang="ja-JP" altLang="en-US" sz="975" u="dotted" dirty="0">
              <a:solidFill>
                <a:srgbClr val="4A5D3A"/>
              </a:solidFill>
              <a:uFill>
                <a:solidFill>
                  <a:srgbClr val="6E8555"/>
                </a:solidFill>
              </a:uFill>
              <a:latin typeface="Consolas" pitchFamily="34" charset="0"/>
              <a:ea typeface="Noto Sans JP" pitchFamily="34" charset="-122"/>
              <a:cs typeface="Consolas" pitchFamily="34" charset="-120"/>
            </a:endParaRPr>
          </a:p>
        </p:txBody>
      </p:sp>
      <p:sp>
        <p:nvSpPr>
          <p:cNvPr id="48" name="Shape 46"/>
          <p:cNvSpPr/>
          <p:nvPr/>
        </p:nvSpPr>
        <p:spPr>
          <a:xfrm>
            <a:off x="914400" y="790590"/>
            <a:ext cx="533370" cy="28621"/>
          </a:xfrm>
          <a:prstGeom prst="rect">
            <a:avLst/>
          </a:prstGeom>
          <a:solidFill>
            <a:srgbClr val="4A5D3A"/>
          </a:solidFill>
          <a:ln>
            <a:noFill/>
          </a:ln>
        </p:spPr>
      </p:sp>
      <p:sp>
        <p:nvSpPr>
          <p:cNvPr id="49" name="Text 47"/>
          <p:cNvSpPr/>
          <p:nvPr/>
        </p:nvSpPr>
        <p:spPr>
          <a:xfrm>
            <a:off x="8420070" y="6362670"/>
            <a:ext cx="2857500" cy="209580"/>
          </a:xfrm>
          <a:prstGeom prst="rect">
            <a:avLst/>
          </a:prstGeom>
          <a:noFill/>
          <a:ln>
            <a:noFill/>
          </a:ln>
        </p:spPr>
        <p:txBody>
          <a:bodyPr wrap="square" lIns="0" tIns="0" rIns="0" bIns="0" rtlCol="0" anchor="t"/>
          <a:lstStyle/>
          <a:p>
            <a:pPr algn="r" indent="0" marL="0">
              <a:buNone/>
            </a:pPr>
            <a:r>
              <a:rPr lang="en-US" sz="975" spc="160" kern="0" dirty="0">
                <a:solidFill>
                  <a:srgbClr val="6E6B60"/>
                </a:solidFill>
                <a:latin typeface="Consolas" pitchFamily="34" charset="0"/>
                <a:ea typeface="Noto Sans JP" pitchFamily="34" charset="-122"/>
                <a:cs typeface="Consolas" pitchFamily="34" charset="-120"/>
              </a:rPr>
              <a:t>21 / 23</a:t>
            </a:r>
            <a:endParaRPr lang="en-US" sz="975" spc="160" kern="0" dirty="0">
              <a:solidFill>
                <a:srgbClr val="6E6B60"/>
              </a:solidFill>
              <a:latin typeface="Consolas" pitchFamily="34" charset="0"/>
              <a:ea typeface="Noto Sans JP" pitchFamily="34" charset="-122"/>
              <a:cs typeface="Consolas" pitchFamily="34" charset="-12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3257550" y="3019440"/>
            <a:ext cx="66660" cy="85771"/>
          </a:xfrm>
          <a:custGeom>
            <a:avLst/>
            <a:gdLst/>
            <a:ahLst/>
            <a:cxnLst/>
            <a:rect l="l" t="t" r="r" b="b"/>
            <a:pathLst>
              <a:path w="66660" h="85771">
                <a:moveTo>
                  <a:pt x="0" y="0"/>
                </a:moveTo>
                <a:lnTo>
                  <a:pt x="66660" y="0"/>
                </a:lnTo>
                <a:lnTo>
                  <a:pt x="66660" y="85771"/>
                </a:lnTo>
                <a:lnTo>
                  <a:pt x="0" y="85771"/>
                </a:lnTo>
                <a:close/>
              </a:path>
            </a:pathLst>
          </a:custGeom>
          <a:noFill/>
          <a:ln w="9525">
            <a:solidFill>
              <a:srgbClr val="C9C4B8"/>
            </a:solidFill>
            <a:prstDash val="solid"/>
          </a:ln>
        </p:spPr>
      </p:sp>
      <p:sp>
        <p:nvSpPr>
          <p:cNvPr id="3" name="Shape 1"/>
          <p:cNvSpPr/>
          <p:nvPr/>
        </p:nvSpPr>
        <p:spPr>
          <a:xfrm>
            <a:off x="3352830" y="3019440"/>
            <a:ext cx="66660" cy="85771"/>
          </a:xfrm>
          <a:custGeom>
            <a:avLst/>
            <a:gdLst/>
            <a:ahLst/>
            <a:cxnLst/>
            <a:rect l="l" t="t" r="r" b="b"/>
            <a:pathLst>
              <a:path w="66660" h="85771">
                <a:moveTo>
                  <a:pt x="0" y="0"/>
                </a:moveTo>
                <a:lnTo>
                  <a:pt x="66660" y="0"/>
                </a:lnTo>
                <a:lnTo>
                  <a:pt x="66660" y="85771"/>
                </a:lnTo>
                <a:lnTo>
                  <a:pt x="0" y="85771"/>
                </a:lnTo>
                <a:close/>
              </a:path>
            </a:pathLst>
          </a:custGeom>
          <a:solidFill>
            <a:srgbClr val="4A5D3A"/>
          </a:solidFill>
          <a:ln>
            <a:noFill/>
          </a:ln>
        </p:spPr>
      </p:sp>
      <p:sp>
        <p:nvSpPr>
          <p:cNvPr id="4" name="Shape 2"/>
          <p:cNvSpPr/>
          <p:nvPr/>
        </p:nvSpPr>
        <p:spPr>
          <a:xfrm>
            <a:off x="3438510" y="3019440"/>
            <a:ext cx="66660" cy="85771"/>
          </a:xfrm>
          <a:custGeom>
            <a:avLst/>
            <a:gdLst/>
            <a:ahLst/>
            <a:cxnLst/>
            <a:rect l="l" t="t" r="r" b="b"/>
            <a:pathLst>
              <a:path w="66660" h="85771">
                <a:moveTo>
                  <a:pt x="0" y="0"/>
                </a:moveTo>
                <a:lnTo>
                  <a:pt x="66660" y="0"/>
                </a:lnTo>
                <a:lnTo>
                  <a:pt x="66660" y="85771"/>
                </a:lnTo>
                <a:lnTo>
                  <a:pt x="0" y="85771"/>
                </a:lnTo>
                <a:close/>
              </a:path>
            </a:pathLst>
          </a:custGeom>
          <a:noFill/>
          <a:ln w="9525">
            <a:solidFill>
              <a:srgbClr val="C9C4B8"/>
            </a:solidFill>
            <a:prstDash val="solid"/>
          </a:ln>
        </p:spPr>
      </p:sp>
      <p:sp>
        <p:nvSpPr>
          <p:cNvPr id="5" name="Shape 3"/>
          <p:cNvSpPr/>
          <p:nvPr/>
        </p:nvSpPr>
        <p:spPr>
          <a:xfrm>
            <a:off x="3248040" y="3114721"/>
            <a:ext cx="266730" cy="0"/>
          </a:xfrm>
          <a:prstGeom prst="line">
            <a:avLst/>
          </a:prstGeom>
          <a:noFill/>
          <a:ln w="14288">
            <a:solidFill>
              <a:srgbClr val="33312A"/>
            </a:solidFill>
            <a:prstDash val="solid"/>
          </a:ln>
        </p:spPr>
      </p:sp>
      <p:sp>
        <p:nvSpPr>
          <p:cNvPr id="6" name="Shape 4"/>
          <p:cNvSpPr/>
          <p:nvPr/>
        </p:nvSpPr>
        <p:spPr>
          <a:xfrm>
            <a:off x="3438510" y="4610130"/>
            <a:ext cx="190470" cy="47640"/>
          </a:xfrm>
          <a:custGeom>
            <a:avLst/>
            <a:gdLst/>
            <a:ahLst/>
            <a:cxnLst/>
            <a:rect l="l" t="t" r="r" b="b"/>
            <a:pathLst>
              <a:path w="190470" h="47640">
                <a:moveTo>
                  <a:pt x="0" y="0"/>
                </a:moveTo>
                <a:lnTo>
                  <a:pt x="190470" y="0"/>
                </a:lnTo>
                <a:lnTo>
                  <a:pt x="190470" y="47640"/>
                </a:lnTo>
                <a:lnTo>
                  <a:pt x="0" y="47640"/>
                </a:lnTo>
                <a:close/>
              </a:path>
            </a:pathLst>
          </a:custGeom>
          <a:noFill/>
          <a:ln w="9525">
            <a:solidFill>
              <a:srgbClr val="33312A"/>
            </a:solidFill>
            <a:prstDash val="solid"/>
          </a:ln>
        </p:spPr>
      </p:sp>
      <p:sp>
        <p:nvSpPr>
          <p:cNvPr id="7" name="Shape 5"/>
          <p:cNvSpPr/>
          <p:nvPr/>
        </p:nvSpPr>
        <p:spPr>
          <a:xfrm>
            <a:off x="3476640" y="4667280"/>
            <a:ext cx="190470" cy="47640"/>
          </a:xfrm>
          <a:custGeom>
            <a:avLst/>
            <a:gdLst/>
            <a:ahLst/>
            <a:cxnLst/>
            <a:rect l="l" t="t" r="r" b="b"/>
            <a:pathLst>
              <a:path w="190470" h="47640">
                <a:moveTo>
                  <a:pt x="0" y="0"/>
                </a:moveTo>
                <a:lnTo>
                  <a:pt x="190470" y="0"/>
                </a:lnTo>
                <a:lnTo>
                  <a:pt x="190470" y="47640"/>
                </a:lnTo>
                <a:lnTo>
                  <a:pt x="0" y="47640"/>
                </a:lnTo>
                <a:close/>
              </a:path>
            </a:pathLst>
          </a:custGeom>
          <a:noFill/>
          <a:ln w="11430">
            <a:solidFill>
              <a:srgbClr val="4A5D3A"/>
            </a:solidFill>
            <a:prstDash val="dash"/>
          </a:ln>
        </p:spPr>
      </p:sp>
      <p:sp>
        <p:nvSpPr>
          <p:cNvPr id="8" name="Shape 6"/>
          <p:cNvSpPr/>
          <p:nvPr/>
        </p:nvSpPr>
        <p:spPr>
          <a:xfrm>
            <a:off x="3514771" y="4714921"/>
            <a:ext cx="190470" cy="47640"/>
          </a:xfrm>
          <a:custGeom>
            <a:avLst/>
            <a:gdLst/>
            <a:ahLst/>
            <a:cxnLst/>
            <a:rect l="l" t="t" r="r" b="b"/>
            <a:pathLst>
              <a:path w="190470" h="47640">
                <a:moveTo>
                  <a:pt x="0" y="0"/>
                </a:moveTo>
                <a:lnTo>
                  <a:pt x="190470" y="0"/>
                </a:lnTo>
                <a:lnTo>
                  <a:pt x="190470" y="47640"/>
                </a:lnTo>
                <a:lnTo>
                  <a:pt x="0" y="47640"/>
                </a:lnTo>
                <a:close/>
              </a:path>
            </a:pathLst>
          </a:custGeom>
          <a:solidFill>
            <a:srgbClr val="33312A"/>
          </a:solidFill>
          <a:ln>
            <a:noFill/>
          </a:ln>
        </p:spPr>
      </p:sp>
      <p:sp>
        <p:nvSpPr>
          <p:cNvPr id="9" name="Shape 7"/>
          <p:cNvSpPr/>
          <p:nvPr/>
        </p:nvSpPr>
        <p:spPr>
          <a:xfrm>
            <a:off x="8039130" y="2266980"/>
            <a:ext cx="914400" cy="266730"/>
          </a:xfrm>
          <a:custGeom>
            <a:avLst/>
            <a:gdLst/>
            <a:ahLst/>
            <a:cxnLst/>
            <a:rect l="l" t="t" r="r" b="b"/>
            <a:pathLst>
              <a:path w="914400" h="266730">
                <a:moveTo>
                  <a:pt x="0" y="0"/>
                </a:moveTo>
                <a:lnTo>
                  <a:pt x="914400" y="0"/>
                </a:lnTo>
                <a:lnTo>
                  <a:pt x="914400" y="266730"/>
                </a:lnTo>
                <a:lnTo>
                  <a:pt x="0" y="266730"/>
                </a:lnTo>
                <a:close/>
              </a:path>
            </a:pathLst>
          </a:custGeom>
          <a:noFill/>
          <a:ln w="14288">
            <a:solidFill>
              <a:srgbClr val="C9C4B8"/>
            </a:solidFill>
            <a:prstDash val="solid"/>
          </a:ln>
        </p:spPr>
      </p:sp>
      <p:sp>
        <p:nvSpPr>
          <p:cNvPr id="10" name="Shape 8"/>
          <p:cNvSpPr/>
          <p:nvPr/>
        </p:nvSpPr>
        <p:spPr>
          <a:xfrm>
            <a:off x="9067830" y="2266980"/>
            <a:ext cx="1066830" cy="266730"/>
          </a:xfrm>
          <a:custGeom>
            <a:avLst/>
            <a:gdLst/>
            <a:ahLst/>
            <a:cxnLst/>
            <a:rect l="l" t="t" r="r" b="b"/>
            <a:pathLst>
              <a:path w="1066830" h="266730">
                <a:moveTo>
                  <a:pt x="0" y="0"/>
                </a:moveTo>
                <a:lnTo>
                  <a:pt x="1066830" y="0"/>
                </a:lnTo>
                <a:lnTo>
                  <a:pt x="1066830" y="266730"/>
                </a:lnTo>
                <a:lnTo>
                  <a:pt x="0" y="266730"/>
                </a:lnTo>
                <a:close/>
              </a:path>
            </a:pathLst>
          </a:custGeom>
          <a:solidFill>
            <a:srgbClr val="4A5D3A">
              <a:alpha val="10000"/>
            </a:srgbClr>
          </a:solidFill>
          <a:ln w="19050">
            <a:solidFill>
              <a:srgbClr val="4A5D3A"/>
            </a:solidFill>
            <a:prstDash val="solid"/>
          </a:ln>
        </p:spPr>
      </p:sp>
      <p:sp>
        <p:nvSpPr>
          <p:cNvPr id="11" name="Shape 9"/>
          <p:cNvSpPr/>
          <p:nvPr/>
        </p:nvSpPr>
        <p:spPr>
          <a:xfrm>
            <a:off x="10248870" y="2266980"/>
            <a:ext cx="914400" cy="266730"/>
          </a:xfrm>
          <a:custGeom>
            <a:avLst/>
            <a:gdLst/>
            <a:ahLst/>
            <a:cxnLst/>
            <a:rect l="l" t="t" r="r" b="b"/>
            <a:pathLst>
              <a:path w="914400" h="266730">
                <a:moveTo>
                  <a:pt x="0" y="0"/>
                </a:moveTo>
                <a:lnTo>
                  <a:pt x="914400" y="0"/>
                </a:lnTo>
                <a:lnTo>
                  <a:pt x="914400" y="266730"/>
                </a:lnTo>
                <a:lnTo>
                  <a:pt x="0" y="266730"/>
                </a:lnTo>
                <a:close/>
              </a:path>
            </a:pathLst>
          </a:custGeom>
          <a:noFill/>
          <a:ln w="14288">
            <a:solidFill>
              <a:srgbClr val="C9C4B8"/>
            </a:solidFill>
            <a:prstDash val="solid"/>
          </a:ln>
        </p:spPr>
      </p:sp>
      <p:sp>
        <p:nvSpPr>
          <p:cNvPr id="12" name="Shape 10"/>
          <p:cNvSpPr/>
          <p:nvPr/>
        </p:nvSpPr>
        <p:spPr>
          <a:xfrm>
            <a:off x="7924830" y="2533620"/>
            <a:ext cx="3352830" cy="0"/>
          </a:xfrm>
          <a:prstGeom prst="line">
            <a:avLst/>
          </a:prstGeom>
          <a:noFill/>
          <a:ln w="19050">
            <a:solidFill>
              <a:srgbClr val="33312A"/>
            </a:solidFill>
            <a:prstDash val="solid"/>
          </a:ln>
        </p:spPr>
      </p:sp>
      <p:sp>
        <p:nvSpPr>
          <p:cNvPr id="13" name="Shape 11"/>
          <p:cNvSpPr/>
          <p:nvPr/>
        </p:nvSpPr>
        <p:spPr>
          <a:xfrm>
            <a:off x="8534370" y="2105040"/>
            <a:ext cx="1028700" cy="66660"/>
          </a:xfrm>
          <a:custGeom>
            <a:avLst/>
            <a:gdLst/>
            <a:ahLst/>
            <a:cxnLst/>
            <a:rect l="l" t="t" r="r" b="b"/>
            <a:pathLst>
              <a:path w="1028700" h="66660">
                <a:moveTo>
                  <a:pt x="57150" y="0"/>
                </a:moveTo>
                <a:lnTo>
                  <a:pt x="0" y="28621"/>
                </a:lnTo>
                <a:lnTo>
                  <a:pt x="57150" y="66660"/>
                </a:lnTo>
                <a:lnTo>
                  <a:pt x="47640" y="57150"/>
                </a:lnTo>
                <a:lnTo>
                  <a:pt x="0" y="28621"/>
                </a:lnTo>
                <a:lnTo>
                  <a:pt x="85771" y="28621"/>
                </a:lnTo>
                <a:lnTo>
                  <a:pt x="228600" y="28621"/>
                </a:lnTo>
                <a:lnTo>
                  <a:pt x="371521" y="28621"/>
                </a:lnTo>
                <a:lnTo>
                  <a:pt x="514350" y="28621"/>
                </a:lnTo>
                <a:lnTo>
                  <a:pt x="657271" y="28621"/>
                </a:lnTo>
                <a:lnTo>
                  <a:pt x="800100" y="28621"/>
                </a:lnTo>
                <a:lnTo>
                  <a:pt x="943021" y="28621"/>
                </a:lnTo>
                <a:lnTo>
                  <a:pt x="1028700" y="28621"/>
                </a:lnTo>
                <a:lnTo>
                  <a:pt x="981060" y="0"/>
                </a:lnTo>
                <a:lnTo>
                  <a:pt x="971550" y="0"/>
                </a:lnTo>
                <a:lnTo>
                  <a:pt x="1028700" y="28621"/>
                </a:lnTo>
                <a:lnTo>
                  <a:pt x="971550" y="66660"/>
                </a:lnTo>
              </a:path>
            </a:pathLst>
          </a:custGeom>
          <a:noFill/>
          <a:ln w="14288">
            <a:solidFill>
              <a:srgbClr val="4A5D3A"/>
            </a:solidFill>
            <a:prstDash val="solid"/>
          </a:ln>
        </p:spPr>
      </p:sp>
      <p:sp>
        <p:nvSpPr>
          <p:cNvPr id="14" name="Shape 12"/>
          <p:cNvSpPr/>
          <p:nvPr/>
        </p:nvSpPr>
        <p:spPr>
          <a:xfrm>
            <a:off x="9639330" y="2105040"/>
            <a:ext cx="1028700" cy="66660"/>
          </a:xfrm>
          <a:custGeom>
            <a:avLst/>
            <a:gdLst/>
            <a:ahLst/>
            <a:cxnLst/>
            <a:rect l="l" t="t" r="r" b="b"/>
            <a:pathLst>
              <a:path w="1028700" h="66660">
                <a:moveTo>
                  <a:pt x="57150" y="0"/>
                </a:moveTo>
                <a:lnTo>
                  <a:pt x="0" y="28621"/>
                </a:lnTo>
                <a:lnTo>
                  <a:pt x="57150" y="66660"/>
                </a:lnTo>
                <a:lnTo>
                  <a:pt x="47640" y="57150"/>
                </a:lnTo>
                <a:lnTo>
                  <a:pt x="0" y="28621"/>
                </a:lnTo>
                <a:lnTo>
                  <a:pt x="85771" y="28621"/>
                </a:lnTo>
                <a:lnTo>
                  <a:pt x="228600" y="28621"/>
                </a:lnTo>
                <a:lnTo>
                  <a:pt x="371521" y="28621"/>
                </a:lnTo>
                <a:lnTo>
                  <a:pt x="514350" y="28621"/>
                </a:lnTo>
                <a:lnTo>
                  <a:pt x="657271" y="28621"/>
                </a:lnTo>
                <a:lnTo>
                  <a:pt x="800100" y="28621"/>
                </a:lnTo>
                <a:lnTo>
                  <a:pt x="943021" y="28621"/>
                </a:lnTo>
                <a:lnTo>
                  <a:pt x="1028700" y="28621"/>
                </a:lnTo>
                <a:lnTo>
                  <a:pt x="981060" y="0"/>
                </a:lnTo>
                <a:lnTo>
                  <a:pt x="971550" y="0"/>
                </a:lnTo>
                <a:lnTo>
                  <a:pt x="1028700" y="28621"/>
                </a:lnTo>
                <a:lnTo>
                  <a:pt x="971550" y="66660"/>
                </a:lnTo>
              </a:path>
            </a:pathLst>
          </a:custGeom>
          <a:noFill/>
          <a:ln w="14288">
            <a:solidFill>
              <a:srgbClr val="4A5D3A"/>
            </a:solidFill>
            <a:prstDash val="solid"/>
          </a:ln>
        </p:spPr>
      </p:sp>
      <p:sp>
        <p:nvSpPr>
          <p:cNvPr id="15" name="Text 13"/>
          <p:cNvSpPr/>
          <p:nvPr/>
        </p:nvSpPr>
        <p:spPr>
          <a:xfrm>
            <a:off x="914400" y="457200"/>
            <a:ext cx="266730" cy="304770"/>
          </a:xfrm>
          <a:prstGeom prst="rect">
            <a:avLst/>
          </a:prstGeom>
          <a:noFill/>
          <a:ln>
            <a:noFill/>
          </a:ln>
        </p:spPr>
        <p:txBody>
          <a:bodyPr wrap="none" lIns="0" tIns="0" rIns="0" bIns="0" rtlCol="0" anchor="t"/>
          <a:lstStyle/>
          <a:p>
            <a:pPr algn="l" indent="0" marL="0">
              <a:lnSpc>
                <a:spcPct val="154000"/>
              </a:lnSpc>
              <a:buNone/>
            </a:pPr>
            <a:r>
              <a:rPr lang="en-US" sz="975" b="1" spc="156" kern="0" dirty="0">
                <a:solidFill>
                  <a:srgbClr val="4A5D3A"/>
                </a:solidFill>
                <a:latin typeface="Consolas" pitchFamily="34" charset="0"/>
                <a:ea typeface="Noto Sans JP" pitchFamily="34" charset="-122"/>
                <a:cs typeface="Consolas" pitchFamily="34" charset="-120"/>
              </a:rPr>
              <a:t>S22</a:t>
            </a:r>
            <a:endParaRPr lang="en-US" sz="975" b="1" spc="156" kern="0" dirty="0">
              <a:solidFill>
                <a:srgbClr val="4A5D3A"/>
              </a:solidFill>
              <a:latin typeface="Consolas" pitchFamily="34" charset="0"/>
              <a:ea typeface="Noto Sans JP" pitchFamily="34" charset="-122"/>
              <a:cs typeface="Consolas" pitchFamily="34" charset="-120"/>
            </a:endParaRPr>
          </a:p>
        </p:txBody>
      </p:sp>
      <p:sp>
        <p:nvSpPr>
          <p:cNvPr id="16" name="Text 14"/>
          <p:cNvSpPr/>
          <p:nvPr/>
        </p:nvSpPr>
        <p:spPr>
          <a:xfrm>
            <a:off x="1333470" y="438180"/>
            <a:ext cx="447690" cy="314371"/>
          </a:xfrm>
          <a:prstGeom prst="rect">
            <a:avLst/>
          </a:prstGeom>
          <a:noFill/>
          <a:ln>
            <a:noFill/>
          </a:ln>
        </p:spPr>
        <p:txBody>
          <a:bodyPr wrap="none" lIns="0" tIns="0" rIns="0" bIns="0" rtlCol="0" anchor="t"/>
          <a:lstStyle/>
          <a:p>
            <a:pPr algn="l" indent="0" marL="0">
              <a:lnSpc>
                <a:spcPct val="150000"/>
              </a:lnSpc>
              <a:buNone/>
            </a:pPr>
            <a:r>
              <a:rPr lang="ja-JP" altLang="en-US" sz="1050" spc="126" kern="0" dirty="0">
                <a:solidFill>
                  <a:srgbClr val="33312A"/>
                </a:solidFill>
                <a:latin typeface="Noto Sans JP" pitchFamily="34" charset="0"/>
                <a:ea typeface="Noto Sans JP" pitchFamily="34" charset="-122"/>
                <a:cs typeface="Noto Sans JP" pitchFamily="34" charset="-120"/>
              </a:rPr>
              <a:t>四つ目</a:t>
            </a:r>
            <a:endParaRPr lang="ja-JP" altLang="en-US" sz="1050" spc="126" kern="0" dirty="0">
              <a:solidFill>
                <a:srgbClr val="33312A"/>
              </a:solidFill>
              <a:latin typeface="Noto Sans JP" pitchFamily="34" charset="0"/>
              <a:ea typeface="Noto Sans JP" pitchFamily="34" charset="-122"/>
              <a:cs typeface="Noto Sans JP" pitchFamily="34" charset="-120"/>
            </a:endParaRPr>
          </a:p>
        </p:txBody>
      </p:sp>
      <p:sp>
        <p:nvSpPr>
          <p:cNvPr id="17" name="Shape 15"/>
          <p:cNvSpPr/>
          <p:nvPr/>
        </p:nvSpPr>
        <p:spPr>
          <a:xfrm>
            <a:off x="914400" y="800100"/>
            <a:ext cx="10363170" cy="9510"/>
          </a:xfrm>
          <a:prstGeom prst="rect">
            <a:avLst/>
          </a:prstGeom>
          <a:solidFill>
            <a:srgbClr val="C9C4B8"/>
          </a:solidFill>
          <a:ln>
            <a:noFill/>
          </a:ln>
        </p:spPr>
      </p:sp>
      <p:sp>
        <p:nvSpPr>
          <p:cNvPr id="18" name="Text 16"/>
          <p:cNvSpPr/>
          <p:nvPr/>
        </p:nvSpPr>
        <p:spPr>
          <a:xfrm>
            <a:off x="2971800" y="1143000"/>
            <a:ext cx="8305770" cy="704820"/>
          </a:xfrm>
          <a:prstGeom prst="rect">
            <a:avLst/>
          </a:prstGeom>
          <a:noFill/>
          <a:ln>
            <a:noFill/>
          </a:ln>
        </p:spPr>
        <p:txBody>
          <a:bodyPr wrap="square" lIns="0" tIns="0" rIns="0" bIns="0" rtlCol="0" anchor="t"/>
          <a:lstStyle/>
          <a:p>
            <a:pPr algn="l" indent="0" marL="0">
              <a:lnSpc>
                <a:spcPct val="150000"/>
              </a:lnSpc>
              <a:buNone/>
            </a:pPr>
            <a:r>
              <a:rPr lang="en-US" sz="1650" b="1" dirty="0">
                <a:solidFill>
                  <a:srgbClr val="4A5D3A"/>
                </a:solidFill>
                <a:latin typeface="Noto Sans JP" pitchFamily="34" charset="0"/>
                <a:ea typeface="Noto Sans JP" pitchFamily="34" charset="-122"/>
                <a:cs typeface="Noto Sans JP" pitchFamily="34" charset="-120"/>
              </a:rPr>
              <a:t>Goodpatch BMX</a:t>
            </a:r>
            <a:endParaRPr lang="en-US" sz="1650" b="1" dirty="0">
              <a:solidFill>
                <a:srgbClr val="4A5D3A"/>
              </a:solidFill>
              <a:latin typeface="Noto Sans JP" pitchFamily="34" charset="0"/>
              <a:ea typeface="Noto Sans JP" pitchFamily="34" charset="-122"/>
              <a:cs typeface="Noto Sans JP" pitchFamily="34" charset="-120"/>
            </a:endParaRPr>
          </a:p>
          <a:p>
            <a:pPr algn="l" indent="0" marL="0">
              <a:lnSpc>
                <a:spcPct val="150000"/>
              </a:lnSpc>
              <a:spcBef>
                <a:spcPts val="600"/>
              </a:spcBef>
              <a:buNone/>
            </a:pPr>
            <a:r>
              <a:rPr lang="en-US" sz="1050" dirty="0">
                <a:solidFill>
                  <a:srgbClr val="6E6B60"/>
                </a:solidFill>
                <a:latin typeface="Consolas" pitchFamily="34" charset="0"/>
                <a:ea typeface="Noto Sans JP" pitchFamily="34" charset="-122"/>
                <a:cs typeface="Consolas" pitchFamily="34" charset="-120"/>
              </a:rPr>
              <a:t>GOODPATCH INC.</a:t>
            </a:r>
            <a:endParaRPr lang="en-US" sz="1050" dirty="0">
              <a:solidFill>
                <a:srgbClr val="6E6B60"/>
              </a:solidFill>
              <a:latin typeface="Consolas" pitchFamily="34" charset="0"/>
              <a:ea typeface="Noto Sans JP" pitchFamily="34" charset="-122"/>
              <a:cs typeface="Consolas" pitchFamily="34" charset="-120"/>
            </a:endParaRPr>
          </a:p>
        </p:txBody>
      </p:sp>
      <p:sp>
        <p:nvSpPr>
          <p:cNvPr id="19" name="Shape 17"/>
          <p:cNvSpPr/>
          <p:nvPr/>
        </p:nvSpPr>
        <p:spPr>
          <a:xfrm>
            <a:off x="914400" y="1943100"/>
            <a:ext cx="10363170" cy="9510"/>
          </a:xfrm>
          <a:prstGeom prst="rect">
            <a:avLst/>
          </a:prstGeom>
          <a:solidFill>
            <a:srgbClr val="C9C4B8"/>
          </a:solidFill>
          <a:ln>
            <a:noFill/>
          </a:ln>
        </p:spPr>
      </p:sp>
      <p:sp>
        <p:nvSpPr>
          <p:cNvPr id="20" name="Text 18"/>
          <p:cNvSpPr/>
          <p:nvPr/>
        </p:nvSpPr>
        <p:spPr>
          <a:xfrm>
            <a:off x="914400" y="2086021"/>
            <a:ext cx="1771650" cy="590520"/>
          </a:xfrm>
          <a:prstGeom prst="rect">
            <a:avLst/>
          </a:prstGeom>
          <a:noFill/>
          <a:ln>
            <a:noFill/>
          </a:ln>
        </p:spPr>
        <p:txBody>
          <a:bodyPr wrap="square" lIns="0" tIns="0" rIns="0" bIns="0" rtlCol="0" anchor="t"/>
          <a:lstStyle/>
          <a:p>
            <a:pPr algn="l" indent="0" marL="0">
              <a:lnSpc>
                <a:spcPct val="153000"/>
              </a:lnSpc>
              <a:buNone/>
            </a:pPr>
            <a:r>
              <a:rPr lang="en-US" sz="975" dirty="0">
                <a:solidFill>
                  <a:srgbClr val="4A5D3A"/>
                </a:solidFill>
                <a:latin typeface="Consolas" pitchFamily="34" charset="0"/>
                <a:ea typeface="Noto Sans JP" pitchFamily="34" charset="-122"/>
                <a:cs typeface="Consolas" pitchFamily="34" charset="-120"/>
              </a:rPr>
              <a:t>01</a:t>
            </a:r>
            <a:endParaRPr lang="en-US" sz="975" dirty="0">
              <a:solidFill>
                <a:srgbClr val="4A5D3A"/>
              </a:solidFill>
              <a:latin typeface="Consolas" pitchFamily="34" charset="0"/>
              <a:ea typeface="Noto Sans JP" pitchFamily="34" charset="-122"/>
              <a:cs typeface="Consolas" pitchFamily="34" charset="-120"/>
            </a:endParaRPr>
          </a:p>
          <a:p>
            <a:pPr algn="l" indent="0" marL="0">
              <a:lnSpc>
                <a:spcPct val="153000"/>
              </a:lnSpc>
              <a:spcBef>
                <a:spcPts val="600"/>
              </a:spcBef>
              <a:buNone/>
            </a:pPr>
            <a:r>
              <a:rPr lang="ja-JP" altLang="en-US" sz="1125" dirty="0">
                <a:solidFill>
                  <a:srgbClr val="33312A"/>
                </a:solidFill>
                <a:latin typeface="Noto Sans JP" pitchFamily="34" charset="0"/>
                <a:ea typeface="Noto Sans JP" pitchFamily="34" charset="-122"/>
                <a:cs typeface="Noto Sans JP" pitchFamily="34" charset="-120"/>
              </a:rPr>
              <a:t>問題</a:t>
            </a:r>
            <a:endParaRPr lang="ja-JP" altLang="en-US" sz="1125" dirty="0">
              <a:solidFill>
                <a:srgbClr val="33312A"/>
              </a:solidFill>
              <a:latin typeface="Noto Sans JP" pitchFamily="34" charset="0"/>
              <a:ea typeface="Noto Sans JP" pitchFamily="34" charset="-122"/>
              <a:cs typeface="Noto Sans JP" pitchFamily="34" charset="-120"/>
            </a:endParaRPr>
          </a:p>
        </p:txBody>
      </p:sp>
      <p:sp>
        <p:nvSpPr>
          <p:cNvPr id="21" name="Text 19"/>
          <p:cNvSpPr/>
          <p:nvPr/>
        </p:nvSpPr>
        <p:spPr>
          <a:xfrm>
            <a:off x="2971800" y="2086021"/>
            <a:ext cx="8305770" cy="431048"/>
          </a:xfrm>
          <a:prstGeom prst="rect">
            <a:avLst/>
          </a:prstGeom>
          <a:noFill/>
          <a:ln>
            <a:noFill/>
          </a:ln>
        </p:spPr>
        <p:txBody>
          <a:bodyPr wrap="none" lIns="0" tIns="0" rIns="0" bIns="0" rtlCol="0" anchor="t"/>
          <a:lstStyle/>
          <a:p>
            <a:pPr algn="l" indent="0" marL="0">
              <a:lnSpc>
                <a:spcPct val="174000"/>
              </a:lnSpc>
              <a:buNone/>
            </a:pPr>
            <a:r>
              <a:rPr lang="ja-JP" altLang="en-US" sz="1425" spc="29" kern="0" dirty="0">
                <a:solidFill>
                  <a:srgbClr val="33312A"/>
                </a:solidFill>
                <a:latin typeface="Noto Sans JP" pitchFamily="34" charset="0"/>
                <a:ea typeface="Noto Sans JP" pitchFamily="34" charset="-122"/>
                <a:cs typeface="Noto Sans JP" pitchFamily="34" charset="-120"/>
              </a:rPr>
              <a:t>制作会社と同じ棚に並び、単価と納期で比べられる</a:t>
            </a:r>
            <a:endParaRPr lang="ja-JP" altLang="en-US" sz="1425" spc="29" kern="0" dirty="0">
              <a:solidFill>
                <a:srgbClr val="33312A"/>
              </a:solidFill>
              <a:latin typeface="Noto Sans JP" pitchFamily="34" charset="0"/>
              <a:ea typeface="Noto Sans JP" pitchFamily="34" charset="-122"/>
              <a:cs typeface="Noto Sans JP" pitchFamily="34" charset="-120"/>
            </a:endParaRPr>
          </a:p>
        </p:txBody>
      </p:sp>
      <p:sp>
        <p:nvSpPr>
          <p:cNvPr id="22" name="Shape 20"/>
          <p:cNvSpPr/>
          <p:nvPr/>
        </p:nvSpPr>
        <p:spPr>
          <a:xfrm>
            <a:off x="914400" y="2705070"/>
            <a:ext cx="10363170" cy="9510"/>
          </a:xfrm>
          <a:prstGeom prst="rect">
            <a:avLst/>
          </a:prstGeom>
          <a:solidFill>
            <a:srgbClr val="C9C4B8"/>
          </a:solidFill>
          <a:ln>
            <a:noFill/>
          </a:ln>
        </p:spPr>
      </p:sp>
      <p:sp>
        <p:nvSpPr>
          <p:cNvPr id="23" name="Text 21"/>
          <p:cNvSpPr/>
          <p:nvPr/>
        </p:nvSpPr>
        <p:spPr>
          <a:xfrm>
            <a:off x="914400" y="2847990"/>
            <a:ext cx="1771650" cy="590520"/>
          </a:xfrm>
          <a:prstGeom prst="rect">
            <a:avLst/>
          </a:prstGeom>
          <a:noFill/>
          <a:ln>
            <a:noFill/>
          </a:ln>
        </p:spPr>
        <p:txBody>
          <a:bodyPr wrap="square" lIns="0" tIns="0" rIns="0" bIns="0" rtlCol="0" anchor="t"/>
          <a:lstStyle/>
          <a:p>
            <a:pPr algn="l" indent="0" marL="0">
              <a:lnSpc>
                <a:spcPct val="153000"/>
              </a:lnSpc>
              <a:buNone/>
            </a:pPr>
            <a:r>
              <a:rPr lang="en-US" sz="975" dirty="0">
                <a:solidFill>
                  <a:srgbClr val="4A5D3A"/>
                </a:solidFill>
                <a:latin typeface="Consolas" pitchFamily="34" charset="0"/>
                <a:ea typeface="Noto Sans JP" pitchFamily="34" charset="-122"/>
                <a:cs typeface="Consolas" pitchFamily="34" charset="-120"/>
              </a:rPr>
              <a:t>02</a:t>
            </a:r>
            <a:endParaRPr lang="en-US" sz="975" dirty="0">
              <a:solidFill>
                <a:srgbClr val="4A5D3A"/>
              </a:solidFill>
              <a:latin typeface="Consolas" pitchFamily="34" charset="0"/>
              <a:ea typeface="Noto Sans JP" pitchFamily="34" charset="-122"/>
              <a:cs typeface="Consolas" pitchFamily="34" charset="-120"/>
            </a:endParaRPr>
          </a:p>
          <a:p>
            <a:pPr algn="l" indent="0" marL="0">
              <a:lnSpc>
                <a:spcPct val="153000"/>
              </a:lnSpc>
              <a:spcBef>
                <a:spcPts val="600"/>
              </a:spcBef>
              <a:buNone/>
            </a:pPr>
            <a:r>
              <a:rPr lang="ja-JP" altLang="en-US" sz="1125" dirty="0">
                <a:solidFill>
                  <a:srgbClr val="33312A"/>
                </a:solidFill>
                <a:latin typeface="Noto Sans JP" pitchFamily="34" charset="0"/>
                <a:ea typeface="Noto Sans JP" pitchFamily="34" charset="-122"/>
                <a:cs typeface="Noto Sans JP" pitchFamily="34" charset="-120"/>
              </a:rPr>
              <a:t>変えたもの</a:t>
            </a:r>
            <a:endParaRPr lang="ja-JP" altLang="en-US" sz="1125" dirty="0">
              <a:solidFill>
                <a:srgbClr val="33312A"/>
              </a:solidFill>
              <a:latin typeface="Noto Sans JP" pitchFamily="34" charset="0"/>
              <a:ea typeface="Noto Sans JP" pitchFamily="34" charset="-122"/>
              <a:cs typeface="Noto Sans JP" pitchFamily="34" charset="-120"/>
            </a:endParaRPr>
          </a:p>
        </p:txBody>
      </p:sp>
      <p:sp>
        <p:nvSpPr>
          <p:cNvPr id="24" name="Text 22"/>
          <p:cNvSpPr/>
          <p:nvPr/>
        </p:nvSpPr>
        <p:spPr>
          <a:xfrm>
            <a:off x="2971800" y="2847990"/>
            <a:ext cx="8305770" cy="716798"/>
          </a:xfrm>
          <a:prstGeom prst="rect">
            <a:avLst/>
          </a:prstGeom>
          <a:noFill/>
          <a:ln>
            <a:noFill/>
          </a:ln>
        </p:spPr>
        <p:txBody>
          <a:bodyPr wrap="square" lIns="0" tIns="0" rIns="0" bIns="0" rtlCol="0" anchor="t"/>
          <a:lstStyle/>
          <a:p>
            <a:pPr algn="l" indent="0" marL="0">
              <a:lnSpc>
                <a:spcPct val="174000"/>
              </a:lnSpc>
              <a:buNone/>
            </a:pPr>
            <a:r>
              <a:rPr lang="ja-JP" altLang="en-US" sz="1425" b="1" spc="29" kern="0" dirty="0">
                <a:solidFill>
                  <a:srgbClr val="4A5D3A"/>
                </a:solidFill>
                <a:latin typeface="Noto Sans JP" pitchFamily="34" charset="0"/>
                <a:ea typeface="Noto Sans JP" pitchFamily="34" charset="-122"/>
                <a:cs typeface="Noto Sans JP" pitchFamily="34" charset="-120"/>
              </a:rPr>
              <a:t>棚</a:t>
            </a:r>
            <a:endParaRPr lang="ja-JP" altLang="en-US" sz="1425" b="1" spc="29" kern="0" dirty="0">
              <a:solidFill>
                <a:srgbClr val="4A5D3A"/>
              </a:solidFill>
              <a:latin typeface="Noto Sans JP" pitchFamily="34" charset="0"/>
              <a:ea typeface="Noto Sans JP" pitchFamily="34" charset="-122"/>
              <a:cs typeface="Noto Sans JP" pitchFamily="34" charset="-120"/>
            </a:endParaRPr>
          </a:p>
          <a:p>
            <a:pPr algn="l" indent="0" marL="0">
              <a:lnSpc>
                <a:spcPct val="174000"/>
              </a:lnSpc>
              <a:buNone/>
            </a:pPr>
            <a:r>
              <a:rPr lang="ja-JP" altLang="en-US" sz="1125" spc="23" kern="0" dirty="0">
                <a:solidFill>
                  <a:srgbClr val="6E6B60"/>
                </a:solidFill>
                <a:latin typeface="Noto Sans JP" pitchFamily="34" charset="0"/>
                <a:ea typeface="Noto Sans JP" pitchFamily="34" charset="-122"/>
                <a:cs typeface="Noto Sans JP" pitchFamily="34" charset="-120"/>
              </a:rPr>
              <a:t>ブランドだけの会社でも、マーケティングだけの会社でもない場所へ</a:t>
            </a:r>
            <a:endParaRPr lang="ja-JP" altLang="en-US" sz="1125" spc="23" kern="0" dirty="0">
              <a:solidFill>
                <a:srgbClr val="6E6B60"/>
              </a:solidFill>
              <a:latin typeface="Noto Sans JP" pitchFamily="34" charset="0"/>
              <a:ea typeface="Noto Sans JP" pitchFamily="34" charset="-122"/>
              <a:cs typeface="Noto Sans JP" pitchFamily="34" charset="-120"/>
            </a:endParaRPr>
          </a:p>
        </p:txBody>
      </p:sp>
      <p:sp>
        <p:nvSpPr>
          <p:cNvPr id="25" name="Shape 23"/>
          <p:cNvSpPr/>
          <p:nvPr/>
        </p:nvSpPr>
        <p:spPr>
          <a:xfrm>
            <a:off x="742950" y="3593318"/>
            <a:ext cx="10534620" cy="761970"/>
          </a:xfrm>
          <a:prstGeom prst="rect">
            <a:avLst/>
          </a:prstGeom>
          <a:solidFill>
            <a:srgbClr val="F0F0EB"/>
          </a:solidFill>
          <a:ln>
            <a:noFill/>
          </a:ln>
        </p:spPr>
      </p:sp>
      <p:sp>
        <p:nvSpPr>
          <p:cNvPr id="26" name="Shape 24"/>
          <p:cNvSpPr/>
          <p:nvPr/>
        </p:nvSpPr>
        <p:spPr>
          <a:xfrm>
            <a:off x="742950" y="3593318"/>
            <a:ext cx="10534620" cy="9510"/>
          </a:xfrm>
          <a:prstGeom prst="rect">
            <a:avLst/>
          </a:prstGeom>
          <a:solidFill>
            <a:srgbClr val="C9C4B8"/>
          </a:solidFill>
          <a:ln>
            <a:noFill/>
          </a:ln>
        </p:spPr>
      </p:sp>
      <p:sp>
        <p:nvSpPr>
          <p:cNvPr id="27" name="Shape 25"/>
          <p:cNvSpPr/>
          <p:nvPr/>
        </p:nvSpPr>
        <p:spPr>
          <a:xfrm>
            <a:off x="742950" y="3593318"/>
            <a:ext cx="19020" cy="761970"/>
          </a:xfrm>
          <a:prstGeom prst="rect">
            <a:avLst/>
          </a:prstGeom>
          <a:solidFill>
            <a:srgbClr val="4A5D3A"/>
          </a:solidFill>
          <a:ln>
            <a:noFill/>
          </a:ln>
        </p:spPr>
      </p:sp>
      <p:sp>
        <p:nvSpPr>
          <p:cNvPr id="28" name="Text 26"/>
          <p:cNvSpPr/>
          <p:nvPr/>
        </p:nvSpPr>
        <p:spPr>
          <a:xfrm>
            <a:off x="914400" y="3736147"/>
            <a:ext cx="1771650" cy="590520"/>
          </a:xfrm>
          <a:prstGeom prst="rect">
            <a:avLst/>
          </a:prstGeom>
          <a:noFill/>
          <a:ln>
            <a:noFill/>
          </a:ln>
        </p:spPr>
        <p:txBody>
          <a:bodyPr wrap="square" lIns="0" tIns="0" rIns="0" bIns="0" rtlCol="0" anchor="t"/>
          <a:lstStyle/>
          <a:p>
            <a:pPr algn="l" indent="0" marL="0">
              <a:lnSpc>
                <a:spcPct val="153000"/>
              </a:lnSpc>
              <a:buNone/>
            </a:pPr>
            <a:r>
              <a:rPr lang="en-US" sz="975" dirty="0">
                <a:solidFill>
                  <a:srgbClr val="4A5D3A"/>
                </a:solidFill>
                <a:latin typeface="Consolas" pitchFamily="34" charset="0"/>
                <a:ea typeface="Noto Sans JP" pitchFamily="34" charset="-122"/>
                <a:cs typeface="Consolas" pitchFamily="34" charset="-120"/>
              </a:rPr>
              <a:t>03</a:t>
            </a:r>
            <a:endParaRPr lang="en-US" sz="975" dirty="0">
              <a:solidFill>
                <a:srgbClr val="4A5D3A"/>
              </a:solidFill>
              <a:latin typeface="Consolas" pitchFamily="34" charset="0"/>
              <a:ea typeface="Noto Sans JP" pitchFamily="34" charset="-122"/>
              <a:cs typeface="Consolas" pitchFamily="34" charset="-120"/>
            </a:endParaRPr>
          </a:p>
          <a:p>
            <a:pPr algn="l" indent="0" marL="0">
              <a:lnSpc>
                <a:spcPct val="153000"/>
              </a:lnSpc>
              <a:spcBef>
                <a:spcPts val="600"/>
              </a:spcBef>
              <a:buNone/>
            </a:pPr>
            <a:r>
              <a:rPr lang="ja-JP" altLang="en-US" sz="1125" dirty="0">
                <a:solidFill>
                  <a:srgbClr val="33312A"/>
                </a:solidFill>
                <a:latin typeface="Noto Sans JP" pitchFamily="34" charset="0"/>
                <a:ea typeface="Noto Sans JP" pitchFamily="34" charset="-122"/>
                <a:cs typeface="Noto Sans JP" pitchFamily="34" charset="-120"/>
              </a:rPr>
              <a:t>変えなかったもの</a:t>
            </a:r>
            <a:endParaRPr lang="ja-JP" altLang="en-US" sz="1125" dirty="0">
              <a:solidFill>
                <a:srgbClr val="33312A"/>
              </a:solidFill>
              <a:latin typeface="Noto Sans JP" pitchFamily="34" charset="0"/>
              <a:ea typeface="Noto Sans JP" pitchFamily="34" charset="-122"/>
              <a:cs typeface="Noto Sans JP" pitchFamily="34" charset="-120"/>
            </a:endParaRPr>
          </a:p>
        </p:txBody>
      </p:sp>
      <p:sp>
        <p:nvSpPr>
          <p:cNvPr id="29" name="Text 27"/>
          <p:cNvSpPr/>
          <p:nvPr/>
        </p:nvSpPr>
        <p:spPr>
          <a:xfrm>
            <a:off x="2971800" y="3736147"/>
            <a:ext cx="8305770" cy="431048"/>
          </a:xfrm>
          <a:prstGeom prst="rect">
            <a:avLst/>
          </a:prstGeom>
          <a:noFill/>
          <a:ln>
            <a:noFill/>
          </a:ln>
        </p:spPr>
        <p:txBody>
          <a:bodyPr wrap="none" lIns="0" tIns="0" rIns="0" bIns="0" rtlCol="0" anchor="t"/>
          <a:lstStyle/>
          <a:p>
            <a:pPr algn="l" indent="0" marL="0">
              <a:lnSpc>
                <a:spcPct val="174000"/>
              </a:lnSpc>
              <a:buNone/>
            </a:pPr>
            <a:r>
              <a:rPr lang="ja-JP" altLang="en-US" sz="1425" b="1" spc="29" kern="0" dirty="0">
                <a:solidFill>
                  <a:srgbClr val="33312A"/>
                </a:solidFill>
                <a:latin typeface="Noto Sans JP" pitchFamily="34" charset="0"/>
                <a:ea typeface="Noto Sans JP" pitchFamily="34" charset="-122"/>
                <a:cs typeface="Noto Sans JP" pitchFamily="34" charset="-120"/>
              </a:rPr>
              <a:t>デザインそのもの</a:t>
            </a:r>
            <a:endParaRPr lang="ja-JP" altLang="en-US" sz="1425" b="1" spc="29" kern="0" dirty="0">
              <a:solidFill>
                <a:srgbClr val="33312A"/>
              </a:solidFill>
              <a:latin typeface="Noto Sans JP" pitchFamily="34" charset="0"/>
              <a:ea typeface="Noto Sans JP" pitchFamily="34" charset="-122"/>
              <a:cs typeface="Noto Sans JP" pitchFamily="34" charset="-120"/>
            </a:endParaRPr>
          </a:p>
        </p:txBody>
      </p:sp>
      <p:sp>
        <p:nvSpPr>
          <p:cNvPr id="30" name="Shape 28"/>
          <p:cNvSpPr/>
          <p:nvPr/>
        </p:nvSpPr>
        <p:spPr>
          <a:xfrm>
            <a:off x="914400" y="4355287"/>
            <a:ext cx="10363170" cy="9510"/>
          </a:xfrm>
          <a:prstGeom prst="rect">
            <a:avLst/>
          </a:prstGeom>
          <a:solidFill>
            <a:srgbClr val="C9C4B8"/>
          </a:solidFill>
          <a:ln>
            <a:noFill/>
          </a:ln>
        </p:spPr>
      </p:sp>
      <p:sp>
        <p:nvSpPr>
          <p:cNvPr id="31" name="Text 29"/>
          <p:cNvSpPr/>
          <p:nvPr/>
        </p:nvSpPr>
        <p:spPr>
          <a:xfrm>
            <a:off x="914400" y="4498208"/>
            <a:ext cx="1771650" cy="590520"/>
          </a:xfrm>
          <a:prstGeom prst="rect">
            <a:avLst/>
          </a:prstGeom>
          <a:noFill/>
          <a:ln>
            <a:noFill/>
          </a:ln>
        </p:spPr>
        <p:txBody>
          <a:bodyPr wrap="square" lIns="0" tIns="0" rIns="0" bIns="0" rtlCol="0" anchor="t"/>
          <a:lstStyle/>
          <a:p>
            <a:pPr algn="l" indent="0" marL="0">
              <a:lnSpc>
                <a:spcPct val="153000"/>
              </a:lnSpc>
              <a:buNone/>
            </a:pPr>
            <a:r>
              <a:rPr lang="en-US" sz="975" dirty="0">
                <a:solidFill>
                  <a:srgbClr val="4A5D3A"/>
                </a:solidFill>
                <a:latin typeface="Consolas" pitchFamily="34" charset="0"/>
                <a:ea typeface="Noto Sans JP" pitchFamily="34" charset="-122"/>
                <a:cs typeface="Consolas" pitchFamily="34" charset="-120"/>
              </a:rPr>
              <a:t>04</a:t>
            </a:r>
            <a:endParaRPr lang="en-US" sz="975" dirty="0">
              <a:solidFill>
                <a:srgbClr val="4A5D3A"/>
              </a:solidFill>
              <a:latin typeface="Consolas" pitchFamily="34" charset="0"/>
              <a:ea typeface="Noto Sans JP" pitchFamily="34" charset="-122"/>
              <a:cs typeface="Consolas" pitchFamily="34" charset="-120"/>
            </a:endParaRPr>
          </a:p>
          <a:p>
            <a:pPr algn="l" indent="0" marL="0">
              <a:lnSpc>
                <a:spcPct val="153000"/>
              </a:lnSpc>
              <a:spcBef>
                <a:spcPts val="600"/>
              </a:spcBef>
              <a:buNone/>
            </a:pPr>
            <a:r>
              <a:rPr lang="ja-JP" altLang="en-US" sz="1125" dirty="0">
                <a:solidFill>
                  <a:srgbClr val="4A5D3A"/>
                </a:solidFill>
                <a:latin typeface="Noto Sans JP" pitchFamily="34" charset="0"/>
                <a:ea typeface="Noto Sans JP" pitchFamily="34" charset="-122"/>
                <a:cs typeface="Noto Sans JP" pitchFamily="34" charset="-120"/>
              </a:rPr>
              <a:t>まだ語っていないもの</a:t>
            </a:r>
            <a:endParaRPr lang="ja-JP" altLang="en-US" sz="1125" dirty="0">
              <a:solidFill>
                <a:srgbClr val="4A5D3A"/>
              </a:solidFill>
              <a:latin typeface="Noto Sans JP" pitchFamily="34" charset="0"/>
              <a:ea typeface="Noto Sans JP" pitchFamily="34" charset="-122"/>
              <a:cs typeface="Noto Sans JP" pitchFamily="34" charset="-120"/>
            </a:endParaRPr>
          </a:p>
        </p:txBody>
      </p:sp>
      <p:sp>
        <p:nvSpPr>
          <p:cNvPr id="32" name="Text 30"/>
          <p:cNvSpPr/>
          <p:nvPr/>
        </p:nvSpPr>
        <p:spPr>
          <a:xfrm>
            <a:off x="2971800" y="4498208"/>
            <a:ext cx="8305770" cy="716798"/>
          </a:xfrm>
          <a:prstGeom prst="rect">
            <a:avLst/>
          </a:prstGeom>
          <a:noFill/>
          <a:ln>
            <a:noFill/>
          </a:ln>
        </p:spPr>
        <p:txBody>
          <a:bodyPr wrap="square" lIns="0" tIns="0" rIns="0" bIns="0" rtlCol="0" anchor="t"/>
          <a:lstStyle/>
          <a:p>
            <a:pPr algn="l" indent="0" marL="0">
              <a:lnSpc>
                <a:spcPct val="174000"/>
              </a:lnSpc>
              <a:buNone/>
            </a:pPr>
            <a:r>
              <a:rPr lang="ja-JP" altLang="en-US" sz="1425" b="1" spc="29" kern="0" dirty="0">
                <a:solidFill>
                  <a:srgbClr val="4A5D3A"/>
                </a:solidFill>
                <a:latin typeface="Noto Sans JP" pitchFamily="34" charset="0"/>
                <a:ea typeface="Noto Sans JP" pitchFamily="34" charset="-122"/>
                <a:cs typeface="Noto Sans JP" pitchFamily="34" charset="-120"/>
              </a:rPr>
              <a:t>物語</a:t>
            </a:r>
            <a:endParaRPr lang="ja-JP" altLang="en-US" sz="1425" b="1" spc="29" kern="0" dirty="0">
              <a:solidFill>
                <a:srgbClr val="4A5D3A"/>
              </a:solidFill>
              <a:latin typeface="Noto Sans JP" pitchFamily="34" charset="0"/>
              <a:ea typeface="Noto Sans JP" pitchFamily="34" charset="-122"/>
              <a:cs typeface="Noto Sans JP" pitchFamily="34" charset="-120"/>
            </a:endParaRPr>
          </a:p>
          <a:p>
            <a:pPr algn="l" indent="0" marL="0">
              <a:lnSpc>
                <a:spcPct val="174000"/>
              </a:lnSpc>
              <a:buNone/>
            </a:pPr>
            <a:r>
              <a:rPr lang="ja-JP" altLang="en-US" sz="1125" spc="23" kern="0" dirty="0">
                <a:solidFill>
                  <a:srgbClr val="6E6B60"/>
                </a:solidFill>
                <a:latin typeface="Noto Sans JP" pitchFamily="34" charset="0"/>
                <a:ea typeface="Noto Sans JP" pitchFamily="34" charset="-122"/>
                <a:cs typeface="Noto Sans JP" pitchFamily="34" charset="-120"/>
              </a:rPr>
              <a:t>「ロマン起点でそろばんを実現する」——もう書いてある。上場の説明文の下に、小さく</a:t>
            </a:r>
            <a:endParaRPr lang="ja-JP" altLang="en-US" sz="1125" spc="23" kern="0" dirty="0">
              <a:solidFill>
                <a:srgbClr val="6E6B60"/>
              </a:solidFill>
              <a:latin typeface="Noto Sans JP" pitchFamily="34" charset="0"/>
              <a:ea typeface="Noto Sans JP" pitchFamily="34" charset="-122"/>
              <a:cs typeface="Noto Sans JP" pitchFamily="34" charset="-120"/>
            </a:endParaRPr>
          </a:p>
        </p:txBody>
      </p:sp>
      <p:sp>
        <p:nvSpPr>
          <p:cNvPr id="33" name="Text 31"/>
          <p:cNvSpPr/>
          <p:nvPr/>
        </p:nvSpPr>
        <p:spPr>
          <a:xfrm>
            <a:off x="8039130" y="2266980"/>
            <a:ext cx="914400" cy="381030"/>
          </a:xfrm>
          <a:prstGeom prst="rect">
            <a:avLst/>
          </a:prstGeom>
          <a:noFill/>
          <a:ln>
            <a:noFill/>
          </a:ln>
        </p:spPr>
        <p:txBody>
          <a:bodyPr wrap="none" lIns="0" tIns="0" rIns="0" bIns="0" rtlCol="0" anchor="t"/>
          <a:lstStyle/>
          <a:p>
            <a:pPr algn="ctr" indent="0" marL="0">
              <a:lnSpc>
                <a:spcPct val="187000"/>
              </a:lnSpc>
              <a:buNone/>
            </a:pPr>
            <a:r>
              <a:rPr lang="ja-JP" altLang="en-US" sz="1125" spc="45" kern="0" dirty="0">
                <a:solidFill>
                  <a:srgbClr val="5C5A50"/>
                </a:solidFill>
                <a:latin typeface="Noto Sans JP" pitchFamily="34" charset="0"/>
                <a:ea typeface="Noto Sans JP" pitchFamily="34" charset="-122"/>
                <a:cs typeface="Noto Sans JP" pitchFamily="34" charset="-120"/>
              </a:rPr>
              <a:t>制作会社</a:t>
            </a:r>
            <a:endParaRPr lang="ja-JP" altLang="en-US" sz="1125" spc="45" kern="0" dirty="0">
              <a:solidFill>
                <a:srgbClr val="5C5A50"/>
              </a:solidFill>
              <a:latin typeface="Noto Sans JP" pitchFamily="34" charset="0"/>
              <a:ea typeface="Noto Sans JP" pitchFamily="34" charset="-122"/>
              <a:cs typeface="Noto Sans JP" pitchFamily="34" charset="-120"/>
            </a:endParaRPr>
          </a:p>
        </p:txBody>
      </p:sp>
      <p:sp>
        <p:nvSpPr>
          <p:cNvPr id="34" name="Text 32"/>
          <p:cNvSpPr/>
          <p:nvPr/>
        </p:nvSpPr>
        <p:spPr>
          <a:xfrm>
            <a:off x="9067830" y="2266980"/>
            <a:ext cx="1066830" cy="381030"/>
          </a:xfrm>
          <a:prstGeom prst="rect">
            <a:avLst/>
          </a:prstGeom>
          <a:noFill/>
          <a:ln>
            <a:noFill/>
          </a:ln>
        </p:spPr>
        <p:txBody>
          <a:bodyPr wrap="none" lIns="0" tIns="0" rIns="0" bIns="0" rtlCol="0" anchor="t"/>
          <a:lstStyle/>
          <a:p>
            <a:pPr algn="ctr" indent="0" marL="0">
              <a:lnSpc>
                <a:spcPct val="200000"/>
              </a:lnSpc>
              <a:buNone/>
            </a:pPr>
            <a:r>
              <a:rPr lang="en-US" sz="1050" b="1" spc="63" kern="0" dirty="0">
                <a:solidFill>
                  <a:srgbClr val="1B1A16"/>
                </a:solidFill>
                <a:latin typeface="Consolas" pitchFamily="34" charset="0"/>
                <a:ea typeface="Noto Sans JP" pitchFamily="34" charset="-122"/>
                <a:cs typeface="Consolas" pitchFamily="34" charset="-120"/>
              </a:rPr>
              <a:t>Goodpatch</a:t>
            </a:r>
            <a:endParaRPr lang="en-US" sz="1050" b="1" spc="63" kern="0" dirty="0">
              <a:solidFill>
                <a:srgbClr val="1B1A16"/>
              </a:solidFill>
              <a:latin typeface="Consolas" pitchFamily="34" charset="0"/>
              <a:ea typeface="Noto Sans JP" pitchFamily="34" charset="-122"/>
              <a:cs typeface="Consolas" pitchFamily="34" charset="-120"/>
            </a:endParaRPr>
          </a:p>
        </p:txBody>
      </p:sp>
      <p:sp>
        <p:nvSpPr>
          <p:cNvPr id="35" name="Text 33"/>
          <p:cNvSpPr/>
          <p:nvPr/>
        </p:nvSpPr>
        <p:spPr>
          <a:xfrm>
            <a:off x="10248870" y="2266980"/>
            <a:ext cx="914400" cy="381030"/>
          </a:xfrm>
          <a:prstGeom prst="rect">
            <a:avLst/>
          </a:prstGeom>
          <a:noFill/>
          <a:ln>
            <a:noFill/>
          </a:ln>
        </p:spPr>
        <p:txBody>
          <a:bodyPr wrap="none" lIns="0" tIns="0" rIns="0" bIns="0" rtlCol="0" anchor="t"/>
          <a:lstStyle/>
          <a:p>
            <a:pPr algn="ctr" indent="0" marL="0">
              <a:lnSpc>
                <a:spcPct val="187000"/>
              </a:lnSpc>
              <a:buNone/>
            </a:pPr>
            <a:r>
              <a:rPr lang="ja-JP" altLang="en-US" sz="1125" spc="45" kern="0" dirty="0">
                <a:solidFill>
                  <a:srgbClr val="5C5A50"/>
                </a:solidFill>
                <a:latin typeface="Noto Sans JP" pitchFamily="34" charset="0"/>
                <a:ea typeface="Noto Sans JP" pitchFamily="34" charset="-122"/>
                <a:cs typeface="Noto Sans JP" pitchFamily="34" charset="-120"/>
              </a:rPr>
              <a:t>制作会社</a:t>
            </a:r>
            <a:endParaRPr lang="ja-JP" altLang="en-US" sz="1125" spc="45" kern="0" dirty="0">
              <a:solidFill>
                <a:srgbClr val="5C5A50"/>
              </a:solidFill>
              <a:latin typeface="Noto Sans JP" pitchFamily="34" charset="0"/>
              <a:ea typeface="Noto Sans JP" pitchFamily="34" charset="-122"/>
              <a:cs typeface="Noto Sans JP" pitchFamily="34" charset="-120"/>
            </a:endParaRPr>
          </a:p>
        </p:txBody>
      </p:sp>
      <p:sp>
        <p:nvSpPr>
          <p:cNvPr id="36" name="Shape 34"/>
          <p:cNvSpPr/>
          <p:nvPr/>
        </p:nvSpPr>
        <p:spPr>
          <a:xfrm>
            <a:off x="914400" y="5781660"/>
            <a:ext cx="190470" cy="19020"/>
          </a:xfrm>
          <a:prstGeom prst="rect">
            <a:avLst/>
          </a:prstGeom>
          <a:solidFill>
            <a:srgbClr val="4A5D3A"/>
          </a:solidFill>
          <a:ln>
            <a:noFill/>
          </a:ln>
        </p:spPr>
      </p:sp>
      <p:sp>
        <p:nvSpPr>
          <p:cNvPr id="37" name="Text 35"/>
          <p:cNvSpPr/>
          <p:nvPr/>
        </p:nvSpPr>
        <p:spPr>
          <a:xfrm>
            <a:off x="914400" y="5895960"/>
            <a:ext cx="1676370" cy="361920"/>
          </a:xfrm>
          <a:prstGeom prst="rect">
            <a:avLst/>
          </a:prstGeom>
          <a:noFill/>
          <a:ln>
            <a:noFill/>
          </a:ln>
        </p:spPr>
        <p:txBody>
          <a:bodyPr wrap="none" lIns="0" tIns="0" rIns="0" bIns="0" rtlCol="0" anchor="t"/>
          <a:lstStyle/>
          <a:p>
            <a:pPr algn="l" indent="0" marL="0">
              <a:lnSpc>
                <a:spcPct val="171000"/>
              </a:lnSpc>
              <a:buNone/>
            </a:pPr>
            <a:r>
              <a:rPr lang="ja-JP" altLang="en-US" sz="1050" dirty="0">
                <a:solidFill>
                  <a:srgbClr val="4A5D3A"/>
                </a:solidFill>
                <a:latin typeface="Noto Sans JP" pitchFamily="34" charset="0"/>
                <a:ea typeface="Noto Sans JP" pitchFamily="34" charset="-122"/>
                <a:cs typeface="Noto Sans JP" pitchFamily="34" charset="-120"/>
              </a:rPr>
              <a:t>結論</a:t>
            </a:r>
            <a:endParaRPr lang="ja-JP" altLang="en-US" sz="1050" dirty="0">
              <a:solidFill>
                <a:srgbClr val="4A5D3A"/>
              </a:solidFill>
              <a:latin typeface="Noto Sans JP" pitchFamily="34" charset="0"/>
              <a:ea typeface="Noto Sans JP" pitchFamily="34" charset="-122"/>
              <a:cs typeface="Noto Sans JP" pitchFamily="34" charset="-120"/>
            </a:endParaRPr>
          </a:p>
        </p:txBody>
      </p:sp>
      <p:sp>
        <p:nvSpPr>
          <p:cNvPr id="38" name="Text 36"/>
          <p:cNvSpPr/>
          <p:nvPr/>
        </p:nvSpPr>
        <p:spPr>
          <a:xfrm>
            <a:off x="2971800" y="5781660"/>
            <a:ext cx="8305770" cy="666780"/>
          </a:xfrm>
          <a:prstGeom prst="rect">
            <a:avLst/>
          </a:prstGeom>
          <a:noFill/>
          <a:ln>
            <a:noFill/>
          </a:ln>
        </p:spPr>
        <p:txBody>
          <a:bodyPr wrap="none" lIns="0" tIns="0" rIns="0" bIns="0" rtlCol="0" anchor="t"/>
          <a:lstStyle/>
          <a:p>
            <a:pPr algn="l" indent="0" marL="0">
              <a:lnSpc>
                <a:spcPct val="145000"/>
              </a:lnSpc>
              <a:buNone/>
            </a:pPr>
            <a:r>
              <a:rPr lang="ja-JP" altLang="en-US" sz="3000" spc="120" kern="0" dirty="0">
                <a:solidFill>
                  <a:srgbClr val="1B1A16"/>
                </a:solidFill>
                <a:latin typeface="Noto Serif JP SemiBold" pitchFamily="34" charset="0"/>
                <a:ea typeface="Noto Serif JP SemiBold" pitchFamily="34" charset="-122"/>
                <a:cs typeface="Noto Serif JP SemiBold" pitchFamily="34" charset="-120"/>
              </a:rPr>
              <a:t>私たちも、モノは変えていない。</a:t>
            </a:r>
            <a:endParaRPr lang="ja-JP" altLang="en-US" sz="3000" spc="120" kern="0" dirty="0">
              <a:solidFill>
                <a:srgbClr val="1B1A16"/>
              </a:solidFill>
              <a:latin typeface="Noto Serif JP SemiBold" pitchFamily="34" charset="0"/>
              <a:ea typeface="Noto Serif JP SemiBold" pitchFamily="34" charset="-122"/>
              <a:cs typeface="Noto Serif JP SemiBold" pitchFamily="34" charset="-120"/>
            </a:endParaRPr>
          </a:p>
        </p:txBody>
      </p:sp>
      <p:sp>
        <p:nvSpPr>
          <p:cNvPr id="39" name="Shape 37"/>
          <p:cNvSpPr/>
          <p:nvPr/>
        </p:nvSpPr>
        <p:spPr>
          <a:xfrm>
            <a:off x="914400" y="790590"/>
            <a:ext cx="533370" cy="28621"/>
          </a:xfrm>
          <a:prstGeom prst="rect">
            <a:avLst/>
          </a:prstGeom>
          <a:solidFill>
            <a:srgbClr val="4A5D3A"/>
          </a:solidFill>
          <a:ln>
            <a:noFill/>
          </a:ln>
        </p:spPr>
      </p:sp>
      <p:sp>
        <p:nvSpPr>
          <p:cNvPr id="40" name="Text 38"/>
          <p:cNvSpPr/>
          <p:nvPr/>
        </p:nvSpPr>
        <p:spPr>
          <a:xfrm>
            <a:off x="8420070" y="6362670"/>
            <a:ext cx="2857500" cy="209580"/>
          </a:xfrm>
          <a:prstGeom prst="rect">
            <a:avLst/>
          </a:prstGeom>
          <a:noFill/>
          <a:ln>
            <a:noFill/>
          </a:ln>
        </p:spPr>
        <p:txBody>
          <a:bodyPr wrap="square" lIns="0" tIns="0" rIns="0" bIns="0" rtlCol="0" anchor="t"/>
          <a:lstStyle/>
          <a:p>
            <a:pPr algn="r" indent="0" marL="0">
              <a:buNone/>
            </a:pPr>
            <a:r>
              <a:rPr lang="en-US" sz="975" spc="160" kern="0" dirty="0">
                <a:solidFill>
                  <a:srgbClr val="6E6B60"/>
                </a:solidFill>
                <a:latin typeface="Consolas" pitchFamily="34" charset="0"/>
                <a:ea typeface="Noto Sans JP" pitchFamily="34" charset="-122"/>
                <a:cs typeface="Consolas" pitchFamily="34" charset="-120"/>
              </a:rPr>
              <a:t>22 / 23</a:t>
            </a:r>
            <a:endParaRPr lang="en-US" sz="975" spc="160" kern="0" dirty="0">
              <a:solidFill>
                <a:srgbClr val="6E6B60"/>
              </a:solidFill>
              <a:latin typeface="Consolas" pitchFamily="34" charset="0"/>
              <a:ea typeface="Noto Sans JP" pitchFamily="34" charset="-122"/>
              <a:cs typeface="Consolas" pitchFamily="34" charset="-12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923910" y="5762640"/>
            <a:ext cx="361920" cy="514350"/>
          </a:xfrm>
          <a:custGeom>
            <a:avLst/>
            <a:gdLst/>
            <a:ahLst/>
            <a:cxnLst/>
            <a:rect l="l" t="t" r="r" b="b"/>
            <a:pathLst>
              <a:path w="361920" h="514350">
                <a:moveTo>
                  <a:pt x="0" y="0"/>
                </a:moveTo>
                <a:lnTo>
                  <a:pt x="361920" y="0"/>
                </a:lnTo>
                <a:lnTo>
                  <a:pt x="361920" y="514350"/>
                </a:lnTo>
                <a:lnTo>
                  <a:pt x="0" y="514350"/>
                </a:lnTo>
                <a:close/>
              </a:path>
            </a:pathLst>
          </a:custGeom>
          <a:noFill/>
          <a:ln w="14288">
            <a:solidFill>
              <a:srgbClr val="4A5D3A"/>
            </a:solidFill>
            <a:prstDash val="solid"/>
          </a:ln>
        </p:spPr>
      </p:sp>
      <p:sp>
        <p:nvSpPr>
          <p:cNvPr id="3" name="Shape 1"/>
          <p:cNvSpPr/>
          <p:nvPr/>
        </p:nvSpPr>
        <p:spPr>
          <a:xfrm>
            <a:off x="990570" y="5762640"/>
            <a:ext cx="38130" cy="514350"/>
          </a:xfrm>
          <a:custGeom>
            <a:avLst/>
            <a:gdLst/>
            <a:ahLst/>
            <a:cxnLst/>
            <a:rect l="l" t="t" r="r" b="b"/>
            <a:pathLst>
              <a:path w="38130" h="514350">
                <a:moveTo>
                  <a:pt x="0" y="0"/>
                </a:moveTo>
                <a:lnTo>
                  <a:pt x="38130" y="0"/>
                </a:lnTo>
                <a:lnTo>
                  <a:pt x="38130" y="514350"/>
                </a:lnTo>
                <a:lnTo>
                  <a:pt x="0" y="514350"/>
                </a:lnTo>
                <a:close/>
              </a:path>
            </a:pathLst>
          </a:custGeom>
          <a:solidFill>
            <a:srgbClr val="4A5D3A"/>
          </a:solidFill>
          <a:ln>
            <a:noFill/>
          </a:ln>
        </p:spPr>
      </p:sp>
      <p:sp>
        <p:nvSpPr>
          <p:cNvPr id="4" name="Shape 2"/>
          <p:cNvSpPr/>
          <p:nvPr/>
        </p:nvSpPr>
        <p:spPr>
          <a:xfrm>
            <a:off x="914400" y="2495580"/>
            <a:ext cx="419070" cy="19020"/>
          </a:xfrm>
          <a:prstGeom prst="rect">
            <a:avLst/>
          </a:prstGeom>
          <a:solidFill>
            <a:srgbClr val="4A5D3A"/>
          </a:solidFill>
          <a:ln>
            <a:noFill/>
          </a:ln>
        </p:spPr>
      </p:sp>
      <p:sp>
        <p:nvSpPr>
          <p:cNvPr id="5" name="Text 3"/>
          <p:cNvSpPr/>
          <p:nvPr/>
        </p:nvSpPr>
        <p:spPr>
          <a:xfrm>
            <a:off x="914400" y="3028950"/>
            <a:ext cx="10363170" cy="1977299"/>
          </a:xfrm>
          <a:prstGeom prst="rect">
            <a:avLst/>
          </a:prstGeom>
          <a:noFill/>
          <a:ln>
            <a:noFill/>
          </a:ln>
        </p:spPr>
        <p:txBody>
          <a:bodyPr wrap="square" lIns="0" tIns="0" rIns="0" bIns="0" rtlCol="0" anchor="t"/>
          <a:lstStyle/>
          <a:p>
            <a:pPr algn="l" indent="0" marL="0">
              <a:lnSpc>
                <a:spcPct val="145000"/>
              </a:lnSpc>
              <a:buNone/>
            </a:pPr>
            <a:r>
              <a:rPr lang="ja-JP" altLang="en-US" sz="4800" dirty="0">
                <a:solidFill>
                  <a:srgbClr val="1B1A16"/>
                </a:solidFill>
                <a:latin typeface="Noto Serif JP SemiBold" pitchFamily="34" charset="0"/>
                <a:ea typeface="Noto Serif JP SemiBold" pitchFamily="34" charset="-122"/>
                <a:cs typeface="Noto Serif JP SemiBold" pitchFamily="34" charset="-120"/>
              </a:rPr>
              <a:t>この会社は、何を売っていたのか。</a:t>
            </a:r>
            <a:endParaRPr lang="ja-JP" altLang="en-US" sz="4800" dirty="0">
              <a:solidFill>
                <a:srgbClr val="1B1A16"/>
              </a:solidFill>
              <a:latin typeface="Noto Serif JP SemiBold" pitchFamily="34" charset="0"/>
              <a:ea typeface="Noto Serif JP SemiBold" pitchFamily="34" charset="-122"/>
              <a:cs typeface="Noto Serif JP SemiBold" pitchFamily="34" charset="-120"/>
            </a:endParaRPr>
          </a:p>
          <a:p>
            <a:pPr algn="l" indent="0" marL="0">
              <a:lnSpc>
                <a:spcPct val="145000"/>
              </a:lnSpc>
              <a:spcBef>
                <a:spcPts val="750"/>
              </a:spcBef>
              <a:buNone/>
            </a:pPr>
            <a:r>
              <a:rPr lang="ja-JP" altLang="en-US" sz="4800" dirty="0">
                <a:solidFill>
                  <a:srgbClr val="5C5A50"/>
                </a:solidFill>
                <a:latin typeface="Noto Serif JP SemiBold" pitchFamily="34" charset="0"/>
                <a:ea typeface="Noto Serif JP SemiBold" pitchFamily="34" charset="-122"/>
                <a:cs typeface="Noto Serif JP SemiBold" pitchFamily="34" charset="-120"/>
              </a:rPr>
              <a:t>—— そして、私たちは。</a:t>
            </a:r>
            <a:endParaRPr lang="ja-JP" altLang="en-US" sz="4800" dirty="0">
              <a:solidFill>
                <a:srgbClr val="5C5A50"/>
              </a:solidFill>
              <a:latin typeface="Noto Serif JP SemiBold" pitchFamily="34" charset="0"/>
              <a:ea typeface="Noto Serif JP SemiBold" pitchFamily="34" charset="-122"/>
              <a:cs typeface="Noto Serif JP SemiBold" pitchFamily="34" charset="-120"/>
            </a:endParaRPr>
          </a:p>
        </p:txBody>
      </p:sp>
      <p:sp>
        <p:nvSpPr>
          <p:cNvPr id="6" name="Text 4"/>
          <p:cNvSpPr/>
          <p:nvPr/>
        </p:nvSpPr>
        <p:spPr>
          <a:xfrm>
            <a:off x="1447770" y="5915071"/>
            <a:ext cx="5835701" cy="324703"/>
          </a:xfrm>
          <a:prstGeom prst="rect">
            <a:avLst/>
          </a:prstGeom>
          <a:noFill/>
          <a:ln>
            <a:noFill/>
          </a:ln>
        </p:spPr>
        <p:txBody>
          <a:bodyPr wrap="none" lIns="0" tIns="0" rIns="0" bIns="0" rtlCol="0" anchor="t"/>
          <a:lstStyle/>
          <a:p>
            <a:pPr algn="l" indent="0" marL="0">
              <a:lnSpc>
                <a:spcPct val="169000"/>
              </a:lnSpc>
              <a:buNone/>
            </a:pPr>
            <a:r>
              <a:rPr lang="ja-JP" altLang="en-US" sz="975" spc="39" kern="0" dirty="0">
                <a:solidFill>
                  <a:srgbClr val="6E6B60"/>
                </a:solidFill>
                <a:latin typeface="Noto Sans JP" pitchFamily="34" charset="0"/>
                <a:ea typeface="Noto Sans JP" pitchFamily="34" charset="-122"/>
                <a:cs typeface="Noto Sans JP" pitchFamily="34" charset="-120"/>
              </a:rPr>
              <a:t>今日のきっかけ｜ダグラス・B・ホルト『ブランドが神話になる日』 HOW BRANDS BECOME ICONS</a:t>
            </a:r>
            <a:endParaRPr lang="ja-JP" altLang="en-US" sz="975" spc="39" kern="0" dirty="0">
              <a:solidFill>
                <a:srgbClr val="6E6B60"/>
              </a:solidFill>
              <a:latin typeface="Noto Sans JP" pitchFamily="34" charset="0"/>
              <a:ea typeface="Noto Sans JP" pitchFamily="34" charset="-122"/>
              <a:cs typeface="Noto Sans JP" pitchFamily="34" charset="-120"/>
            </a:endParaRPr>
          </a:p>
        </p:txBody>
      </p:sp>
      <p:sp>
        <p:nvSpPr>
          <p:cNvPr id="7" name="Text 5"/>
          <p:cNvSpPr/>
          <p:nvPr/>
        </p:nvSpPr>
        <p:spPr>
          <a:xfrm>
            <a:off x="8420070" y="6362670"/>
            <a:ext cx="2857500" cy="209580"/>
          </a:xfrm>
          <a:prstGeom prst="rect">
            <a:avLst/>
          </a:prstGeom>
          <a:noFill/>
          <a:ln>
            <a:noFill/>
          </a:ln>
        </p:spPr>
        <p:txBody>
          <a:bodyPr wrap="square" lIns="0" tIns="0" rIns="0" bIns="0" rtlCol="0" anchor="t"/>
          <a:lstStyle/>
          <a:p>
            <a:pPr algn="r" indent="0" marL="0">
              <a:buNone/>
            </a:pPr>
            <a:r>
              <a:rPr lang="en-US" sz="975" spc="160" kern="0" dirty="0">
                <a:solidFill>
                  <a:srgbClr val="6E6B60"/>
                </a:solidFill>
                <a:latin typeface="Consolas" pitchFamily="34" charset="0"/>
                <a:ea typeface="Noto Sans JP" pitchFamily="34" charset="-122"/>
                <a:cs typeface="Consolas" pitchFamily="34" charset="-120"/>
              </a:rPr>
              <a:t>23 / 23</a:t>
            </a:r>
            <a:endParaRPr lang="en-US" sz="975" spc="160" kern="0" dirty="0">
              <a:solidFill>
                <a:srgbClr val="6E6B60"/>
              </a:solidFill>
              <a:latin typeface="Consolas" pitchFamily="34" charset="0"/>
              <a:ea typeface="Noto Sans JP" pitchFamily="34" charset="-122"/>
              <a:cs typeface="Consolas" pitchFamily="34" charset="-12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2590770" y="3486150"/>
            <a:ext cx="8534370" cy="0"/>
          </a:xfrm>
          <a:prstGeom prst="line">
            <a:avLst/>
          </a:prstGeom>
          <a:noFill/>
          <a:ln w="9525">
            <a:solidFill>
              <a:srgbClr val="DFDBD0"/>
            </a:solidFill>
            <a:prstDash val="solid"/>
          </a:ln>
        </p:spPr>
      </p:sp>
      <p:sp>
        <p:nvSpPr>
          <p:cNvPr id="3" name="Shape 1"/>
          <p:cNvSpPr/>
          <p:nvPr/>
        </p:nvSpPr>
        <p:spPr>
          <a:xfrm>
            <a:off x="3886200" y="1504920"/>
            <a:ext cx="0" cy="2152680"/>
          </a:xfrm>
          <a:prstGeom prst="line">
            <a:avLst/>
          </a:prstGeom>
          <a:noFill/>
          <a:ln w="19050">
            <a:solidFill>
              <a:srgbClr val="7A776B"/>
            </a:solidFill>
            <a:prstDash val="solid"/>
          </a:ln>
        </p:spPr>
      </p:sp>
      <p:sp>
        <p:nvSpPr>
          <p:cNvPr id="4" name="Shape 2"/>
          <p:cNvSpPr/>
          <p:nvPr/>
        </p:nvSpPr>
        <p:spPr>
          <a:xfrm>
            <a:off x="3848070" y="1628821"/>
            <a:ext cx="76170" cy="76170"/>
          </a:xfrm>
          <a:prstGeom prst="ellipse">
            <a:avLst/>
          </a:prstGeom>
          <a:solidFill>
            <a:srgbClr val="7A776B"/>
          </a:solidFill>
          <a:ln>
            <a:noFill/>
          </a:ln>
        </p:spPr>
      </p:sp>
      <p:sp>
        <p:nvSpPr>
          <p:cNvPr id="5" name="Shape 3"/>
          <p:cNvSpPr/>
          <p:nvPr/>
        </p:nvSpPr>
        <p:spPr>
          <a:xfrm>
            <a:off x="3657600" y="1666860"/>
            <a:ext cx="171450" cy="0"/>
          </a:xfrm>
          <a:prstGeom prst="line">
            <a:avLst/>
          </a:prstGeom>
          <a:noFill/>
          <a:ln w="14288">
            <a:solidFill>
              <a:srgbClr val="7A776B"/>
            </a:solidFill>
            <a:prstDash val="solid"/>
          </a:ln>
        </p:spPr>
      </p:sp>
      <p:sp>
        <p:nvSpPr>
          <p:cNvPr id="6" name="Shape 4"/>
          <p:cNvSpPr/>
          <p:nvPr/>
        </p:nvSpPr>
        <p:spPr>
          <a:xfrm>
            <a:off x="7581930" y="1390620"/>
            <a:ext cx="0" cy="2266980"/>
          </a:xfrm>
          <a:prstGeom prst="line">
            <a:avLst/>
          </a:prstGeom>
          <a:noFill/>
          <a:ln w="28575">
            <a:solidFill>
              <a:srgbClr val="7E611B"/>
            </a:solidFill>
            <a:prstDash val="solid"/>
          </a:ln>
        </p:spPr>
      </p:sp>
      <p:sp>
        <p:nvSpPr>
          <p:cNvPr id="7" name="Shape 5"/>
          <p:cNvSpPr/>
          <p:nvPr/>
        </p:nvSpPr>
        <p:spPr>
          <a:xfrm>
            <a:off x="7529535" y="1538295"/>
            <a:ext cx="104790" cy="104790"/>
          </a:xfrm>
          <a:prstGeom prst="ellipse">
            <a:avLst/>
          </a:prstGeom>
          <a:solidFill>
            <a:srgbClr val="7E611B"/>
          </a:solidFill>
          <a:ln>
            <a:noFill/>
          </a:ln>
        </p:spPr>
      </p:sp>
      <p:sp>
        <p:nvSpPr>
          <p:cNvPr id="8" name="Shape 6"/>
          <p:cNvSpPr/>
          <p:nvPr/>
        </p:nvSpPr>
        <p:spPr>
          <a:xfrm>
            <a:off x="7658100" y="1590690"/>
            <a:ext cx="76170" cy="0"/>
          </a:xfrm>
          <a:prstGeom prst="line">
            <a:avLst/>
          </a:prstGeom>
          <a:noFill/>
          <a:ln w="14288">
            <a:solidFill>
              <a:srgbClr val="7E611B"/>
            </a:solidFill>
            <a:prstDash val="solid"/>
          </a:ln>
        </p:spPr>
      </p:sp>
      <p:sp>
        <p:nvSpPr>
          <p:cNvPr id="9" name="Shape 7"/>
          <p:cNvSpPr/>
          <p:nvPr/>
        </p:nvSpPr>
        <p:spPr>
          <a:xfrm>
            <a:off x="2590770" y="3038460"/>
            <a:ext cx="4991070" cy="447690"/>
          </a:xfrm>
          <a:custGeom>
            <a:avLst/>
            <a:gdLst/>
            <a:ahLst/>
            <a:cxnLst/>
            <a:rect l="l" t="t" r="r" b="b"/>
            <a:pathLst>
              <a:path w="4991070" h="447690">
                <a:moveTo>
                  <a:pt x="0" y="447690"/>
                </a:moveTo>
                <a:lnTo>
                  <a:pt x="152430" y="447690"/>
                </a:lnTo>
                <a:lnTo>
                  <a:pt x="304770" y="447690"/>
                </a:lnTo>
                <a:lnTo>
                  <a:pt x="457200" y="447690"/>
                </a:lnTo>
                <a:lnTo>
                  <a:pt x="609630" y="447690"/>
                </a:lnTo>
                <a:lnTo>
                  <a:pt x="761970" y="447690"/>
                </a:lnTo>
                <a:lnTo>
                  <a:pt x="914400" y="447690"/>
                </a:lnTo>
                <a:lnTo>
                  <a:pt x="1066830" y="447690"/>
                </a:lnTo>
                <a:lnTo>
                  <a:pt x="1209660" y="447690"/>
                </a:lnTo>
                <a:lnTo>
                  <a:pt x="1295430" y="447690"/>
                </a:lnTo>
                <a:lnTo>
                  <a:pt x="1362090" y="428671"/>
                </a:lnTo>
                <a:lnTo>
                  <a:pt x="1476390" y="323880"/>
                </a:lnTo>
                <a:lnTo>
                  <a:pt x="1562070" y="200071"/>
                </a:lnTo>
                <a:lnTo>
                  <a:pt x="1657350" y="85771"/>
                </a:lnTo>
                <a:lnTo>
                  <a:pt x="1733520" y="19020"/>
                </a:lnTo>
                <a:lnTo>
                  <a:pt x="1781160" y="0"/>
                </a:lnTo>
                <a:lnTo>
                  <a:pt x="1924080" y="0"/>
                </a:lnTo>
                <a:lnTo>
                  <a:pt x="2047890" y="85771"/>
                </a:lnTo>
                <a:lnTo>
                  <a:pt x="2076420" y="114300"/>
                </a:lnTo>
                <a:lnTo>
                  <a:pt x="2162190" y="190470"/>
                </a:lnTo>
                <a:lnTo>
                  <a:pt x="2286000" y="276240"/>
                </a:lnTo>
                <a:lnTo>
                  <a:pt x="2419320" y="342900"/>
                </a:lnTo>
                <a:lnTo>
                  <a:pt x="2571750" y="400050"/>
                </a:lnTo>
                <a:lnTo>
                  <a:pt x="2714671" y="428671"/>
                </a:lnTo>
                <a:lnTo>
                  <a:pt x="2867010" y="447690"/>
                </a:lnTo>
                <a:lnTo>
                  <a:pt x="2876520" y="447690"/>
                </a:lnTo>
                <a:lnTo>
                  <a:pt x="3019440" y="447690"/>
                </a:lnTo>
                <a:lnTo>
                  <a:pt x="3171871" y="447690"/>
                </a:lnTo>
                <a:lnTo>
                  <a:pt x="3324210" y="447690"/>
                </a:lnTo>
                <a:lnTo>
                  <a:pt x="3476640" y="447690"/>
                </a:lnTo>
                <a:lnTo>
                  <a:pt x="3629071" y="447690"/>
                </a:lnTo>
                <a:lnTo>
                  <a:pt x="3781410" y="447690"/>
                </a:lnTo>
                <a:lnTo>
                  <a:pt x="3924330" y="447690"/>
                </a:lnTo>
                <a:lnTo>
                  <a:pt x="4076670" y="447690"/>
                </a:lnTo>
                <a:lnTo>
                  <a:pt x="4229100" y="447690"/>
                </a:lnTo>
                <a:lnTo>
                  <a:pt x="4381530" y="447690"/>
                </a:lnTo>
                <a:lnTo>
                  <a:pt x="4533870" y="447690"/>
                </a:lnTo>
                <a:lnTo>
                  <a:pt x="4686300" y="447690"/>
                </a:lnTo>
                <a:lnTo>
                  <a:pt x="4838730" y="447690"/>
                </a:lnTo>
                <a:lnTo>
                  <a:pt x="4991070" y="447690"/>
                </a:lnTo>
              </a:path>
            </a:pathLst>
          </a:custGeom>
          <a:noFill/>
          <a:ln w="19050">
            <a:solidFill>
              <a:srgbClr val="7A776B"/>
            </a:solidFill>
            <a:prstDash val="solid"/>
          </a:ln>
        </p:spPr>
      </p:sp>
      <p:sp>
        <p:nvSpPr>
          <p:cNvPr id="10" name="Shape 8"/>
          <p:cNvSpPr/>
          <p:nvPr/>
        </p:nvSpPr>
        <p:spPr>
          <a:xfrm>
            <a:off x="7581930" y="2552730"/>
            <a:ext cx="3543300" cy="933420"/>
          </a:xfrm>
          <a:custGeom>
            <a:avLst/>
            <a:gdLst/>
            <a:ahLst/>
            <a:cxnLst/>
            <a:rect l="l" t="t" r="r" b="b"/>
            <a:pathLst>
              <a:path w="3543300" h="933420">
                <a:moveTo>
                  <a:pt x="0" y="933420"/>
                </a:moveTo>
                <a:lnTo>
                  <a:pt x="104790" y="828721"/>
                </a:lnTo>
                <a:lnTo>
                  <a:pt x="180960" y="695310"/>
                </a:lnTo>
                <a:lnTo>
                  <a:pt x="238110" y="552480"/>
                </a:lnTo>
                <a:lnTo>
                  <a:pt x="304770" y="419070"/>
                </a:lnTo>
                <a:lnTo>
                  <a:pt x="371521" y="285750"/>
                </a:lnTo>
                <a:lnTo>
                  <a:pt x="457200" y="152430"/>
                </a:lnTo>
                <a:lnTo>
                  <a:pt x="561990" y="47640"/>
                </a:lnTo>
                <a:lnTo>
                  <a:pt x="704820" y="0"/>
                </a:lnTo>
                <a:lnTo>
                  <a:pt x="847740" y="19020"/>
                </a:lnTo>
                <a:lnTo>
                  <a:pt x="857250" y="19020"/>
                </a:lnTo>
                <a:lnTo>
                  <a:pt x="990570" y="66660"/>
                </a:lnTo>
                <a:lnTo>
                  <a:pt x="1133490" y="123810"/>
                </a:lnTo>
                <a:lnTo>
                  <a:pt x="1266810" y="190470"/>
                </a:lnTo>
                <a:lnTo>
                  <a:pt x="1409730" y="247620"/>
                </a:lnTo>
                <a:lnTo>
                  <a:pt x="1543050" y="314371"/>
                </a:lnTo>
                <a:lnTo>
                  <a:pt x="1685971" y="371521"/>
                </a:lnTo>
                <a:lnTo>
                  <a:pt x="1828800" y="428671"/>
                </a:lnTo>
                <a:lnTo>
                  <a:pt x="1904970" y="457200"/>
                </a:lnTo>
                <a:lnTo>
                  <a:pt x="1971721" y="476220"/>
                </a:lnTo>
                <a:lnTo>
                  <a:pt x="2114550" y="523860"/>
                </a:lnTo>
                <a:lnTo>
                  <a:pt x="2257471" y="561990"/>
                </a:lnTo>
                <a:lnTo>
                  <a:pt x="2409810" y="600121"/>
                </a:lnTo>
                <a:lnTo>
                  <a:pt x="2552730" y="628650"/>
                </a:lnTo>
                <a:lnTo>
                  <a:pt x="2705070" y="666780"/>
                </a:lnTo>
                <a:lnTo>
                  <a:pt x="2857500" y="685800"/>
                </a:lnTo>
                <a:lnTo>
                  <a:pt x="3000421" y="714421"/>
                </a:lnTo>
                <a:lnTo>
                  <a:pt x="3152760" y="733440"/>
                </a:lnTo>
                <a:lnTo>
                  <a:pt x="3305190" y="752460"/>
                </a:lnTo>
                <a:lnTo>
                  <a:pt x="3457621" y="771571"/>
                </a:lnTo>
                <a:lnTo>
                  <a:pt x="3543300" y="781080"/>
                </a:lnTo>
                <a:lnTo>
                  <a:pt x="3543300" y="838230"/>
                </a:lnTo>
                <a:lnTo>
                  <a:pt x="3543300" y="933420"/>
                </a:lnTo>
                <a:lnTo>
                  <a:pt x="3486150" y="933420"/>
                </a:lnTo>
                <a:lnTo>
                  <a:pt x="3333720" y="933420"/>
                </a:lnTo>
                <a:lnTo>
                  <a:pt x="3181380" y="933420"/>
                </a:lnTo>
                <a:lnTo>
                  <a:pt x="3028950" y="933420"/>
                </a:lnTo>
                <a:lnTo>
                  <a:pt x="2876520" y="933420"/>
                </a:lnTo>
                <a:lnTo>
                  <a:pt x="2724180" y="933420"/>
                </a:lnTo>
                <a:lnTo>
                  <a:pt x="2571750" y="933420"/>
                </a:lnTo>
                <a:lnTo>
                  <a:pt x="2419320" y="933420"/>
                </a:lnTo>
                <a:lnTo>
                  <a:pt x="2276490" y="933420"/>
                </a:lnTo>
                <a:lnTo>
                  <a:pt x="2124060" y="933420"/>
                </a:lnTo>
                <a:lnTo>
                  <a:pt x="1971721" y="933420"/>
                </a:lnTo>
                <a:lnTo>
                  <a:pt x="1819290" y="933420"/>
                </a:lnTo>
                <a:lnTo>
                  <a:pt x="1666860" y="933420"/>
                </a:lnTo>
                <a:lnTo>
                  <a:pt x="1514521" y="933420"/>
                </a:lnTo>
                <a:lnTo>
                  <a:pt x="1362090" y="933420"/>
                </a:lnTo>
                <a:lnTo>
                  <a:pt x="1209660" y="933420"/>
                </a:lnTo>
                <a:lnTo>
                  <a:pt x="1057321" y="933420"/>
                </a:lnTo>
                <a:lnTo>
                  <a:pt x="904890" y="933420"/>
                </a:lnTo>
                <a:lnTo>
                  <a:pt x="761970" y="933420"/>
                </a:lnTo>
                <a:lnTo>
                  <a:pt x="609630" y="933420"/>
                </a:lnTo>
                <a:lnTo>
                  <a:pt x="457200" y="933420"/>
                </a:lnTo>
                <a:lnTo>
                  <a:pt x="304770" y="933420"/>
                </a:lnTo>
                <a:lnTo>
                  <a:pt x="152430" y="933420"/>
                </a:lnTo>
                <a:lnTo>
                  <a:pt x="0" y="933420"/>
                </a:lnTo>
                <a:close/>
              </a:path>
            </a:pathLst>
          </a:custGeom>
          <a:solidFill>
            <a:srgbClr val="7E611B">
              <a:alpha val="10000"/>
            </a:srgbClr>
          </a:solidFill>
          <a:ln>
            <a:noFill/>
          </a:ln>
        </p:spPr>
      </p:sp>
      <p:sp>
        <p:nvSpPr>
          <p:cNvPr id="11" name="Shape 9"/>
          <p:cNvSpPr/>
          <p:nvPr/>
        </p:nvSpPr>
        <p:spPr>
          <a:xfrm>
            <a:off x="7581930" y="2552730"/>
            <a:ext cx="3543300" cy="933420"/>
          </a:xfrm>
          <a:custGeom>
            <a:avLst/>
            <a:gdLst/>
            <a:ahLst/>
            <a:cxnLst/>
            <a:rect l="l" t="t" r="r" b="b"/>
            <a:pathLst>
              <a:path w="3543300" h="933420">
                <a:moveTo>
                  <a:pt x="0" y="933420"/>
                </a:moveTo>
                <a:lnTo>
                  <a:pt x="104790" y="828721"/>
                </a:lnTo>
                <a:lnTo>
                  <a:pt x="171450" y="695310"/>
                </a:lnTo>
                <a:lnTo>
                  <a:pt x="238110" y="561990"/>
                </a:lnTo>
                <a:lnTo>
                  <a:pt x="304770" y="428671"/>
                </a:lnTo>
                <a:lnTo>
                  <a:pt x="361920" y="295260"/>
                </a:lnTo>
                <a:lnTo>
                  <a:pt x="447690" y="171450"/>
                </a:lnTo>
                <a:lnTo>
                  <a:pt x="457200" y="152430"/>
                </a:lnTo>
                <a:lnTo>
                  <a:pt x="552480" y="57150"/>
                </a:lnTo>
                <a:lnTo>
                  <a:pt x="685800" y="0"/>
                </a:lnTo>
                <a:lnTo>
                  <a:pt x="828721" y="9510"/>
                </a:lnTo>
                <a:lnTo>
                  <a:pt x="857250" y="19020"/>
                </a:lnTo>
                <a:lnTo>
                  <a:pt x="971550" y="57150"/>
                </a:lnTo>
                <a:lnTo>
                  <a:pt x="1114471" y="114300"/>
                </a:lnTo>
                <a:lnTo>
                  <a:pt x="1247790" y="180960"/>
                </a:lnTo>
                <a:lnTo>
                  <a:pt x="1381110" y="238110"/>
                </a:lnTo>
                <a:lnTo>
                  <a:pt x="1524030" y="304770"/>
                </a:lnTo>
                <a:lnTo>
                  <a:pt x="1657350" y="361920"/>
                </a:lnTo>
                <a:lnTo>
                  <a:pt x="1790670" y="419070"/>
                </a:lnTo>
                <a:lnTo>
                  <a:pt x="1904970" y="457200"/>
                </a:lnTo>
                <a:lnTo>
                  <a:pt x="1933590" y="466710"/>
                </a:lnTo>
                <a:lnTo>
                  <a:pt x="2076420" y="514350"/>
                </a:lnTo>
                <a:lnTo>
                  <a:pt x="2219340" y="552480"/>
                </a:lnTo>
                <a:lnTo>
                  <a:pt x="2362170" y="590520"/>
                </a:lnTo>
                <a:lnTo>
                  <a:pt x="2514600" y="619140"/>
                </a:lnTo>
                <a:lnTo>
                  <a:pt x="2657521" y="657271"/>
                </a:lnTo>
                <a:lnTo>
                  <a:pt x="2800350" y="685800"/>
                </a:lnTo>
                <a:lnTo>
                  <a:pt x="2952780" y="704820"/>
                </a:lnTo>
                <a:lnTo>
                  <a:pt x="3095610" y="723930"/>
                </a:lnTo>
                <a:lnTo>
                  <a:pt x="3248040" y="752460"/>
                </a:lnTo>
                <a:lnTo>
                  <a:pt x="3390870" y="761970"/>
                </a:lnTo>
                <a:lnTo>
                  <a:pt x="3543300" y="781080"/>
                </a:lnTo>
              </a:path>
            </a:pathLst>
          </a:custGeom>
          <a:noFill/>
          <a:ln w="23813">
            <a:solidFill>
              <a:srgbClr val="7E611B"/>
            </a:solidFill>
            <a:prstDash val="solid"/>
          </a:ln>
        </p:spPr>
      </p:sp>
      <p:sp>
        <p:nvSpPr>
          <p:cNvPr id="12" name="Text 10"/>
          <p:cNvSpPr/>
          <p:nvPr/>
        </p:nvSpPr>
        <p:spPr>
          <a:xfrm>
            <a:off x="914400" y="457200"/>
            <a:ext cx="171450" cy="304770"/>
          </a:xfrm>
          <a:prstGeom prst="rect">
            <a:avLst/>
          </a:prstGeom>
          <a:noFill/>
          <a:ln>
            <a:noFill/>
          </a:ln>
        </p:spPr>
        <p:txBody>
          <a:bodyPr wrap="none" lIns="0" tIns="0" rIns="0" bIns="0" rtlCol="0" anchor="t"/>
          <a:lstStyle/>
          <a:p>
            <a:pPr algn="l" indent="0" marL="0">
              <a:lnSpc>
                <a:spcPct val="154000"/>
              </a:lnSpc>
              <a:buNone/>
            </a:pPr>
            <a:r>
              <a:rPr lang="en-US" sz="975" b="1" spc="156" kern="0" dirty="0">
                <a:solidFill>
                  <a:srgbClr val="7E611B"/>
                </a:solidFill>
                <a:latin typeface="Consolas" pitchFamily="34" charset="0"/>
                <a:ea typeface="Noto Sans JP" pitchFamily="34" charset="-122"/>
                <a:cs typeface="Consolas" pitchFamily="34" charset="-120"/>
              </a:rPr>
              <a:t>A1</a:t>
            </a:r>
            <a:endParaRPr lang="en-US" sz="975" b="1" spc="156" kern="0" dirty="0">
              <a:solidFill>
                <a:srgbClr val="7E611B"/>
              </a:solidFill>
              <a:latin typeface="Consolas" pitchFamily="34" charset="0"/>
              <a:ea typeface="Noto Sans JP" pitchFamily="34" charset="-122"/>
              <a:cs typeface="Consolas" pitchFamily="34" charset="-120"/>
            </a:endParaRPr>
          </a:p>
        </p:txBody>
      </p:sp>
      <p:sp>
        <p:nvSpPr>
          <p:cNvPr id="13" name="Text 11"/>
          <p:cNvSpPr/>
          <p:nvPr/>
        </p:nvSpPr>
        <p:spPr>
          <a:xfrm>
            <a:off x="1238280" y="438180"/>
            <a:ext cx="1790670" cy="314371"/>
          </a:xfrm>
          <a:prstGeom prst="rect">
            <a:avLst/>
          </a:prstGeom>
          <a:noFill/>
          <a:ln>
            <a:noFill/>
          </a:ln>
        </p:spPr>
        <p:txBody>
          <a:bodyPr wrap="none" lIns="0" tIns="0" rIns="0" bIns="0" rtlCol="0" anchor="t"/>
          <a:lstStyle/>
          <a:p>
            <a:pPr algn="l" indent="0" marL="0">
              <a:lnSpc>
                <a:spcPct val="150000"/>
              </a:lnSpc>
              <a:buNone/>
            </a:pPr>
            <a:r>
              <a:rPr lang="ja-JP" altLang="en-US" sz="1050" spc="126" kern="0" dirty="0">
                <a:solidFill>
                  <a:srgbClr val="33312A"/>
                </a:solidFill>
                <a:latin typeface="Noto Sans JP" pitchFamily="34" charset="0"/>
                <a:ea typeface="Noto Sans JP" pitchFamily="34" charset="-122"/>
                <a:cs typeface="Noto Sans JP" pitchFamily="34" charset="-120"/>
              </a:rPr>
              <a:t>附録｜パッチとの切り分け</a:t>
            </a:r>
            <a:endParaRPr lang="ja-JP" altLang="en-US" sz="1050" spc="126" kern="0" dirty="0">
              <a:solidFill>
                <a:srgbClr val="33312A"/>
              </a:solidFill>
              <a:latin typeface="Noto Sans JP" pitchFamily="34" charset="0"/>
              <a:ea typeface="Noto Sans JP" pitchFamily="34" charset="-122"/>
              <a:cs typeface="Noto Sans JP" pitchFamily="34" charset="-120"/>
            </a:endParaRPr>
          </a:p>
        </p:txBody>
      </p:sp>
      <p:sp>
        <p:nvSpPr>
          <p:cNvPr id="14" name="Text 12"/>
          <p:cNvSpPr/>
          <p:nvPr/>
        </p:nvSpPr>
        <p:spPr>
          <a:xfrm>
            <a:off x="9229771" y="457200"/>
            <a:ext cx="2047890" cy="304770"/>
          </a:xfrm>
          <a:prstGeom prst="rect">
            <a:avLst/>
          </a:prstGeom>
          <a:noFill/>
          <a:ln>
            <a:noFill/>
          </a:ln>
        </p:spPr>
        <p:txBody>
          <a:bodyPr wrap="none" lIns="0" tIns="0" rIns="0" bIns="0" rtlCol="0" anchor="t"/>
          <a:lstStyle/>
          <a:p>
            <a:pPr algn="l" indent="0" marL="0">
              <a:lnSpc>
                <a:spcPct val="154000"/>
              </a:lnSpc>
              <a:buNone/>
            </a:pPr>
            <a:r>
              <a:rPr lang="en-US" sz="975" spc="137" kern="0" dirty="0">
                <a:solidFill>
                  <a:srgbClr val="6E6B60"/>
                </a:solidFill>
                <a:latin typeface="Consolas" pitchFamily="34" charset="0"/>
                <a:ea typeface="Noto Sans JP" pitchFamily="34" charset="-122"/>
                <a:cs typeface="Consolas" pitchFamily="34" charset="-120"/>
              </a:rPr>
              <a:t>PATCH 1.5 vs EDGERUNNERS</a:t>
            </a:r>
            <a:endParaRPr lang="en-US" sz="975" spc="137" kern="0" dirty="0">
              <a:solidFill>
                <a:srgbClr val="6E6B60"/>
              </a:solidFill>
              <a:latin typeface="Consolas" pitchFamily="34" charset="0"/>
              <a:ea typeface="Noto Sans JP" pitchFamily="34" charset="-122"/>
              <a:cs typeface="Consolas" pitchFamily="34" charset="-120"/>
            </a:endParaRPr>
          </a:p>
        </p:txBody>
      </p:sp>
      <p:sp>
        <p:nvSpPr>
          <p:cNvPr id="15" name="Shape 13"/>
          <p:cNvSpPr/>
          <p:nvPr/>
        </p:nvSpPr>
        <p:spPr>
          <a:xfrm>
            <a:off x="914400" y="800100"/>
            <a:ext cx="10363170" cy="9510"/>
          </a:xfrm>
          <a:prstGeom prst="rect">
            <a:avLst/>
          </a:prstGeom>
          <a:solidFill>
            <a:srgbClr val="C9C4B8"/>
          </a:solidFill>
          <a:ln>
            <a:noFill/>
          </a:ln>
        </p:spPr>
      </p:sp>
      <p:sp>
        <p:nvSpPr>
          <p:cNvPr id="16" name="Text 14"/>
          <p:cNvSpPr/>
          <p:nvPr/>
        </p:nvSpPr>
        <p:spPr>
          <a:xfrm>
            <a:off x="914400" y="3162270"/>
            <a:ext cx="1352580" cy="633405"/>
          </a:xfrm>
          <a:prstGeom prst="rect">
            <a:avLst/>
          </a:prstGeom>
          <a:noFill/>
          <a:ln>
            <a:noFill/>
          </a:ln>
        </p:spPr>
        <p:txBody>
          <a:bodyPr wrap="square" lIns="0" tIns="0" rIns="0" bIns="0" rtlCol="0" anchor="t"/>
          <a:lstStyle/>
          <a:p>
            <a:pPr algn="l" indent="0" marL="0">
              <a:lnSpc>
                <a:spcPct val="153000"/>
              </a:lnSpc>
              <a:buNone/>
            </a:pPr>
            <a:r>
              <a:rPr lang="ja-JP" altLang="en-US" sz="1425" dirty="0">
                <a:solidFill>
                  <a:srgbClr val="33312A"/>
                </a:solidFill>
                <a:latin typeface="Noto Sans JP Medium" pitchFamily="34" charset="0"/>
                <a:ea typeface="Noto Sans JP Medium" pitchFamily="34" charset="-122"/>
                <a:cs typeface="Noto Sans JP Medium" pitchFamily="34" charset="-120"/>
              </a:rPr>
              <a:t>結果</a:t>
            </a:r>
            <a:endParaRPr lang="ja-JP" altLang="en-US" sz="1425" dirty="0">
              <a:solidFill>
                <a:srgbClr val="33312A"/>
              </a:solidFill>
              <a:latin typeface="Noto Sans JP Medium" pitchFamily="34" charset="0"/>
              <a:ea typeface="Noto Sans JP Medium" pitchFamily="34" charset="-122"/>
              <a:cs typeface="Noto Sans JP Medium" pitchFamily="34" charset="-120"/>
            </a:endParaRPr>
          </a:p>
          <a:p>
            <a:pPr algn="l" indent="0" marL="0">
              <a:lnSpc>
                <a:spcPct val="153000"/>
              </a:lnSpc>
              <a:spcBef>
                <a:spcPts val="375"/>
              </a:spcBef>
              <a:buNone/>
            </a:pPr>
            <a:r>
              <a:rPr lang="ja-JP" altLang="en-US" sz="1050" dirty="0">
                <a:solidFill>
                  <a:srgbClr val="6E6B60"/>
                </a:solidFill>
                <a:latin typeface="Noto Sans JP" pitchFamily="34" charset="0"/>
                <a:ea typeface="Noto Sans JP" pitchFamily="34" charset="-122"/>
                <a:cs typeface="Noto Sans JP" pitchFamily="34" charset="-120"/>
              </a:rPr>
              <a:t>同時接続数</a:t>
            </a:r>
            <a:endParaRPr lang="ja-JP" altLang="en-US" sz="1050" dirty="0">
              <a:solidFill>
                <a:srgbClr val="6E6B60"/>
              </a:solidFill>
              <a:latin typeface="Noto Sans JP" pitchFamily="34" charset="0"/>
              <a:ea typeface="Noto Sans JP" pitchFamily="34" charset="-122"/>
              <a:cs typeface="Noto Sans JP" pitchFamily="34" charset="-120"/>
            </a:endParaRPr>
          </a:p>
        </p:txBody>
      </p:sp>
      <p:sp>
        <p:nvSpPr>
          <p:cNvPr id="17" name="Text 15"/>
          <p:cNvSpPr/>
          <p:nvPr/>
        </p:nvSpPr>
        <p:spPr>
          <a:xfrm>
            <a:off x="990570" y="1524030"/>
            <a:ext cx="2628900" cy="676290"/>
          </a:xfrm>
          <a:prstGeom prst="rect">
            <a:avLst/>
          </a:prstGeom>
          <a:noFill/>
          <a:ln>
            <a:noFill/>
          </a:ln>
        </p:spPr>
        <p:txBody>
          <a:bodyPr wrap="square" lIns="0" tIns="0" rIns="0" bIns="0" rtlCol="0" anchor="t"/>
          <a:lstStyle/>
          <a:p>
            <a:pPr algn="r" indent="0" marL="0">
              <a:lnSpc>
                <a:spcPct val="158000"/>
              </a:lnSpc>
              <a:buNone/>
            </a:pPr>
            <a:r>
              <a:rPr lang="ja-JP" altLang="en-US" sz="1425" spc="43" kern="0" dirty="0">
                <a:solidFill>
                  <a:srgbClr val="1B1A16"/>
                </a:solidFill>
                <a:latin typeface="Noto Sans JP Medium" pitchFamily="34" charset="0"/>
                <a:ea typeface="Noto Sans JP Medium" pitchFamily="34" charset="-122"/>
                <a:cs typeface="Noto Sans JP Medium" pitchFamily="34" charset="-120"/>
              </a:rPr>
              <a:t>次世代機対応パッチ</a:t>
            </a:r>
            <a:endParaRPr lang="ja-JP" altLang="en-US" sz="1425" spc="43" kern="0" dirty="0">
              <a:solidFill>
                <a:srgbClr val="1B1A16"/>
              </a:solidFill>
              <a:latin typeface="Noto Sans JP Medium" pitchFamily="34" charset="0"/>
              <a:ea typeface="Noto Sans JP Medium" pitchFamily="34" charset="-122"/>
              <a:cs typeface="Noto Sans JP Medium" pitchFamily="34" charset="-120"/>
            </a:endParaRPr>
          </a:p>
          <a:p>
            <a:pPr algn="r" indent="0" marL="0">
              <a:lnSpc>
                <a:spcPct val="158000"/>
              </a:lnSpc>
              <a:buNone/>
            </a:pPr>
            <a:r>
              <a:rPr lang="ja-JP" altLang="en-US" sz="1050" spc="32" kern="0" dirty="0">
                <a:solidFill>
                  <a:srgbClr val="6E6B60"/>
                </a:solidFill>
                <a:latin typeface="Consolas" pitchFamily="34" charset="0"/>
                <a:ea typeface="Noto Sans JP" pitchFamily="34" charset="-122"/>
                <a:cs typeface="Consolas" pitchFamily="34" charset="-120"/>
              </a:rPr>
              <a:t>PATCH 1.5 ｜ NEXT-GEN UPDATE</a:t>
            </a:r>
            <a:endParaRPr lang="ja-JP" altLang="en-US" sz="1050" spc="32" kern="0" dirty="0">
              <a:solidFill>
                <a:srgbClr val="6E6B60"/>
              </a:solidFill>
              <a:latin typeface="Consolas" pitchFamily="34" charset="0"/>
              <a:ea typeface="Noto Sans JP" pitchFamily="34" charset="-122"/>
              <a:cs typeface="Consolas" pitchFamily="34" charset="-120"/>
            </a:endParaRPr>
          </a:p>
        </p:txBody>
      </p:sp>
      <p:sp>
        <p:nvSpPr>
          <p:cNvPr id="18" name="Text 16"/>
          <p:cNvSpPr/>
          <p:nvPr/>
        </p:nvSpPr>
        <p:spPr>
          <a:xfrm>
            <a:off x="1104870" y="2133570"/>
            <a:ext cx="2514600" cy="333390"/>
          </a:xfrm>
          <a:prstGeom prst="rect">
            <a:avLst/>
          </a:prstGeom>
          <a:noFill/>
          <a:ln>
            <a:noFill/>
          </a:ln>
        </p:spPr>
        <p:txBody>
          <a:bodyPr wrap="none" lIns="0" tIns="0" rIns="0" bIns="0" rtlCol="0" anchor="t"/>
          <a:lstStyle/>
          <a:p>
            <a:pPr algn="r" indent="0" marL="0">
              <a:lnSpc>
                <a:spcPct val="153000"/>
              </a:lnSpc>
              <a:buNone/>
            </a:pPr>
            <a:r>
              <a:rPr lang="en-US" sz="1125" b="1" spc="90" kern="0" dirty="0">
                <a:solidFill>
                  <a:srgbClr val="4A5D3A"/>
                </a:solidFill>
                <a:latin typeface="Consolas" pitchFamily="34" charset="0"/>
                <a:ea typeface="Noto Sans JP" pitchFamily="34" charset="-122"/>
                <a:cs typeface="Consolas" pitchFamily="34" charset="-120"/>
              </a:rPr>
              <a:t>2022.02</a:t>
            </a:r>
            <a:endParaRPr lang="en-US" sz="1125" b="1" spc="90" kern="0" dirty="0">
              <a:solidFill>
                <a:srgbClr val="4A5D3A"/>
              </a:solidFill>
              <a:latin typeface="Consolas" pitchFamily="34" charset="0"/>
              <a:ea typeface="Noto Sans JP" pitchFamily="34" charset="-122"/>
              <a:cs typeface="Consolas" pitchFamily="34" charset="-120"/>
            </a:endParaRPr>
          </a:p>
        </p:txBody>
      </p:sp>
      <p:sp>
        <p:nvSpPr>
          <p:cNvPr id="19" name="Text 17"/>
          <p:cNvSpPr/>
          <p:nvPr/>
        </p:nvSpPr>
        <p:spPr>
          <a:xfrm>
            <a:off x="7791420" y="1447770"/>
            <a:ext cx="3486150" cy="676290"/>
          </a:xfrm>
          <a:prstGeom prst="rect">
            <a:avLst/>
          </a:prstGeom>
          <a:noFill/>
          <a:ln>
            <a:noFill/>
          </a:ln>
        </p:spPr>
        <p:txBody>
          <a:bodyPr wrap="square" lIns="0" tIns="0" rIns="0" bIns="0" rtlCol="0" anchor="t"/>
          <a:lstStyle/>
          <a:p>
            <a:pPr algn="l" indent="0" marL="0">
              <a:lnSpc>
                <a:spcPct val="158000"/>
              </a:lnSpc>
              <a:buNone/>
            </a:pPr>
            <a:r>
              <a:rPr lang="ja-JP" altLang="en-US" sz="1425" spc="43" kern="0" dirty="0">
                <a:solidFill>
                  <a:srgbClr val="1B1A16"/>
                </a:solidFill>
                <a:latin typeface="Noto Sans JP Medium" pitchFamily="34" charset="0"/>
                <a:ea typeface="Noto Sans JP Medium" pitchFamily="34" charset="-122"/>
                <a:cs typeface="Noto Sans JP Medium" pitchFamily="34" charset="-120"/>
              </a:rPr>
              <a:t>サイバーパンク エッジランナーズ</a:t>
            </a:r>
            <a:endParaRPr lang="ja-JP" altLang="en-US" sz="1425" spc="43" kern="0" dirty="0">
              <a:solidFill>
                <a:srgbClr val="1B1A16"/>
              </a:solidFill>
              <a:latin typeface="Noto Sans JP Medium" pitchFamily="34" charset="0"/>
              <a:ea typeface="Noto Sans JP Medium" pitchFamily="34" charset="-122"/>
              <a:cs typeface="Noto Sans JP Medium" pitchFamily="34" charset="-120"/>
            </a:endParaRPr>
          </a:p>
          <a:p>
            <a:pPr algn="l" indent="0" marL="0">
              <a:lnSpc>
                <a:spcPct val="158000"/>
              </a:lnSpc>
              <a:buNone/>
            </a:pPr>
            <a:r>
              <a:rPr lang="en-US" sz="1050" spc="32" kern="0" dirty="0">
                <a:solidFill>
                  <a:srgbClr val="6E6B60"/>
                </a:solidFill>
                <a:latin typeface="Consolas" pitchFamily="34" charset="0"/>
                <a:ea typeface="Noto Sans JP" pitchFamily="34" charset="-122"/>
                <a:cs typeface="Consolas" pitchFamily="34" charset="-120"/>
              </a:rPr>
              <a:t>CYBERPUNK: EDGERUNNERS</a:t>
            </a:r>
            <a:endParaRPr lang="en-US" sz="1050" spc="32" kern="0" dirty="0">
              <a:solidFill>
                <a:srgbClr val="6E6B60"/>
              </a:solidFill>
              <a:latin typeface="Consolas" pitchFamily="34" charset="0"/>
              <a:ea typeface="Noto Sans JP" pitchFamily="34" charset="-122"/>
              <a:cs typeface="Consolas" pitchFamily="34" charset="-120"/>
            </a:endParaRPr>
          </a:p>
        </p:txBody>
      </p:sp>
      <p:sp>
        <p:nvSpPr>
          <p:cNvPr id="20" name="Text 18"/>
          <p:cNvSpPr/>
          <p:nvPr/>
        </p:nvSpPr>
        <p:spPr>
          <a:xfrm>
            <a:off x="7791420" y="2057400"/>
            <a:ext cx="628650" cy="333390"/>
          </a:xfrm>
          <a:prstGeom prst="rect">
            <a:avLst/>
          </a:prstGeom>
          <a:noFill/>
          <a:ln>
            <a:noFill/>
          </a:ln>
        </p:spPr>
        <p:txBody>
          <a:bodyPr wrap="none" lIns="0" tIns="0" rIns="0" bIns="0" rtlCol="0" anchor="t"/>
          <a:lstStyle/>
          <a:p>
            <a:pPr algn="l" indent="0" marL="0">
              <a:lnSpc>
                <a:spcPct val="153000"/>
              </a:lnSpc>
              <a:buNone/>
            </a:pPr>
            <a:r>
              <a:rPr lang="en-US" sz="1125" b="1" spc="90" kern="0" dirty="0">
                <a:solidFill>
                  <a:srgbClr val="4A5D3A"/>
                </a:solidFill>
                <a:latin typeface="Consolas" pitchFamily="34" charset="0"/>
                <a:ea typeface="Noto Sans JP" pitchFamily="34" charset="-122"/>
                <a:cs typeface="Consolas" pitchFamily="34" charset="-120"/>
              </a:rPr>
              <a:t>2022.09</a:t>
            </a:r>
            <a:endParaRPr lang="en-US" sz="1125" b="1" spc="90" kern="0" dirty="0">
              <a:solidFill>
                <a:srgbClr val="4A5D3A"/>
              </a:solidFill>
              <a:latin typeface="Consolas" pitchFamily="34" charset="0"/>
              <a:ea typeface="Noto Sans JP" pitchFamily="34" charset="-122"/>
              <a:cs typeface="Consolas" pitchFamily="34" charset="-120"/>
            </a:endParaRPr>
          </a:p>
        </p:txBody>
      </p:sp>
      <p:sp>
        <p:nvSpPr>
          <p:cNvPr id="21" name="Text 19"/>
          <p:cNvSpPr/>
          <p:nvPr/>
        </p:nvSpPr>
        <p:spPr>
          <a:xfrm>
            <a:off x="2552730" y="3810030"/>
            <a:ext cx="381030" cy="333390"/>
          </a:xfrm>
          <a:prstGeom prst="rect">
            <a:avLst/>
          </a:prstGeom>
          <a:noFill/>
          <a:ln>
            <a:noFill/>
          </a:ln>
        </p:spPr>
        <p:txBody>
          <a:bodyPr wrap="none" lIns="0" tIns="0" rIns="0" bIns="0" rtlCol="0" anchor="t"/>
          <a:lstStyle/>
          <a:p>
            <a:pPr algn="l" indent="0" marL="0">
              <a:lnSpc>
                <a:spcPct val="153000"/>
              </a:lnSpc>
              <a:buNone/>
            </a:pPr>
            <a:r>
              <a:rPr lang="en-US" sz="1125" spc="135" kern="0" dirty="0">
                <a:solidFill>
                  <a:srgbClr val="6E6B60"/>
                </a:solidFill>
                <a:latin typeface="Consolas" pitchFamily="34" charset="0"/>
                <a:ea typeface="Noto Sans JP" pitchFamily="34" charset="-122"/>
                <a:cs typeface="Consolas" pitchFamily="34" charset="-120"/>
              </a:rPr>
              <a:t>2022</a:t>
            </a:r>
            <a:endParaRPr lang="en-US" sz="1125" spc="135" kern="0" dirty="0">
              <a:solidFill>
                <a:srgbClr val="6E6B60"/>
              </a:solidFill>
              <a:latin typeface="Consolas" pitchFamily="34" charset="0"/>
              <a:ea typeface="Noto Sans JP" pitchFamily="34" charset="-122"/>
              <a:cs typeface="Consolas" pitchFamily="34" charset="-120"/>
            </a:endParaRPr>
          </a:p>
        </p:txBody>
      </p:sp>
      <p:sp>
        <p:nvSpPr>
          <p:cNvPr id="22" name="Text 20"/>
          <p:cNvSpPr/>
          <p:nvPr/>
        </p:nvSpPr>
        <p:spPr>
          <a:xfrm>
            <a:off x="914400" y="4448190"/>
            <a:ext cx="581010" cy="304770"/>
          </a:xfrm>
          <a:prstGeom prst="rect">
            <a:avLst/>
          </a:prstGeom>
          <a:noFill/>
          <a:ln>
            <a:noFill/>
          </a:ln>
        </p:spPr>
        <p:txBody>
          <a:bodyPr wrap="none" lIns="0" tIns="0" rIns="0" bIns="0" rtlCol="0" anchor="t"/>
          <a:lstStyle/>
          <a:p>
            <a:pPr algn="l" indent="0" marL="0">
              <a:lnSpc>
                <a:spcPct val="154000"/>
              </a:lnSpc>
              <a:buNone/>
            </a:pPr>
            <a:r>
              <a:rPr lang="ja-JP" altLang="en-US" sz="975" spc="156" kern="0" dirty="0">
                <a:solidFill>
                  <a:srgbClr val="33312A"/>
                </a:solidFill>
                <a:latin typeface="Consolas" pitchFamily="34" charset="0"/>
                <a:ea typeface="Noto Sans JP" pitchFamily="34" charset="-122"/>
                <a:cs typeface="Consolas" pitchFamily="34" charset="-120"/>
              </a:rPr>
              <a:t>図 A1–1</a:t>
            </a:r>
            <a:endParaRPr lang="ja-JP" altLang="en-US" sz="975" spc="156" kern="0" dirty="0">
              <a:solidFill>
                <a:srgbClr val="33312A"/>
              </a:solidFill>
              <a:latin typeface="Consolas" pitchFamily="34" charset="0"/>
              <a:ea typeface="Noto Sans JP" pitchFamily="34" charset="-122"/>
              <a:cs typeface="Consolas" pitchFamily="34" charset="-120"/>
            </a:endParaRPr>
          </a:p>
        </p:txBody>
      </p:sp>
      <p:sp>
        <p:nvSpPr>
          <p:cNvPr id="23" name="Text 21"/>
          <p:cNvSpPr/>
          <p:nvPr/>
        </p:nvSpPr>
        <p:spPr>
          <a:xfrm>
            <a:off x="1668963" y="4400550"/>
            <a:ext cx="6987479" cy="356159"/>
          </a:xfrm>
          <a:prstGeom prst="rect">
            <a:avLst/>
          </a:prstGeom>
          <a:noFill/>
          <a:ln>
            <a:noFill/>
          </a:ln>
        </p:spPr>
        <p:txBody>
          <a:bodyPr wrap="none" lIns="0" tIns="0" rIns="0" bIns="0" rtlCol="0" anchor="t"/>
          <a:lstStyle/>
          <a:p>
            <a:pPr algn="l" indent="0" marL="0">
              <a:lnSpc>
                <a:spcPct val="179000"/>
              </a:lnSpc>
              <a:buNone/>
            </a:pPr>
            <a:r>
              <a:rPr lang="ja-JP" altLang="en-US" sz="1050" spc="21" kern="0" dirty="0">
                <a:solidFill>
                  <a:srgbClr val="5C5A50"/>
                </a:solidFill>
                <a:latin typeface="Noto Sans JP" pitchFamily="34" charset="0"/>
                <a:ea typeface="Noto Sans JP" pitchFamily="34" charset="-122"/>
                <a:cs typeface="Noto Sans JP" pitchFamily="34" charset="-120"/>
              </a:rPr>
              <a:t>模式図。目盛りなし。二つの山の形の違いだけを示す。</a:t>
            </a:r>
            <a:r>
              <a:rPr lang="ja-JP" altLang="en-US" sz="1176" spc="24" kern="0" dirty="0">
                <a:solidFill>
                  <a:srgbClr val="6E6B60"/>
                </a:solidFill>
                <a:latin typeface="Consolas" pitchFamily="34" charset="0"/>
                <a:ea typeface="Noto Sans JP" pitchFamily="34" charset="-122"/>
                <a:cs typeface="Consolas" pitchFamily="34" charset="-120"/>
              </a:rPr>
              <a:t>　</a:t>
            </a:r>
            <a:r>
              <a:rPr lang="ja-JP" altLang="en-US" sz="975" spc="20" kern="0" dirty="0">
                <a:solidFill>
                  <a:srgbClr val="6E6B60"/>
                </a:solidFill>
                <a:latin typeface="Consolas" pitchFamily="34" charset="0"/>
                <a:ea typeface="Noto Sans JP" pitchFamily="34" charset="-122"/>
                <a:cs typeface="Consolas" pitchFamily="34" charset="-120"/>
              </a:rPr>
              <a:t>パッチ1.5 = 2022.02.15 ／ アニメ = 2022.09.13</a:t>
            </a:r>
            <a:endParaRPr lang="ja-JP" altLang="en-US" sz="975" spc="20" kern="0" dirty="0">
              <a:solidFill>
                <a:srgbClr val="6E6B60"/>
              </a:solidFill>
              <a:latin typeface="Consolas" pitchFamily="34" charset="0"/>
              <a:ea typeface="Noto Sans JP" pitchFamily="34" charset="-122"/>
              <a:cs typeface="Consolas" pitchFamily="34" charset="-120"/>
            </a:endParaRPr>
          </a:p>
        </p:txBody>
      </p:sp>
      <p:sp>
        <p:nvSpPr>
          <p:cNvPr id="24" name="Shape 22"/>
          <p:cNvSpPr/>
          <p:nvPr/>
        </p:nvSpPr>
        <p:spPr>
          <a:xfrm>
            <a:off x="914400" y="4857750"/>
            <a:ext cx="10363170" cy="9510"/>
          </a:xfrm>
          <a:prstGeom prst="rect">
            <a:avLst/>
          </a:prstGeom>
          <a:solidFill>
            <a:srgbClr val="C9C4B8"/>
          </a:solidFill>
          <a:ln>
            <a:noFill/>
          </a:ln>
        </p:spPr>
      </p:sp>
      <p:sp>
        <p:nvSpPr>
          <p:cNvPr id="25" name="Text 23"/>
          <p:cNvSpPr/>
          <p:nvPr/>
        </p:nvSpPr>
        <p:spPr>
          <a:xfrm>
            <a:off x="914400" y="5191140"/>
            <a:ext cx="819120" cy="333390"/>
          </a:xfrm>
          <a:prstGeom prst="rect">
            <a:avLst/>
          </a:prstGeom>
          <a:noFill/>
          <a:ln>
            <a:noFill/>
          </a:ln>
        </p:spPr>
        <p:txBody>
          <a:bodyPr wrap="none" lIns="0" tIns="0" rIns="0" bIns="0" rtlCol="0" anchor="t"/>
          <a:lstStyle/>
          <a:p>
            <a:pPr algn="l" indent="0" marL="0">
              <a:lnSpc>
                <a:spcPct val="147000"/>
              </a:lnSpc>
              <a:buNone/>
            </a:pPr>
            <a:r>
              <a:rPr lang="ja-JP" altLang="en-US" sz="1050" spc="147" kern="0" dirty="0">
                <a:solidFill>
                  <a:srgbClr val="5C5A50"/>
                </a:solidFill>
                <a:latin typeface="Noto Sans JP" pitchFamily="34" charset="0"/>
                <a:ea typeface="Noto Sans JP" pitchFamily="34" charset="-122"/>
                <a:cs typeface="Noto Sans JP" pitchFamily="34" charset="-120"/>
              </a:rPr>
              <a:t>観測 </a:t>
            </a:r>
            <a:r>
              <a:rPr lang="ja-JP" altLang="en-US" sz="1125" spc="158" kern="0" dirty="0">
                <a:solidFill>
                  <a:srgbClr val="5C5A50"/>
                </a:solidFill>
                <a:latin typeface="Noto Sans JP Medium" pitchFamily="34" charset="0"/>
                <a:ea typeface="Noto Sans JP Medium" pitchFamily="34" charset="-122"/>
                <a:cs typeface="Noto Sans JP Medium" pitchFamily="34" charset="-120"/>
              </a:rPr>
              <a:t>1</a:t>
            </a:r>
            <a:endParaRPr lang="ja-JP" altLang="en-US" sz="1125" spc="158" kern="0" dirty="0">
              <a:solidFill>
                <a:srgbClr val="5C5A50"/>
              </a:solidFill>
              <a:latin typeface="Noto Sans JP Medium" pitchFamily="34" charset="0"/>
              <a:ea typeface="Noto Sans JP Medium" pitchFamily="34" charset="-122"/>
              <a:cs typeface="Noto Sans JP Medium" pitchFamily="34" charset="-120"/>
            </a:endParaRPr>
          </a:p>
        </p:txBody>
      </p:sp>
      <p:sp>
        <p:nvSpPr>
          <p:cNvPr id="26" name="Text 24"/>
          <p:cNvSpPr/>
          <p:nvPr/>
        </p:nvSpPr>
        <p:spPr>
          <a:xfrm>
            <a:off x="1924080" y="5133990"/>
            <a:ext cx="4248120" cy="409560"/>
          </a:xfrm>
          <a:prstGeom prst="rect">
            <a:avLst/>
          </a:prstGeom>
          <a:noFill/>
          <a:ln>
            <a:noFill/>
          </a:ln>
        </p:spPr>
        <p:txBody>
          <a:bodyPr wrap="none" lIns="0" tIns="0" rIns="0" bIns="0" rtlCol="0" anchor="t"/>
          <a:lstStyle/>
          <a:p>
            <a:pPr algn="l" indent="0" marL="0">
              <a:lnSpc>
                <a:spcPct val="163000"/>
              </a:lnSpc>
              <a:buNone/>
            </a:pPr>
            <a:r>
              <a:rPr lang="ja-JP" altLang="en-US" sz="1425" spc="29" kern="0" dirty="0">
                <a:solidFill>
                  <a:srgbClr val="33312A"/>
                </a:solidFill>
                <a:latin typeface="Noto Sans JP" pitchFamily="34" charset="0"/>
                <a:ea typeface="Noto Sans JP" pitchFamily="34" charset="-122"/>
                <a:cs typeface="Noto Sans JP" pitchFamily="34" charset="-120"/>
              </a:rPr>
              <a:t>パッチでも山は出た。ただし</a:t>
            </a:r>
            <a:r>
              <a:rPr lang="ja-JP" altLang="en-US" sz="1425" b="1" spc="29" kern="0" dirty="0">
                <a:solidFill>
                  <a:srgbClr val="1B1A16"/>
                </a:solidFill>
                <a:latin typeface="Noto Sans JP" pitchFamily="34" charset="0"/>
                <a:ea typeface="Noto Sans JP" pitchFamily="34" charset="-122"/>
                <a:cs typeface="Noto Sans JP" pitchFamily="34" charset="-120"/>
              </a:rPr>
              <a:t>小さく、速く戻った</a:t>
            </a:r>
            <a:r>
              <a:rPr lang="ja-JP" altLang="en-US" sz="1425" spc="29" kern="0" dirty="0">
                <a:solidFill>
                  <a:srgbClr val="33312A"/>
                </a:solidFill>
                <a:latin typeface="Noto Sans JP" pitchFamily="34" charset="0"/>
                <a:ea typeface="Noto Sans JP" pitchFamily="34" charset="-122"/>
                <a:cs typeface="Noto Sans JP" pitchFamily="34" charset="-120"/>
              </a:rPr>
              <a:t>。</a:t>
            </a:r>
            <a:endParaRPr lang="ja-JP" altLang="en-US" sz="1425" spc="29" kern="0" dirty="0">
              <a:solidFill>
                <a:srgbClr val="33312A"/>
              </a:solidFill>
              <a:latin typeface="Noto Sans JP" pitchFamily="34" charset="0"/>
              <a:ea typeface="Noto Sans JP" pitchFamily="34" charset="-122"/>
              <a:cs typeface="Noto Sans JP" pitchFamily="34" charset="-120"/>
            </a:endParaRPr>
          </a:p>
        </p:txBody>
      </p:sp>
      <p:sp>
        <p:nvSpPr>
          <p:cNvPr id="27" name="Shape 25"/>
          <p:cNvSpPr/>
          <p:nvPr/>
        </p:nvSpPr>
        <p:spPr>
          <a:xfrm>
            <a:off x="914400" y="5518221"/>
            <a:ext cx="5486400" cy="9510"/>
          </a:xfrm>
          <a:prstGeom prst="rect">
            <a:avLst/>
          </a:prstGeom>
          <a:solidFill>
            <a:srgbClr val="DFDBD0"/>
          </a:solidFill>
          <a:ln>
            <a:noFill/>
          </a:ln>
        </p:spPr>
      </p:sp>
      <p:sp>
        <p:nvSpPr>
          <p:cNvPr id="28" name="Text 26"/>
          <p:cNvSpPr/>
          <p:nvPr/>
        </p:nvSpPr>
        <p:spPr>
          <a:xfrm>
            <a:off x="914400" y="5676870"/>
            <a:ext cx="819120" cy="333390"/>
          </a:xfrm>
          <a:prstGeom prst="rect">
            <a:avLst/>
          </a:prstGeom>
          <a:noFill/>
          <a:ln>
            <a:noFill/>
          </a:ln>
        </p:spPr>
        <p:txBody>
          <a:bodyPr wrap="none" lIns="0" tIns="0" rIns="0" bIns="0" rtlCol="0" anchor="t"/>
          <a:lstStyle/>
          <a:p>
            <a:pPr algn="l" indent="0" marL="0">
              <a:lnSpc>
                <a:spcPct val="147000"/>
              </a:lnSpc>
              <a:buNone/>
            </a:pPr>
            <a:r>
              <a:rPr lang="ja-JP" altLang="en-US" sz="1050" spc="147" kern="0" dirty="0">
                <a:solidFill>
                  <a:srgbClr val="5C5A50"/>
                </a:solidFill>
                <a:latin typeface="Noto Sans JP" pitchFamily="34" charset="0"/>
                <a:ea typeface="Noto Sans JP" pitchFamily="34" charset="-122"/>
                <a:cs typeface="Noto Sans JP" pitchFamily="34" charset="-120"/>
              </a:rPr>
              <a:t>観測 </a:t>
            </a:r>
            <a:r>
              <a:rPr lang="ja-JP" altLang="en-US" sz="1125" spc="158" kern="0" dirty="0">
                <a:solidFill>
                  <a:srgbClr val="5C5A50"/>
                </a:solidFill>
                <a:latin typeface="Noto Sans JP Medium" pitchFamily="34" charset="0"/>
                <a:ea typeface="Noto Sans JP Medium" pitchFamily="34" charset="-122"/>
                <a:cs typeface="Noto Sans JP Medium" pitchFamily="34" charset="-120"/>
              </a:rPr>
              <a:t>2</a:t>
            </a:r>
            <a:endParaRPr lang="ja-JP" altLang="en-US" sz="1125" spc="158" kern="0" dirty="0">
              <a:solidFill>
                <a:srgbClr val="5C5A50"/>
              </a:solidFill>
              <a:latin typeface="Noto Sans JP Medium" pitchFamily="34" charset="0"/>
              <a:ea typeface="Noto Sans JP Medium" pitchFamily="34" charset="-122"/>
              <a:cs typeface="Noto Sans JP Medium" pitchFamily="34" charset="-120"/>
            </a:endParaRPr>
          </a:p>
        </p:txBody>
      </p:sp>
      <p:sp>
        <p:nvSpPr>
          <p:cNvPr id="29" name="Text 27"/>
          <p:cNvSpPr/>
          <p:nvPr/>
        </p:nvSpPr>
        <p:spPr>
          <a:xfrm>
            <a:off x="1924080" y="5610210"/>
            <a:ext cx="3133740" cy="409560"/>
          </a:xfrm>
          <a:prstGeom prst="rect">
            <a:avLst/>
          </a:prstGeom>
          <a:noFill/>
          <a:ln>
            <a:noFill/>
          </a:ln>
        </p:spPr>
        <p:txBody>
          <a:bodyPr wrap="none" lIns="0" tIns="0" rIns="0" bIns="0" rtlCol="0" anchor="t"/>
          <a:lstStyle/>
          <a:p>
            <a:pPr algn="l" indent="0" marL="0">
              <a:lnSpc>
                <a:spcPct val="163000"/>
              </a:lnSpc>
              <a:buNone/>
            </a:pPr>
            <a:r>
              <a:rPr lang="ja-JP" altLang="en-US" sz="1425" spc="29" kern="0" dirty="0">
                <a:solidFill>
                  <a:srgbClr val="33312A"/>
                </a:solidFill>
                <a:latin typeface="Noto Sans JP" pitchFamily="34" charset="0"/>
                <a:ea typeface="Noto Sans JP" pitchFamily="34" charset="-122"/>
                <a:cs typeface="Noto Sans JP" pitchFamily="34" charset="-120"/>
              </a:rPr>
              <a:t>アニメの山は</a:t>
            </a:r>
            <a:r>
              <a:rPr lang="ja-JP" altLang="en-US" sz="1425" b="1" spc="29" kern="0" dirty="0">
                <a:solidFill>
                  <a:srgbClr val="1B1A16"/>
                </a:solidFill>
                <a:latin typeface="Noto Sans JP" pitchFamily="34" charset="0"/>
                <a:ea typeface="Noto Sans JP" pitchFamily="34" charset="-122"/>
                <a:cs typeface="Noto Sans JP" pitchFamily="34" charset="-120"/>
              </a:rPr>
              <a:t>より高く、長く続いた</a:t>
            </a:r>
            <a:r>
              <a:rPr lang="ja-JP" altLang="en-US" sz="1425" spc="29" kern="0" dirty="0">
                <a:solidFill>
                  <a:srgbClr val="33312A"/>
                </a:solidFill>
                <a:latin typeface="Noto Sans JP" pitchFamily="34" charset="0"/>
                <a:ea typeface="Noto Sans JP" pitchFamily="34" charset="-122"/>
                <a:cs typeface="Noto Sans JP" pitchFamily="34" charset="-120"/>
              </a:rPr>
              <a:t>。</a:t>
            </a:r>
            <a:endParaRPr lang="ja-JP" altLang="en-US" sz="1425" spc="29" kern="0" dirty="0">
              <a:solidFill>
                <a:srgbClr val="33312A"/>
              </a:solidFill>
              <a:latin typeface="Noto Sans JP" pitchFamily="34" charset="0"/>
              <a:ea typeface="Noto Sans JP" pitchFamily="34" charset="-122"/>
              <a:cs typeface="Noto Sans JP" pitchFamily="34" charset="-120"/>
            </a:endParaRPr>
          </a:p>
        </p:txBody>
      </p:sp>
      <p:sp>
        <p:nvSpPr>
          <p:cNvPr id="30" name="Shape 28"/>
          <p:cNvSpPr/>
          <p:nvPr/>
        </p:nvSpPr>
        <p:spPr>
          <a:xfrm>
            <a:off x="6667530" y="5048220"/>
            <a:ext cx="190470" cy="19020"/>
          </a:xfrm>
          <a:prstGeom prst="rect">
            <a:avLst/>
          </a:prstGeom>
          <a:solidFill>
            <a:srgbClr val="4A5D3A"/>
          </a:solidFill>
          <a:ln>
            <a:noFill/>
          </a:ln>
        </p:spPr>
      </p:sp>
      <p:sp>
        <p:nvSpPr>
          <p:cNvPr id="31" name="Text 29"/>
          <p:cNvSpPr/>
          <p:nvPr/>
        </p:nvSpPr>
        <p:spPr>
          <a:xfrm>
            <a:off x="6667530" y="5181630"/>
            <a:ext cx="4610130" cy="1390620"/>
          </a:xfrm>
          <a:prstGeom prst="rect">
            <a:avLst/>
          </a:prstGeom>
          <a:noFill/>
          <a:ln>
            <a:noFill/>
          </a:ln>
        </p:spPr>
        <p:txBody>
          <a:bodyPr wrap="square" lIns="0" tIns="0" rIns="0" bIns="0" rtlCol="0" anchor="t"/>
          <a:lstStyle/>
          <a:p>
            <a:pPr algn="l" indent="0" marL="0">
              <a:lnSpc>
                <a:spcPct val="157000"/>
              </a:lnSpc>
              <a:buNone/>
            </a:pPr>
            <a:r>
              <a:rPr lang="ja-JP" altLang="en-US" sz="1050" dirty="0">
                <a:solidFill>
                  <a:srgbClr val="4A5D3A"/>
                </a:solidFill>
                <a:latin typeface="Noto Sans JP" pitchFamily="34" charset="0"/>
                <a:ea typeface="Noto Sans JP" pitchFamily="34" charset="-122"/>
                <a:cs typeface="Noto Sans JP" pitchFamily="34" charset="-120"/>
              </a:rPr>
              <a:t>切り分け</a:t>
            </a:r>
            <a:endParaRPr lang="ja-JP" altLang="en-US" sz="1050" dirty="0">
              <a:solidFill>
                <a:srgbClr val="4A5D3A"/>
              </a:solidFill>
              <a:latin typeface="Noto Sans JP" pitchFamily="34" charset="0"/>
              <a:ea typeface="Noto Sans JP" pitchFamily="34" charset="-122"/>
              <a:cs typeface="Noto Sans JP" pitchFamily="34" charset="-120"/>
            </a:endParaRPr>
          </a:p>
          <a:p>
            <a:pPr algn="l" indent="0" marL="0">
              <a:lnSpc>
                <a:spcPct val="157000"/>
              </a:lnSpc>
              <a:spcBef>
                <a:spcPts val="1050"/>
              </a:spcBef>
              <a:buNone/>
            </a:pPr>
            <a:r>
              <a:rPr lang="ja-JP" altLang="en-US" sz="2250" dirty="0">
                <a:solidFill>
                  <a:srgbClr val="1B1A16"/>
                </a:solidFill>
                <a:latin typeface="Noto Sans JP Medium" pitchFamily="34" charset="0"/>
                <a:ea typeface="Noto Sans JP Medium" pitchFamily="34" charset="-122"/>
                <a:cs typeface="Noto Sans JP Medium" pitchFamily="34" charset="-120"/>
              </a:rPr>
              <a:t>技術的な改善は、</a:t>
            </a:r>
            <a:r>
              <a:rPr lang="ja-JP" altLang="en-US" sz="2250" b="1" dirty="0">
                <a:solidFill>
                  <a:srgbClr val="7E611B"/>
                </a:solidFill>
                <a:latin typeface="Noto Sans JP" pitchFamily="34" charset="0"/>
                <a:ea typeface="Noto Sans JP" pitchFamily="34" charset="-122"/>
                <a:cs typeface="Noto Sans JP" pitchFamily="34" charset="-120"/>
              </a:rPr>
              <a:t>回帰</a:t>
            </a:r>
            <a:r>
              <a:rPr lang="ja-JP" altLang="en-US" sz="2250" dirty="0">
                <a:solidFill>
                  <a:srgbClr val="1B1A16"/>
                </a:solidFill>
                <a:latin typeface="Noto Sans JP Medium" pitchFamily="34" charset="0"/>
                <a:ea typeface="Noto Sans JP Medium" pitchFamily="34" charset="-122"/>
                <a:cs typeface="Noto Sans JP Medium" pitchFamily="34" charset="-120"/>
              </a:rPr>
              <a:t>をつくる。</a:t>
            </a:r>
            <a:endParaRPr lang="ja-JP" altLang="en-US" sz="2250" dirty="0">
              <a:solidFill>
                <a:srgbClr val="1B1A16"/>
              </a:solidFill>
              <a:latin typeface="Noto Sans JP Medium" pitchFamily="34" charset="0"/>
              <a:ea typeface="Noto Sans JP Medium" pitchFamily="34" charset="-122"/>
              <a:cs typeface="Noto Sans JP Medium" pitchFamily="34" charset="-120"/>
            </a:endParaRPr>
          </a:p>
          <a:p>
            <a:pPr algn="l" indent="0" marL="0">
              <a:lnSpc>
                <a:spcPct val="157000"/>
              </a:lnSpc>
              <a:spcBef>
                <a:spcPts val="450"/>
              </a:spcBef>
              <a:buNone/>
            </a:pPr>
            <a:r>
              <a:rPr lang="ja-JP" altLang="en-US" sz="2250" dirty="0">
                <a:solidFill>
                  <a:srgbClr val="1B1A16"/>
                </a:solidFill>
                <a:latin typeface="Noto Sans JP Medium" pitchFamily="34" charset="0"/>
                <a:ea typeface="Noto Sans JP Medium" pitchFamily="34" charset="-122"/>
                <a:cs typeface="Noto Sans JP Medium" pitchFamily="34" charset="-120"/>
              </a:rPr>
              <a:t>物語は、</a:t>
            </a:r>
            <a:r>
              <a:rPr lang="ja-JP" altLang="en-US" sz="2250" b="1" dirty="0">
                <a:solidFill>
                  <a:srgbClr val="7E611B"/>
                </a:solidFill>
                <a:latin typeface="Noto Sans JP" pitchFamily="34" charset="0"/>
                <a:ea typeface="Noto Sans JP" pitchFamily="34" charset="-122"/>
                <a:cs typeface="Noto Sans JP" pitchFamily="34" charset="-120"/>
              </a:rPr>
              <a:t>滞在</a:t>
            </a:r>
            <a:r>
              <a:rPr lang="ja-JP" altLang="en-US" sz="2250" dirty="0">
                <a:solidFill>
                  <a:srgbClr val="1B1A16"/>
                </a:solidFill>
                <a:latin typeface="Noto Sans JP Medium" pitchFamily="34" charset="0"/>
                <a:ea typeface="Noto Sans JP Medium" pitchFamily="34" charset="-122"/>
                <a:cs typeface="Noto Sans JP Medium" pitchFamily="34" charset="-120"/>
              </a:rPr>
              <a:t>をつくる。</a:t>
            </a:r>
            <a:endParaRPr lang="ja-JP" altLang="en-US" sz="2250" dirty="0">
              <a:solidFill>
                <a:srgbClr val="1B1A16"/>
              </a:solidFill>
              <a:latin typeface="Noto Sans JP Medium" pitchFamily="34" charset="0"/>
              <a:ea typeface="Noto Sans JP Medium" pitchFamily="34" charset="-122"/>
              <a:cs typeface="Noto Sans JP Medium" pitchFamily="34" charset="-120"/>
            </a:endParaRPr>
          </a:p>
        </p:txBody>
      </p:sp>
      <p:sp>
        <p:nvSpPr>
          <p:cNvPr id="32" name="Text 30"/>
          <p:cNvSpPr/>
          <p:nvPr/>
        </p:nvSpPr>
        <p:spPr>
          <a:xfrm>
            <a:off x="914400" y="6410310"/>
            <a:ext cx="723930" cy="304770"/>
          </a:xfrm>
          <a:prstGeom prst="rect">
            <a:avLst/>
          </a:prstGeom>
          <a:noFill/>
          <a:ln>
            <a:noFill/>
          </a:ln>
        </p:spPr>
        <p:txBody>
          <a:bodyPr wrap="none" lIns="0" tIns="0" rIns="0" bIns="0" rtlCol="0" anchor="t"/>
          <a:lstStyle/>
          <a:p>
            <a:pPr algn="l" indent="0" marL="0">
              <a:lnSpc>
                <a:spcPct val="154000"/>
              </a:lnSpc>
              <a:buNone/>
            </a:pPr>
            <a:r>
              <a:rPr lang="en-US" sz="975" spc="176" kern="0" dirty="0">
                <a:solidFill>
                  <a:srgbClr val="4A5D3A"/>
                </a:solidFill>
                <a:latin typeface="Consolas" pitchFamily="34" charset="0"/>
                <a:ea typeface="Noto Sans JP" pitchFamily="34" charset="-122"/>
                <a:cs typeface="Consolas" pitchFamily="34" charset="-120"/>
              </a:rPr>
              <a:t>APPENDIX</a:t>
            </a:r>
            <a:endParaRPr lang="en-US" sz="975" spc="176" kern="0" dirty="0">
              <a:solidFill>
                <a:srgbClr val="4A5D3A"/>
              </a:solidFill>
              <a:latin typeface="Consolas" pitchFamily="34" charset="0"/>
              <a:ea typeface="Noto Sans JP" pitchFamily="34" charset="-122"/>
              <a:cs typeface="Consolas" pitchFamily="34" charset="-120"/>
            </a:endParaRPr>
          </a:p>
        </p:txBody>
      </p:sp>
      <p:sp>
        <p:nvSpPr>
          <p:cNvPr id="33" name="Shape 31"/>
          <p:cNvSpPr/>
          <p:nvPr/>
        </p:nvSpPr>
        <p:spPr>
          <a:xfrm>
            <a:off x="914400" y="790590"/>
            <a:ext cx="245334" cy="28621"/>
          </a:xfrm>
          <a:prstGeom prst="rect">
            <a:avLst/>
          </a:prstGeom>
          <a:solidFill>
            <a:srgbClr val="7E611B"/>
          </a:solidFill>
          <a:ln>
            <a:noFill/>
          </a:ln>
        </p:spPr>
      </p:sp>
      <p:sp>
        <p:nvSpPr>
          <p:cNvPr id="34" name="Shape 32"/>
          <p:cNvSpPr/>
          <p:nvPr/>
        </p:nvSpPr>
        <p:spPr>
          <a:xfrm>
            <a:off x="1202436" y="790590"/>
            <a:ext cx="245334" cy="28621"/>
          </a:xfrm>
          <a:prstGeom prst="rect">
            <a:avLst/>
          </a:prstGeom>
          <a:solidFill>
            <a:srgbClr val="7E611B"/>
          </a:solidFill>
          <a:ln>
            <a:noFill/>
          </a:ln>
        </p:spPr>
      </p:sp>
      <p:sp>
        <p:nvSpPr>
          <p:cNvPr id="35" name="Text 33"/>
          <p:cNvSpPr/>
          <p:nvPr/>
        </p:nvSpPr>
        <p:spPr>
          <a:xfrm>
            <a:off x="8420070" y="6362670"/>
            <a:ext cx="2857500" cy="209580"/>
          </a:xfrm>
          <a:prstGeom prst="rect">
            <a:avLst/>
          </a:prstGeom>
          <a:noFill/>
          <a:ln>
            <a:noFill/>
          </a:ln>
        </p:spPr>
        <p:txBody>
          <a:bodyPr wrap="square" lIns="0" tIns="0" rIns="0" bIns="0" rtlCol="0" anchor="t"/>
          <a:lstStyle/>
          <a:p>
            <a:pPr algn="r" indent="0" marL="0">
              <a:buNone/>
            </a:pPr>
            <a:r>
              <a:rPr lang="en-US" sz="975" spc="160" kern="0" dirty="0">
                <a:solidFill>
                  <a:srgbClr val="6E6B60"/>
                </a:solidFill>
                <a:latin typeface="Consolas" pitchFamily="34" charset="0"/>
                <a:ea typeface="Noto Sans JP" pitchFamily="34" charset="-122"/>
                <a:cs typeface="Consolas" pitchFamily="34" charset="-120"/>
              </a:rPr>
              <a:t>A1 / A6</a:t>
            </a:r>
            <a:endParaRPr lang="en-US" sz="975" spc="160" kern="0" dirty="0">
              <a:solidFill>
                <a:srgbClr val="6E6B60"/>
              </a:solidFill>
              <a:latin typeface="Consolas" pitchFamily="34" charset="0"/>
              <a:ea typeface="Noto Sans JP" pitchFamily="34" charset="-122"/>
              <a:cs typeface="Consolas" pitchFamily="34" charset="-12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8382030" y="2676540"/>
            <a:ext cx="761970" cy="266730"/>
          </a:xfrm>
          <a:custGeom>
            <a:avLst/>
            <a:gdLst/>
            <a:ahLst/>
            <a:cxnLst/>
            <a:rect l="l" t="t" r="r" b="b"/>
            <a:pathLst>
              <a:path w="761970" h="266730">
                <a:moveTo>
                  <a:pt x="0" y="0"/>
                </a:moveTo>
                <a:lnTo>
                  <a:pt x="761970" y="0"/>
                </a:lnTo>
                <a:lnTo>
                  <a:pt x="761970" y="266730"/>
                </a:lnTo>
                <a:lnTo>
                  <a:pt x="0" y="266730"/>
                </a:lnTo>
                <a:close/>
              </a:path>
            </a:pathLst>
          </a:custGeom>
          <a:noFill/>
          <a:ln w="14288">
            <a:solidFill>
              <a:srgbClr val="C9C4B8"/>
            </a:solidFill>
            <a:prstDash val="solid"/>
          </a:ln>
        </p:spPr>
      </p:sp>
      <p:sp>
        <p:nvSpPr>
          <p:cNvPr id="3" name="Shape 1"/>
          <p:cNvSpPr/>
          <p:nvPr/>
        </p:nvSpPr>
        <p:spPr>
          <a:xfrm>
            <a:off x="9296430" y="2676540"/>
            <a:ext cx="685800" cy="266730"/>
          </a:xfrm>
          <a:custGeom>
            <a:avLst/>
            <a:gdLst/>
            <a:ahLst/>
            <a:cxnLst/>
            <a:rect l="l" t="t" r="r" b="b"/>
            <a:pathLst>
              <a:path w="685800" h="266730">
                <a:moveTo>
                  <a:pt x="0" y="0"/>
                </a:moveTo>
                <a:lnTo>
                  <a:pt x="685800" y="0"/>
                </a:lnTo>
                <a:lnTo>
                  <a:pt x="685800" y="266730"/>
                </a:lnTo>
                <a:lnTo>
                  <a:pt x="0" y="266730"/>
                </a:lnTo>
                <a:close/>
              </a:path>
            </a:pathLst>
          </a:custGeom>
          <a:solidFill>
            <a:srgbClr val="4A5D3A">
              <a:alpha val="10000"/>
            </a:srgbClr>
          </a:solidFill>
          <a:ln w="19050">
            <a:solidFill>
              <a:srgbClr val="4A5D3A"/>
            </a:solidFill>
            <a:prstDash val="solid"/>
          </a:ln>
        </p:spPr>
      </p:sp>
      <p:sp>
        <p:nvSpPr>
          <p:cNvPr id="4" name="Shape 2"/>
          <p:cNvSpPr/>
          <p:nvPr/>
        </p:nvSpPr>
        <p:spPr>
          <a:xfrm>
            <a:off x="10134570" y="2676540"/>
            <a:ext cx="761970" cy="266730"/>
          </a:xfrm>
          <a:custGeom>
            <a:avLst/>
            <a:gdLst/>
            <a:ahLst/>
            <a:cxnLst/>
            <a:rect l="l" t="t" r="r" b="b"/>
            <a:pathLst>
              <a:path w="761970" h="266730">
                <a:moveTo>
                  <a:pt x="0" y="0"/>
                </a:moveTo>
                <a:lnTo>
                  <a:pt x="761970" y="0"/>
                </a:lnTo>
                <a:lnTo>
                  <a:pt x="761970" y="266730"/>
                </a:lnTo>
                <a:lnTo>
                  <a:pt x="0" y="266730"/>
                </a:lnTo>
                <a:close/>
              </a:path>
            </a:pathLst>
          </a:custGeom>
          <a:noFill/>
          <a:ln w="14288">
            <a:solidFill>
              <a:srgbClr val="C9C4B8"/>
            </a:solidFill>
            <a:prstDash val="solid"/>
          </a:ln>
        </p:spPr>
      </p:sp>
      <p:sp>
        <p:nvSpPr>
          <p:cNvPr id="5" name="Shape 3"/>
          <p:cNvSpPr/>
          <p:nvPr/>
        </p:nvSpPr>
        <p:spPr>
          <a:xfrm>
            <a:off x="8267730" y="2943271"/>
            <a:ext cx="2743200" cy="0"/>
          </a:xfrm>
          <a:prstGeom prst="line">
            <a:avLst/>
          </a:prstGeom>
          <a:noFill/>
          <a:ln w="19050">
            <a:solidFill>
              <a:srgbClr val="33312A"/>
            </a:solidFill>
            <a:prstDash val="solid"/>
          </a:ln>
        </p:spPr>
      </p:sp>
      <p:sp>
        <p:nvSpPr>
          <p:cNvPr id="6" name="Shape 4"/>
          <p:cNvSpPr/>
          <p:nvPr/>
        </p:nvSpPr>
        <p:spPr>
          <a:xfrm>
            <a:off x="8801100" y="2476470"/>
            <a:ext cx="800100" cy="66660"/>
          </a:xfrm>
          <a:custGeom>
            <a:avLst/>
            <a:gdLst/>
            <a:ahLst/>
            <a:cxnLst/>
            <a:rect l="l" t="t" r="r" b="b"/>
            <a:pathLst>
              <a:path w="800100" h="66660">
                <a:moveTo>
                  <a:pt x="57150" y="0"/>
                </a:moveTo>
                <a:lnTo>
                  <a:pt x="0" y="28621"/>
                </a:lnTo>
                <a:lnTo>
                  <a:pt x="57150" y="66660"/>
                </a:lnTo>
                <a:lnTo>
                  <a:pt x="38130" y="57150"/>
                </a:lnTo>
                <a:lnTo>
                  <a:pt x="0" y="28621"/>
                </a:lnTo>
                <a:lnTo>
                  <a:pt x="104790" y="28621"/>
                </a:lnTo>
                <a:lnTo>
                  <a:pt x="247620" y="28621"/>
                </a:lnTo>
                <a:lnTo>
                  <a:pt x="400050" y="28621"/>
                </a:lnTo>
                <a:lnTo>
                  <a:pt x="552480" y="28621"/>
                </a:lnTo>
                <a:lnTo>
                  <a:pt x="695310" y="28621"/>
                </a:lnTo>
                <a:lnTo>
                  <a:pt x="800100" y="28621"/>
                </a:lnTo>
                <a:lnTo>
                  <a:pt x="761970" y="0"/>
                </a:lnTo>
                <a:lnTo>
                  <a:pt x="742950" y="0"/>
                </a:lnTo>
                <a:lnTo>
                  <a:pt x="800100" y="28621"/>
                </a:lnTo>
                <a:lnTo>
                  <a:pt x="742950" y="66660"/>
                </a:lnTo>
              </a:path>
            </a:pathLst>
          </a:custGeom>
          <a:noFill/>
          <a:ln w="14288">
            <a:solidFill>
              <a:srgbClr val="4A5D3A"/>
            </a:solidFill>
            <a:prstDash val="solid"/>
          </a:ln>
        </p:spPr>
      </p:sp>
      <p:sp>
        <p:nvSpPr>
          <p:cNvPr id="7" name="Shape 5"/>
          <p:cNvSpPr/>
          <p:nvPr/>
        </p:nvSpPr>
        <p:spPr>
          <a:xfrm>
            <a:off x="9677370" y="2476470"/>
            <a:ext cx="800100" cy="66660"/>
          </a:xfrm>
          <a:custGeom>
            <a:avLst/>
            <a:gdLst/>
            <a:ahLst/>
            <a:cxnLst/>
            <a:rect l="l" t="t" r="r" b="b"/>
            <a:pathLst>
              <a:path w="800100" h="66660">
                <a:moveTo>
                  <a:pt x="57150" y="0"/>
                </a:moveTo>
                <a:lnTo>
                  <a:pt x="0" y="28621"/>
                </a:lnTo>
                <a:lnTo>
                  <a:pt x="57150" y="66660"/>
                </a:lnTo>
                <a:lnTo>
                  <a:pt x="38130" y="57150"/>
                </a:lnTo>
                <a:lnTo>
                  <a:pt x="0" y="28621"/>
                </a:lnTo>
                <a:lnTo>
                  <a:pt x="104790" y="28621"/>
                </a:lnTo>
                <a:lnTo>
                  <a:pt x="247620" y="28621"/>
                </a:lnTo>
                <a:lnTo>
                  <a:pt x="400050" y="28621"/>
                </a:lnTo>
                <a:lnTo>
                  <a:pt x="552480" y="28621"/>
                </a:lnTo>
                <a:lnTo>
                  <a:pt x="695310" y="28621"/>
                </a:lnTo>
                <a:lnTo>
                  <a:pt x="800100" y="28621"/>
                </a:lnTo>
                <a:lnTo>
                  <a:pt x="761970" y="0"/>
                </a:lnTo>
                <a:lnTo>
                  <a:pt x="742950" y="0"/>
                </a:lnTo>
                <a:lnTo>
                  <a:pt x="800100" y="28621"/>
                </a:lnTo>
                <a:lnTo>
                  <a:pt x="742950" y="66660"/>
                </a:lnTo>
              </a:path>
            </a:pathLst>
          </a:custGeom>
          <a:noFill/>
          <a:ln w="14288">
            <a:solidFill>
              <a:srgbClr val="4A5D3A"/>
            </a:solidFill>
            <a:prstDash val="solid"/>
          </a:ln>
        </p:spPr>
      </p:sp>
      <p:sp>
        <p:nvSpPr>
          <p:cNvPr id="8" name="Shape 6"/>
          <p:cNvSpPr/>
          <p:nvPr/>
        </p:nvSpPr>
        <p:spPr>
          <a:xfrm>
            <a:off x="7248540" y="5305440"/>
            <a:ext cx="4029121" cy="981060"/>
          </a:xfrm>
          <a:custGeom>
            <a:avLst/>
            <a:gdLst/>
            <a:ahLst/>
            <a:cxnLst/>
            <a:rect l="l" t="t" r="r" b="b"/>
            <a:pathLst>
              <a:path w="4029121" h="981060">
                <a:moveTo>
                  <a:pt x="0" y="0"/>
                </a:moveTo>
                <a:lnTo>
                  <a:pt x="4029121" y="0"/>
                </a:lnTo>
                <a:lnTo>
                  <a:pt x="4029121" y="981060"/>
                </a:lnTo>
                <a:lnTo>
                  <a:pt x="0" y="981060"/>
                </a:lnTo>
                <a:close/>
              </a:path>
            </a:pathLst>
          </a:custGeom>
          <a:noFill/>
          <a:ln w="9525">
            <a:solidFill>
              <a:srgbClr val="C9C4B8"/>
            </a:solidFill>
            <a:prstDash val="solid"/>
          </a:ln>
        </p:spPr>
      </p:sp>
      <p:sp>
        <p:nvSpPr>
          <p:cNvPr id="9" name="Shape 7"/>
          <p:cNvSpPr/>
          <p:nvPr/>
        </p:nvSpPr>
        <p:spPr>
          <a:xfrm>
            <a:off x="7239030" y="5543550"/>
            <a:ext cx="4038630" cy="0"/>
          </a:xfrm>
          <a:prstGeom prst="line">
            <a:avLst/>
          </a:prstGeom>
          <a:noFill/>
          <a:ln w="9525">
            <a:solidFill>
              <a:srgbClr val="C9C4B8"/>
            </a:solidFill>
            <a:prstDash val="solid"/>
          </a:ln>
        </p:spPr>
      </p:sp>
      <p:sp>
        <p:nvSpPr>
          <p:cNvPr id="10" name="Shape 8"/>
          <p:cNvSpPr/>
          <p:nvPr/>
        </p:nvSpPr>
        <p:spPr>
          <a:xfrm>
            <a:off x="7239030" y="5791170"/>
            <a:ext cx="4038630" cy="0"/>
          </a:xfrm>
          <a:prstGeom prst="line">
            <a:avLst/>
          </a:prstGeom>
          <a:noFill/>
          <a:ln w="9525">
            <a:solidFill>
              <a:srgbClr val="C9C4B8"/>
            </a:solidFill>
            <a:prstDash val="solid"/>
          </a:ln>
        </p:spPr>
      </p:sp>
      <p:sp>
        <p:nvSpPr>
          <p:cNvPr id="11" name="Shape 9"/>
          <p:cNvSpPr/>
          <p:nvPr/>
        </p:nvSpPr>
        <p:spPr>
          <a:xfrm>
            <a:off x="7239030" y="6038880"/>
            <a:ext cx="4038630" cy="0"/>
          </a:xfrm>
          <a:prstGeom prst="line">
            <a:avLst/>
          </a:prstGeom>
          <a:noFill/>
          <a:ln w="9525">
            <a:solidFill>
              <a:srgbClr val="C9C4B8"/>
            </a:solidFill>
            <a:prstDash val="solid"/>
          </a:ln>
        </p:spPr>
      </p:sp>
      <p:sp>
        <p:nvSpPr>
          <p:cNvPr id="12" name="Shape 10"/>
          <p:cNvSpPr/>
          <p:nvPr/>
        </p:nvSpPr>
        <p:spPr>
          <a:xfrm>
            <a:off x="8420070" y="5295930"/>
            <a:ext cx="0" cy="990570"/>
          </a:xfrm>
          <a:prstGeom prst="line">
            <a:avLst/>
          </a:prstGeom>
          <a:noFill/>
          <a:ln w="9525">
            <a:solidFill>
              <a:srgbClr val="C9C4B8"/>
            </a:solidFill>
            <a:prstDash val="solid"/>
          </a:ln>
        </p:spPr>
      </p:sp>
      <p:sp>
        <p:nvSpPr>
          <p:cNvPr id="13" name="Shape 11"/>
          <p:cNvSpPr/>
          <p:nvPr/>
        </p:nvSpPr>
        <p:spPr>
          <a:xfrm>
            <a:off x="9372600" y="5295930"/>
            <a:ext cx="0" cy="990570"/>
          </a:xfrm>
          <a:prstGeom prst="line">
            <a:avLst/>
          </a:prstGeom>
          <a:noFill/>
          <a:ln w="9525">
            <a:solidFill>
              <a:srgbClr val="C9C4B8"/>
            </a:solidFill>
            <a:prstDash val="solid"/>
          </a:ln>
        </p:spPr>
      </p:sp>
      <p:sp>
        <p:nvSpPr>
          <p:cNvPr id="14" name="Shape 12"/>
          <p:cNvSpPr/>
          <p:nvPr/>
        </p:nvSpPr>
        <p:spPr>
          <a:xfrm>
            <a:off x="10325130" y="5295930"/>
            <a:ext cx="0" cy="990570"/>
          </a:xfrm>
          <a:prstGeom prst="line">
            <a:avLst/>
          </a:prstGeom>
          <a:noFill/>
          <a:ln w="9525">
            <a:solidFill>
              <a:srgbClr val="C9C4B8"/>
            </a:solidFill>
            <a:prstDash val="solid"/>
          </a:ln>
        </p:spPr>
      </p:sp>
      <p:sp>
        <p:nvSpPr>
          <p:cNvPr id="15" name="Shape 13"/>
          <p:cNvSpPr/>
          <p:nvPr/>
        </p:nvSpPr>
        <p:spPr>
          <a:xfrm>
            <a:off x="7239030" y="6038880"/>
            <a:ext cx="4038630" cy="247620"/>
          </a:xfrm>
          <a:custGeom>
            <a:avLst/>
            <a:gdLst/>
            <a:ahLst/>
            <a:cxnLst/>
            <a:rect l="l" t="t" r="r" b="b"/>
            <a:pathLst>
              <a:path w="4038630" h="247620">
                <a:moveTo>
                  <a:pt x="0" y="0"/>
                </a:moveTo>
                <a:lnTo>
                  <a:pt x="4038630" y="0"/>
                </a:lnTo>
                <a:lnTo>
                  <a:pt x="4038630" y="247620"/>
                </a:lnTo>
                <a:lnTo>
                  <a:pt x="0" y="247620"/>
                </a:lnTo>
                <a:close/>
              </a:path>
            </a:pathLst>
          </a:custGeom>
          <a:noFill/>
          <a:ln w="28575">
            <a:solidFill>
              <a:srgbClr val="4A5D3A"/>
            </a:solidFill>
            <a:prstDash val="solid"/>
          </a:ln>
        </p:spPr>
      </p:sp>
      <p:sp>
        <p:nvSpPr>
          <p:cNvPr id="16" name="Text 14"/>
          <p:cNvSpPr/>
          <p:nvPr/>
        </p:nvSpPr>
        <p:spPr>
          <a:xfrm>
            <a:off x="914400" y="457200"/>
            <a:ext cx="171450" cy="304770"/>
          </a:xfrm>
          <a:prstGeom prst="rect">
            <a:avLst/>
          </a:prstGeom>
          <a:noFill/>
          <a:ln>
            <a:noFill/>
          </a:ln>
        </p:spPr>
        <p:txBody>
          <a:bodyPr wrap="none" lIns="0" tIns="0" rIns="0" bIns="0" rtlCol="0" anchor="t"/>
          <a:lstStyle/>
          <a:p>
            <a:pPr algn="l" indent="0" marL="0">
              <a:lnSpc>
                <a:spcPct val="154000"/>
              </a:lnSpc>
              <a:buNone/>
            </a:pPr>
            <a:r>
              <a:rPr lang="en-US" sz="975" b="1" spc="156" kern="0" dirty="0">
                <a:solidFill>
                  <a:srgbClr val="4A5D3A"/>
                </a:solidFill>
                <a:latin typeface="Consolas" pitchFamily="34" charset="0"/>
                <a:ea typeface="Noto Sans JP" pitchFamily="34" charset="-122"/>
                <a:cs typeface="Consolas" pitchFamily="34" charset="-120"/>
              </a:rPr>
              <a:t>A2</a:t>
            </a:r>
            <a:endParaRPr lang="en-US" sz="975" b="1" spc="156" kern="0" dirty="0">
              <a:solidFill>
                <a:srgbClr val="4A5D3A"/>
              </a:solidFill>
              <a:latin typeface="Consolas" pitchFamily="34" charset="0"/>
              <a:ea typeface="Noto Sans JP" pitchFamily="34" charset="-122"/>
              <a:cs typeface="Consolas" pitchFamily="34" charset="-120"/>
            </a:endParaRPr>
          </a:p>
        </p:txBody>
      </p:sp>
      <p:sp>
        <p:nvSpPr>
          <p:cNvPr id="17" name="Text 15"/>
          <p:cNvSpPr/>
          <p:nvPr/>
        </p:nvSpPr>
        <p:spPr>
          <a:xfrm>
            <a:off x="1238280" y="438180"/>
            <a:ext cx="1752630" cy="314371"/>
          </a:xfrm>
          <a:prstGeom prst="rect">
            <a:avLst/>
          </a:prstGeom>
          <a:noFill/>
          <a:ln>
            <a:noFill/>
          </a:ln>
        </p:spPr>
        <p:txBody>
          <a:bodyPr wrap="none" lIns="0" tIns="0" rIns="0" bIns="0" rtlCol="0" anchor="t"/>
          <a:lstStyle/>
          <a:p>
            <a:pPr algn="l" indent="0" marL="0">
              <a:lnSpc>
                <a:spcPct val="150000"/>
              </a:lnSpc>
              <a:buNone/>
            </a:pPr>
            <a:r>
              <a:rPr lang="ja-JP" altLang="en-US" sz="1050" spc="126" kern="0" dirty="0">
                <a:solidFill>
                  <a:srgbClr val="33312A"/>
                </a:solidFill>
                <a:latin typeface="Noto Sans JP" pitchFamily="34" charset="0"/>
                <a:ea typeface="Noto Sans JP" pitchFamily="34" charset="-122"/>
                <a:cs typeface="Noto Sans JP" pitchFamily="34" charset="-120"/>
              </a:rPr>
              <a:t>附録｜受託・BtoB の場合</a:t>
            </a:r>
            <a:endParaRPr lang="ja-JP" altLang="en-US" sz="1050" spc="126" kern="0" dirty="0">
              <a:solidFill>
                <a:srgbClr val="33312A"/>
              </a:solidFill>
              <a:latin typeface="Noto Sans JP" pitchFamily="34" charset="0"/>
              <a:ea typeface="Noto Sans JP" pitchFamily="34" charset="-122"/>
              <a:cs typeface="Noto Sans JP" pitchFamily="34" charset="-120"/>
            </a:endParaRPr>
          </a:p>
        </p:txBody>
      </p:sp>
      <p:sp>
        <p:nvSpPr>
          <p:cNvPr id="18" name="Shape 16"/>
          <p:cNvSpPr/>
          <p:nvPr/>
        </p:nvSpPr>
        <p:spPr>
          <a:xfrm>
            <a:off x="914400" y="800100"/>
            <a:ext cx="10363170" cy="9510"/>
          </a:xfrm>
          <a:prstGeom prst="rect">
            <a:avLst/>
          </a:prstGeom>
          <a:solidFill>
            <a:srgbClr val="C9C4B8"/>
          </a:solidFill>
          <a:ln>
            <a:noFill/>
          </a:ln>
        </p:spPr>
      </p:sp>
      <p:sp>
        <p:nvSpPr>
          <p:cNvPr id="19" name="Shape 17"/>
          <p:cNvSpPr/>
          <p:nvPr/>
        </p:nvSpPr>
        <p:spPr>
          <a:xfrm>
            <a:off x="914400" y="1047720"/>
            <a:ext cx="19020" cy="1204905"/>
          </a:xfrm>
          <a:prstGeom prst="rect">
            <a:avLst/>
          </a:prstGeom>
          <a:solidFill>
            <a:srgbClr val="C9C4B8"/>
          </a:solidFill>
          <a:ln>
            <a:noFill/>
          </a:ln>
        </p:spPr>
      </p:sp>
      <p:sp>
        <p:nvSpPr>
          <p:cNvPr id="20" name="Text 18"/>
          <p:cNvSpPr/>
          <p:nvPr/>
        </p:nvSpPr>
        <p:spPr>
          <a:xfrm>
            <a:off x="1162020" y="1047720"/>
            <a:ext cx="10115550" cy="1319205"/>
          </a:xfrm>
          <a:prstGeom prst="rect">
            <a:avLst/>
          </a:prstGeom>
          <a:noFill/>
          <a:ln>
            <a:noFill/>
          </a:ln>
        </p:spPr>
        <p:txBody>
          <a:bodyPr wrap="square" lIns="0" tIns="0" rIns="0" bIns="0" rtlCol="0" anchor="t"/>
          <a:lstStyle/>
          <a:p>
            <a:pPr algn="l" indent="0" marL="0">
              <a:lnSpc>
                <a:spcPct val="150000"/>
              </a:lnSpc>
              <a:buNone/>
            </a:pPr>
            <a:r>
              <a:rPr lang="ja-JP" altLang="en-US" sz="1125" dirty="0">
                <a:solidFill>
                  <a:srgbClr val="5C5A50"/>
                </a:solidFill>
                <a:latin typeface="Noto Sans JP" pitchFamily="34" charset="0"/>
                <a:ea typeface="Noto Sans JP" pitchFamily="34" charset="-122"/>
                <a:cs typeface="Noto Sans JP" pitchFamily="34" charset="-120"/>
              </a:rPr>
              <a:t>想定される質問</a:t>
            </a:r>
            <a:endParaRPr lang="ja-JP" altLang="en-US" sz="1125" dirty="0">
              <a:solidFill>
                <a:srgbClr val="5C5A50"/>
              </a:solidFill>
              <a:latin typeface="Noto Sans JP" pitchFamily="34" charset="0"/>
              <a:ea typeface="Noto Sans JP" pitchFamily="34" charset="-122"/>
              <a:cs typeface="Noto Sans JP" pitchFamily="34" charset="-120"/>
            </a:endParaRPr>
          </a:p>
          <a:p>
            <a:pPr algn="l" indent="0" marL="0">
              <a:lnSpc>
                <a:spcPct val="150000"/>
              </a:lnSpc>
              <a:spcBef>
                <a:spcPts val="1050"/>
              </a:spcBef>
              <a:buNone/>
            </a:pPr>
            <a:r>
              <a:rPr lang="ja-JP" altLang="en-US" sz="2250" dirty="0">
                <a:solidFill>
                  <a:srgbClr val="33312A"/>
                </a:solidFill>
                <a:latin typeface="Noto Serif JP Medium" pitchFamily="34" charset="0"/>
                <a:ea typeface="Noto Serif JP Medium" pitchFamily="34" charset="-122"/>
                <a:cs typeface="Noto Serif JP Medium" pitchFamily="34" charset="-120"/>
              </a:rPr>
              <a:t>「うちは BtoC ではない。代理店も挟まる。</a:t>
            </a:r>
            <a:endParaRPr lang="ja-JP" altLang="en-US" sz="2250" dirty="0">
              <a:solidFill>
                <a:srgbClr val="33312A"/>
              </a:solidFill>
              <a:latin typeface="Noto Serif JP Medium" pitchFamily="34" charset="0"/>
              <a:ea typeface="Noto Serif JP Medium" pitchFamily="34" charset="-122"/>
              <a:cs typeface="Noto Serif JP Medium" pitchFamily="34" charset="-120"/>
            </a:endParaRPr>
          </a:p>
          <a:p>
            <a:pPr algn="l" indent="0" marL="0">
              <a:lnSpc>
                <a:spcPct val="150000"/>
              </a:lnSpc>
              <a:buNone/>
            </a:pPr>
            <a:r>
              <a:rPr lang="ja-JP" altLang="en-US" sz="2250" dirty="0">
                <a:solidFill>
                  <a:srgbClr val="33312A"/>
                </a:solidFill>
                <a:latin typeface="Noto Serif JP Medium" pitchFamily="34" charset="0"/>
                <a:ea typeface="Noto Serif JP Medium" pitchFamily="34" charset="-122"/>
                <a:cs typeface="Noto Serif JP Medium" pitchFamily="34" charset="-120"/>
              </a:rPr>
              <a:t>棚を変えろと言われても動けない。」</a:t>
            </a:r>
            <a:endParaRPr lang="ja-JP" altLang="en-US" sz="2250" dirty="0">
              <a:solidFill>
                <a:srgbClr val="33312A"/>
              </a:solidFill>
              <a:latin typeface="Noto Serif JP Medium" pitchFamily="34" charset="0"/>
              <a:ea typeface="Noto Serif JP Medium" pitchFamily="34" charset="-122"/>
              <a:cs typeface="Noto Serif JP Medium" pitchFamily="34" charset="-120"/>
            </a:endParaRPr>
          </a:p>
        </p:txBody>
      </p:sp>
      <p:sp>
        <p:nvSpPr>
          <p:cNvPr id="21" name="Shape 19"/>
          <p:cNvSpPr/>
          <p:nvPr/>
        </p:nvSpPr>
        <p:spPr>
          <a:xfrm>
            <a:off x="914400" y="2400300"/>
            <a:ext cx="10363170" cy="9510"/>
          </a:xfrm>
          <a:prstGeom prst="rect">
            <a:avLst/>
          </a:prstGeom>
          <a:solidFill>
            <a:srgbClr val="C9C4B8"/>
          </a:solidFill>
          <a:ln>
            <a:noFill/>
          </a:ln>
        </p:spPr>
      </p:sp>
      <p:sp>
        <p:nvSpPr>
          <p:cNvPr id="22" name="Text 20"/>
          <p:cNvSpPr/>
          <p:nvPr/>
        </p:nvSpPr>
        <p:spPr>
          <a:xfrm>
            <a:off x="914400" y="2600371"/>
            <a:ext cx="1428750" cy="328635"/>
          </a:xfrm>
          <a:prstGeom prst="rect">
            <a:avLst/>
          </a:prstGeom>
          <a:noFill/>
          <a:ln>
            <a:noFill/>
          </a:ln>
        </p:spPr>
        <p:txBody>
          <a:bodyPr wrap="none" lIns="0" tIns="0" rIns="0" bIns="0" rtlCol="0" anchor="t"/>
          <a:lstStyle/>
          <a:p>
            <a:pPr algn="l" indent="0" marL="0">
              <a:lnSpc>
                <a:spcPct val="153000"/>
              </a:lnSpc>
              <a:buNone/>
            </a:pPr>
            <a:r>
              <a:rPr lang="ja-JP" altLang="en-US" sz="1125" spc="113" kern="0" dirty="0">
                <a:solidFill>
                  <a:srgbClr val="33312A"/>
                </a:solidFill>
                <a:latin typeface="Noto Sans JP" pitchFamily="34" charset="0"/>
                <a:ea typeface="Noto Sans JP" pitchFamily="34" charset="-122"/>
                <a:cs typeface="Noto Sans JP" pitchFamily="34" charset="-120"/>
              </a:rPr>
              <a:t>棚とは</a:t>
            </a:r>
            <a:endParaRPr lang="ja-JP" altLang="en-US" sz="1125" spc="113" kern="0" dirty="0">
              <a:solidFill>
                <a:srgbClr val="33312A"/>
              </a:solidFill>
              <a:latin typeface="Noto Sans JP" pitchFamily="34" charset="0"/>
              <a:ea typeface="Noto Sans JP" pitchFamily="34" charset="-122"/>
              <a:cs typeface="Noto Sans JP" pitchFamily="34" charset="-120"/>
            </a:endParaRPr>
          </a:p>
        </p:txBody>
      </p:sp>
      <p:sp>
        <p:nvSpPr>
          <p:cNvPr id="23" name="Text 21"/>
          <p:cNvSpPr/>
          <p:nvPr/>
        </p:nvSpPr>
        <p:spPr>
          <a:xfrm>
            <a:off x="2724180" y="2600371"/>
            <a:ext cx="8553480" cy="421996"/>
          </a:xfrm>
          <a:prstGeom prst="rect">
            <a:avLst/>
          </a:prstGeom>
          <a:noFill/>
          <a:ln>
            <a:noFill/>
          </a:ln>
        </p:spPr>
        <p:txBody>
          <a:bodyPr wrap="none" lIns="0" tIns="0" rIns="0" bIns="0" rtlCol="0" anchor="t"/>
          <a:lstStyle/>
          <a:p>
            <a:pPr algn="l" indent="0" marL="0">
              <a:lnSpc>
                <a:spcPct val="168000"/>
              </a:lnSpc>
              <a:buNone/>
            </a:pPr>
            <a:r>
              <a:rPr lang="ja-JP" altLang="en-US" sz="1425" spc="29" kern="0" dirty="0">
                <a:solidFill>
                  <a:srgbClr val="33312A"/>
                </a:solidFill>
                <a:latin typeface="Noto Sans JP" pitchFamily="34" charset="0"/>
                <a:ea typeface="Noto Sans JP" pitchFamily="34" charset="-122"/>
                <a:cs typeface="Noto Sans JP" pitchFamily="34" charset="-120"/>
              </a:rPr>
              <a:t>売り場のことではない。</a:t>
            </a:r>
            <a:r>
              <a:rPr lang="ja-JP" altLang="en-US" sz="1425" b="1" spc="29" kern="0" dirty="0">
                <a:solidFill>
                  <a:srgbClr val="1B1A16"/>
                </a:solidFill>
                <a:latin typeface="Noto Sans JP" pitchFamily="34" charset="0"/>
                <a:ea typeface="Noto Sans JP" pitchFamily="34" charset="-122"/>
                <a:cs typeface="Noto Sans JP" pitchFamily="34" charset="-120"/>
              </a:rPr>
              <a:t>誰と並べて比較されるか</a:t>
            </a:r>
            <a:r>
              <a:rPr lang="ja-JP" altLang="en-US" sz="1425" spc="29" kern="0" dirty="0">
                <a:solidFill>
                  <a:srgbClr val="33312A"/>
                </a:solidFill>
                <a:latin typeface="Noto Sans JP" pitchFamily="34" charset="0"/>
                <a:ea typeface="Noto Sans JP" pitchFamily="34" charset="-122"/>
                <a:cs typeface="Noto Sans JP" pitchFamily="34" charset="-120"/>
              </a:rPr>
              <a:t>のこと。</a:t>
            </a:r>
            <a:endParaRPr lang="ja-JP" altLang="en-US" sz="1425" spc="29" kern="0" dirty="0">
              <a:solidFill>
                <a:srgbClr val="33312A"/>
              </a:solidFill>
              <a:latin typeface="Noto Sans JP" pitchFamily="34" charset="0"/>
              <a:ea typeface="Noto Sans JP" pitchFamily="34" charset="-122"/>
              <a:cs typeface="Noto Sans JP" pitchFamily="34" charset="-120"/>
            </a:endParaRPr>
          </a:p>
        </p:txBody>
      </p:sp>
      <p:sp>
        <p:nvSpPr>
          <p:cNvPr id="24" name="Shape 22"/>
          <p:cNvSpPr/>
          <p:nvPr/>
        </p:nvSpPr>
        <p:spPr>
          <a:xfrm>
            <a:off x="914400" y="3098444"/>
            <a:ext cx="10363170" cy="9510"/>
          </a:xfrm>
          <a:prstGeom prst="rect">
            <a:avLst/>
          </a:prstGeom>
          <a:solidFill>
            <a:srgbClr val="C9C4B8"/>
          </a:solidFill>
          <a:ln>
            <a:noFill/>
          </a:ln>
        </p:spPr>
      </p:sp>
      <p:sp>
        <p:nvSpPr>
          <p:cNvPr id="25" name="Text 23"/>
          <p:cNvSpPr/>
          <p:nvPr/>
        </p:nvSpPr>
        <p:spPr>
          <a:xfrm>
            <a:off x="914400" y="3298515"/>
            <a:ext cx="1428750" cy="328635"/>
          </a:xfrm>
          <a:prstGeom prst="rect">
            <a:avLst/>
          </a:prstGeom>
          <a:noFill/>
          <a:ln>
            <a:noFill/>
          </a:ln>
        </p:spPr>
        <p:txBody>
          <a:bodyPr wrap="none" lIns="0" tIns="0" rIns="0" bIns="0" rtlCol="0" anchor="t"/>
          <a:lstStyle/>
          <a:p>
            <a:pPr algn="l" indent="0" marL="0">
              <a:lnSpc>
                <a:spcPct val="153000"/>
              </a:lnSpc>
              <a:buNone/>
            </a:pPr>
            <a:r>
              <a:rPr lang="ja-JP" altLang="en-US" sz="1125" spc="113" kern="0" dirty="0">
                <a:solidFill>
                  <a:srgbClr val="33312A"/>
                </a:solidFill>
                <a:latin typeface="Noto Sans JP" pitchFamily="34" charset="0"/>
                <a:ea typeface="Noto Sans JP" pitchFamily="34" charset="-122"/>
                <a:cs typeface="Noto Sans JP" pitchFamily="34" charset="-120"/>
              </a:rPr>
              <a:t>受託でも</a:t>
            </a:r>
            <a:endParaRPr lang="ja-JP" altLang="en-US" sz="1125" spc="113" kern="0" dirty="0">
              <a:solidFill>
                <a:srgbClr val="33312A"/>
              </a:solidFill>
              <a:latin typeface="Noto Sans JP" pitchFamily="34" charset="0"/>
              <a:ea typeface="Noto Sans JP" pitchFamily="34" charset="-122"/>
              <a:cs typeface="Noto Sans JP" pitchFamily="34" charset="-120"/>
            </a:endParaRPr>
          </a:p>
        </p:txBody>
      </p:sp>
      <p:sp>
        <p:nvSpPr>
          <p:cNvPr id="26" name="Text 24"/>
          <p:cNvSpPr/>
          <p:nvPr/>
        </p:nvSpPr>
        <p:spPr>
          <a:xfrm>
            <a:off x="2724180" y="3298515"/>
            <a:ext cx="8553480" cy="421996"/>
          </a:xfrm>
          <a:prstGeom prst="rect">
            <a:avLst/>
          </a:prstGeom>
          <a:noFill/>
          <a:ln>
            <a:noFill/>
          </a:ln>
        </p:spPr>
        <p:txBody>
          <a:bodyPr wrap="none" lIns="0" tIns="0" rIns="0" bIns="0" rtlCol="0" anchor="t"/>
          <a:lstStyle/>
          <a:p>
            <a:pPr algn="l" indent="0" marL="0">
              <a:lnSpc>
                <a:spcPct val="168000"/>
              </a:lnSpc>
              <a:buNone/>
            </a:pPr>
            <a:r>
              <a:rPr lang="ja-JP" altLang="en-US" sz="1425" spc="29" kern="0" dirty="0">
                <a:solidFill>
                  <a:srgbClr val="33312A"/>
                </a:solidFill>
                <a:latin typeface="Noto Sans JP" pitchFamily="34" charset="0"/>
                <a:ea typeface="Noto Sans JP" pitchFamily="34" charset="-122"/>
                <a:cs typeface="Noto Sans JP" pitchFamily="34" charset="-120"/>
              </a:rPr>
              <a:t>比較は必ず起きている。相見積もりに並んだ相手が、その</a:t>
            </a:r>
            <a:r>
              <a:rPr lang="ja-JP" altLang="en-US" sz="1425" b="1" spc="29" kern="0" dirty="0">
                <a:solidFill>
                  <a:srgbClr val="4A5D3A"/>
                </a:solidFill>
                <a:latin typeface="Noto Sans JP" pitchFamily="34" charset="0"/>
                <a:ea typeface="Noto Sans JP" pitchFamily="34" charset="-122"/>
                <a:cs typeface="Noto Sans JP" pitchFamily="34" charset="-120"/>
              </a:rPr>
              <a:t>棚</a:t>
            </a:r>
            <a:r>
              <a:rPr lang="ja-JP" altLang="en-US" sz="1425" spc="29" kern="0" dirty="0">
                <a:solidFill>
                  <a:srgbClr val="33312A"/>
                </a:solidFill>
                <a:latin typeface="Noto Sans JP" pitchFamily="34" charset="0"/>
                <a:ea typeface="Noto Sans JP" pitchFamily="34" charset="-122"/>
                <a:cs typeface="Noto Sans JP" pitchFamily="34" charset="-120"/>
              </a:rPr>
              <a:t>。</a:t>
            </a:r>
            <a:endParaRPr lang="ja-JP" altLang="en-US" sz="1425" spc="29" kern="0" dirty="0">
              <a:solidFill>
                <a:srgbClr val="33312A"/>
              </a:solidFill>
              <a:latin typeface="Noto Sans JP" pitchFamily="34" charset="0"/>
              <a:ea typeface="Noto Sans JP" pitchFamily="34" charset="-122"/>
              <a:cs typeface="Noto Sans JP" pitchFamily="34" charset="-120"/>
            </a:endParaRPr>
          </a:p>
        </p:txBody>
      </p:sp>
      <p:sp>
        <p:nvSpPr>
          <p:cNvPr id="27" name="Shape 25"/>
          <p:cNvSpPr/>
          <p:nvPr/>
        </p:nvSpPr>
        <p:spPr>
          <a:xfrm>
            <a:off x="914400" y="3796589"/>
            <a:ext cx="10363170" cy="9510"/>
          </a:xfrm>
          <a:prstGeom prst="rect">
            <a:avLst/>
          </a:prstGeom>
          <a:solidFill>
            <a:srgbClr val="C9C4B8"/>
          </a:solidFill>
          <a:ln>
            <a:noFill/>
          </a:ln>
        </p:spPr>
      </p:sp>
      <p:sp>
        <p:nvSpPr>
          <p:cNvPr id="28" name="Text 26"/>
          <p:cNvSpPr/>
          <p:nvPr/>
        </p:nvSpPr>
        <p:spPr>
          <a:xfrm>
            <a:off x="914400" y="3996568"/>
            <a:ext cx="1428750" cy="328635"/>
          </a:xfrm>
          <a:prstGeom prst="rect">
            <a:avLst/>
          </a:prstGeom>
          <a:noFill/>
          <a:ln>
            <a:noFill/>
          </a:ln>
        </p:spPr>
        <p:txBody>
          <a:bodyPr wrap="none" lIns="0" tIns="0" rIns="0" bIns="0" rtlCol="0" anchor="t"/>
          <a:lstStyle/>
          <a:p>
            <a:pPr algn="l" indent="0" marL="0">
              <a:lnSpc>
                <a:spcPct val="153000"/>
              </a:lnSpc>
              <a:buNone/>
            </a:pPr>
            <a:r>
              <a:rPr lang="ja-JP" altLang="en-US" sz="1125" spc="113" kern="0" dirty="0">
                <a:solidFill>
                  <a:srgbClr val="33312A"/>
                </a:solidFill>
                <a:latin typeface="Noto Sans JP" pitchFamily="34" charset="0"/>
                <a:ea typeface="Noto Sans JP" pitchFamily="34" charset="-122"/>
                <a:cs typeface="Noto Sans JP" pitchFamily="34" charset="-120"/>
              </a:rPr>
              <a:t>変えられるのは</a:t>
            </a:r>
            <a:endParaRPr lang="ja-JP" altLang="en-US" sz="1125" spc="113" kern="0" dirty="0">
              <a:solidFill>
                <a:srgbClr val="33312A"/>
              </a:solidFill>
              <a:latin typeface="Noto Sans JP" pitchFamily="34" charset="0"/>
              <a:ea typeface="Noto Sans JP" pitchFamily="34" charset="-122"/>
              <a:cs typeface="Noto Sans JP" pitchFamily="34" charset="-120"/>
            </a:endParaRPr>
          </a:p>
        </p:txBody>
      </p:sp>
      <p:sp>
        <p:nvSpPr>
          <p:cNvPr id="29" name="Text 27"/>
          <p:cNvSpPr/>
          <p:nvPr/>
        </p:nvSpPr>
        <p:spPr>
          <a:xfrm>
            <a:off x="2724180" y="3996568"/>
            <a:ext cx="8553480" cy="729508"/>
          </a:xfrm>
          <a:prstGeom prst="rect">
            <a:avLst/>
          </a:prstGeom>
          <a:noFill/>
          <a:ln>
            <a:noFill/>
          </a:ln>
        </p:spPr>
        <p:txBody>
          <a:bodyPr wrap="square" lIns="0" tIns="0" rIns="0" bIns="0" rtlCol="0" anchor="t"/>
          <a:lstStyle/>
          <a:p>
            <a:pPr algn="l" indent="0" marL="0">
              <a:lnSpc>
                <a:spcPct val="168000"/>
              </a:lnSpc>
              <a:buNone/>
            </a:pPr>
            <a:r>
              <a:rPr lang="ja-JP" altLang="en-US" sz="1425" spc="29" kern="0" dirty="0">
                <a:solidFill>
                  <a:srgbClr val="33312A"/>
                </a:solidFill>
                <a:latin typeface="Noto Sans JP" pitchFamily="34" charset="0"/>
                <a:ea typeface="Noto Sans JP" pitchFamily="34" charset="-122"/>
                <a:cs typeface="Noto Sans JP" pitchFamily="34" charset="-120"/>
              </a:rPr>
              <a:t>比較表の、</a:t>
            </a:r>
            <a:r>
              <a:rPr lang="ja-JP" altLang="en-US" sz="1425" b="1" spc="29" kern="0" dirty="0">
                <a:solidFill>
                  <a:srgbClr val="1B1A16"/>
                </a:solidFill>
                <a:latin typeface="Noto Sans JP" pitchFamily="34" charset="0"/>
                <a:ea typeface="Noto Sans JP" pitchFamily="34" charset="-122"/>
                <a:cs typeface="Noto Sans JP" pitchFamily="34" charset="-120"/>
              </a:rPr>
              <a:t>どの行で見られるか</a:t>
            </a:r>
            <a:r>
              <a:rPr lang="ja-JP" altLang="en-US" sz="1425" spc="29" kern="0" dirty="0">
                <a:solidFill>
                  <a:srgbClr val="33312A"/>
                </a:solidFill>
                <a:latin typeface="Noto Sans JP" pitchFamily="34" charset="0"/>
                <a:ea typeface="Noto Sans JP" pitchFamily="34" charset="-122"/>
                <a:cs typeface="Noto Sans JP" pitchFamily="34" charset="-120"/>
              </a:rPr>
              <a:t>という一点。代理店が挟まるなら、その比較表を作るのは代理店。渡す資料の</a:t>
            </a:r>
            <a:r>
              <a:rPr lang="ja-JP" altLang="en-US" sz="1425" b="1" spc="29" kern="0" dirty="0">
                <a:solidFill>
                  <a:srgbClr val="1B1A16"/>
                </a:solidFill>
                <a:latin typeface="Noto Sans JP" pitchFamily="34" charset="0"/>
                <a:ea typeface="Noto Sans JP" pitchFamily="34" charset="-122"/>
                <a:cs typeface="Noto Sans JP" pitchFamily="34" charset="-120"/>
              </a:rPr>
              <a:t>どの行を太くするか</a:t>
            </a:r>
            <a:r>
              <a:rPr lang="ja-JP" altLang="en-US" sz="1425" spc="29" kern="0" dirty="0">
                <a:solidFill>
                  <a:srgbClr val="33312A"/>
                </a:solidFill>
                <a:latin typeface="Noto Sans JP" pitchFamily="34" charset="0"/>
                <a:ea typeface="Noto Sans JP" pitchFamily="34" charset="-122"/>
                <a:cs typeface="Noto Sans JP" pitchFamily="34" charset="-120"/>
              </a:rPr>
              <a:t>が勝負になる。</a:t>
            </a:r>
            <a:endParaRPr lang="ja-JP" altLang="en-US" sz="1425" spc="29" kern="0" dirty="0">
              <a:solidFill>
                <a:srgbClr val="33312A"/>
              </a:solidFill>
              <a:latin typeface="Noto Sans JP" pitchFamily="34" charset="0"/>
              <a:ea typeface="Noto Sans JP" pitchFamily="34" charset="-122"/>
              <a:cs typeface="Noto Sans JP" pitchFamily="34" charset="-120"/>
            </a:endParaRPr>
          </a:p>
        </p:txBody>
      </p:sp>
      <p:sp>
        <p:nvSpPr>
          <p:cNvPr id="30" name="Shape 28"/>
          <p:cNvSpPr/>
          <p:nvPr/>
        </p:nvSpPr>
        <p:spPr>
          <a:xfrm>
            <a:off x="914400" y="4991070"/>
            <a:ext cx="10363170" cy="9510"/>
          </a:xfrm>
          <a:prstGeom prst="rect">
            <a:avLst/>
          </a:prstGeom>
          <a:solidFill>
            <a:srgbClr val="C9C4B8"/>
          </a:solidFill>
          <a:ln>
            <a:noFill/>
          </a:ln>
        </p:spPr>
      </p:sp>
      <p:sp>
        <p:nvSpPr>
          <p:cNvPr id="31" name="Text 29"/>
          <p:cNvSpPr/>
          <p:nvPr/>
        </p:nvSpPr>
        <p:spPr>
          <a:xfrm>
            <a:off x="8382030" y="2676540"/>
            <a:ext cx="761970" cy="381030"/>
          </a:xfrm>
          <a:prstGeom prst="rect">
            <a:avLst/>
          </a:prstGeom>
          <a:noFill/>
          <a:ln>
            <a:noFill/>
          </a:ln>
        </p:spPr>
        <p:txBody>
          <a:bodyPr wrap="none" lIns="0" tIns="0" rIns="0" bIns="0" rtlCol="0" anchor="t"/>
          <a:lstStyle/>
          <a:p>
            <a:pPr algn="ctr" indent="0" marL="0">
              <a:lnSpc>
                <a:spcPct val="187000"/>
              </a:lnSpc>
              <a:buNone/>
            </a:pPr>
            <a:r>
              <a:rPr lang="ja-JP" altLang="en-US" sz="1125" spc="45" kern="0" dirty="0">
                <a:solidFill>
                  <a:srgbClr val="5C5A50"/>
                </a:solidFill>
                <a:latin typeface="Noto Sans JP" pitchFamily="34" charset="0"/>
                <a:ea typeface="Noto Sans JP" pitchFamily="34" charset="-122"/>
                <a:cs typeface="Noto Sans JP" pitchFamily="34" charset="-120"/>
              </a:rPr>
              <a:t>他社</a:t>
            </a:r>
            <a:endParaRPr lang="ja-JP" altLang="en-US" sz="1125" spc="45" kern="0" dirty="0">
              <a:solidFill>
                <a:srgbClr val="5C5A50"/>
              </a:solidFill>
              <a:latin typeface="Noto Sans JP" pitchFamily="34" charset="0"/>
              <a:ea typeface="Noto Sans JP" pitchFamily="34" charset="-122"/>
              <a:cs typeface="Noto Sans JP" pitchFamily="34" charset="-120"/>
            </a:endParaRPr>
          </a:p>
        </p:txBody>
      </p:sp>
      <p:sp>
        <p:nvSpPr>
          <p:cNvPr id="32" name="Text 30"/>
          <p:cNvSpPr/>
          <p:nvPr/>
        </p:nvSpPr>
        <p:spPr>
          <a:xfrm>
            <a:off x="9296430" y="2676540"/>
            <a:ext cx="685800" cy="381030"/>
          </a:xfrm>
          <a:prstGeom prst="rect">
            <a:avLst/>
          </a:prstGeom>
          <a:noFill/>
          <a:ln>
            <a:noFill/>
          </a:ln>
        </p:spPr>
        <p:txBody>
          <a:bodyPr wrap="none" lIns="0" tIns="0" rIns="0" bIns="0" rtlCol="0" anchor="t"/>
          <a:lstStyle/>
          <a:p>
            <a:pPr algn="ctr" indent="0" marL="0">
              <a:lnSpc>
                <a:spcPct val="187000"/>
              </a:lnSpc>
              <a:buNone/>
            </a:pPr>
            <a:r>
              <a:rPr lang="ja-JP" altLang="en-US" sz="1125" b="1" spc="45" kern="0" dirty="0">
                <a:solidFill>
                  <a:srgbClr val="1B1A16"/>
                </a:solidFill>
                <a:latin typeface="Noto Sans JP" pitchFamily="34" charset="0"/>
                <a:ea typeface="Noto Sans JP" pitchFamily="34" charset="-122"/>
                <a:cs typeface="Noto Sans JP" pitchFamily="34" charset="-120"/>
              </a:rPr>
              <a:t>自社</a:t>
            </a:r>
            <a:endParaRPr lang="ja-JP" altLang="en-US" sz="1125" b="1" spc="45" kern="0" dirty="0">
              <a:solidFill>
                <a:srgbClr val="1B1A16"/>
              </a:solidFill>
              <a:latin typeface="Noto Sans JP" pitchFamily="34" charset="0"/>
              <a:ea typeface="Noto Sans JP" pitchFamily="34" charset="-122"/>
              <a:cs typeface="Noto Sans JP" pitchFamily="34" charset="-120"/>
            </a:endParaRPr>
          </a:p>
        </p:txBody>
      </p:sp>
      <p:sp>
        <p:nvSpPr>
          <p:cNvPr id="33" name="Text 31"/>
          <p:cNvSpPr/>
          <p:nvPr/>
        </p:nvSpPr>
        <p:spPr>
          <a:xfrm>
            <a:off x="10134570" y="2676540"/>
            <a:ext cx="761970" cy="381030"/>
          </a:xfrm>
          <a:prstGeom prst="rect">
            <a:avLst/>
          </a:prstGeom>
          <a:noFill/>
          <a:ln>
            <a:noFill/>
          </a:ln>
        </p:spPr>
        <p:txBody>
          <a:bodyPr wrap="none" lIns="0" tIns="0" rIns="0" bIns="0" rtlCol="0" anchor="t"/>
          <a:lstStyle/>
          <a:p>
            <a:pPr algn="ctr" indent="0" marL="0">
              <a:lnSpc>
                <a:spcPct val="187000"/>
              </a:lnSpc>
              <a:buNone/>
            </a:pPr>
            <a:r>
              <a:rPr lang="ja-JP" altLang="en-US" sz="1125" spc="45" kern="0" dirty="0">
                <a:solidFill>
                  <a:srgbClr val="5C5A50"/>
                </a:solidFill>
                <a:latin typeface="Noto Sans JP" pitchFamily="34" charset="0"/>
                <a:ea typeface="Noto Sans JP" pitchFamily="34" charset="-122"/>
                <a:cs typeface="Noto Sans JP" pitchFamily="34" charset="-120"/>
              </a:rPr>
              <a:t>他社</a:t>
            </a:r>
            <a:endParaRPr lang="ja-JP" altLang="en-US" sz="1125" spc="45" kern="0" dirty="0">
              <a:solidFill>
                <a:srgbClr val="5C5A50"/>
              </a:solidFill>
              <a:latin typeface="Noto Sans JP" pitchFamily="34" charset="0"/>
              <a:ea typeface="Noto Sans JP" pitchFamily="34" charset="-122"/>
              <a:cs typeface="Noto Sans JP" pitchFamily="34" charset="-120"/>
            </a:endParaRPr>
          </a:p>
        </p:txBody>
      </p:sp>
      <p:sp>
        <p:nvSpPr>
          <p:cNvPr id="34" name="Text 32"/>
          <p:cNvSpPr/>
          <p:nvPr/>
        </p:nvSpPr>
        <p:spPr>
          <a:xfrm>
            <a:off x="8420070" y="5295930"/>
            <a:ext cx="952530" cy="361920"/>
          </a:xfrm>
          <a:prstGeom prst="rect">
            <a:avLst/>
          </a:prstGeom>
          <a:noFill/>
          <a:ln>
            <a:noFill/>
          </a:ln>
        </p:spPr>
        <p:txBody>
          <a:bodyPr wrap="none" lIns="0" tIns="0" rIns="0" bIns="0" rtlCol="0" anchor="t"/>
          <a:lstStyle/>
          <a:p>
            <a:pPr algn="ctr" indent="0" marL="0">
              <a:lnSpc>
                <a:spcPct val="173000"/>
              </a:lnSpc>
              <a:buNone/>
            </a:pPr>
            <a:r>
              <a:rPr lang="ja-JP" altLang="en-US" sz="1125" spc="45" kern="0" dirty="0">
                <a:solidFill>
                  <a:srgbClr val="6E6B60"/>
                </a:solidFill>
                <a:latin typeface="Noto Sans JP" pitchFamily="34" charset="0"/>
                <a:ea typeface="Noto Sans JP" pitchFamily="34" charset="-122"/>
                <a:cs typeface="Noto Sans JP" pitchFamily="34" charset="-120"/>
              </a:rPr>
              <a:t>他社</a:t>
            </a:r>
            <a:endParaRPr lang="ja-JP" altLang="en-US" sz="1125" spc="45" kern="0" dirty="0">
              <a:solidFill>
                <a:srgbClr val="6E6B60"/>
              </a:solidFill>
              <a:latin typeface="Noto Sans JP" pitchFamily="34" charset="0"/>
              <a:ea typeface="Noto Sans JP" pitchFamily="34" charset="-122"/>
              <a:cs typeface="Noto Sans JP" pitchFamily="34" charset="-120"/>
            </a:endParaRPr>
          </a:p>
        </p:txBody>
      </p:sp>
      <p:sp>
        <p:nvSpPr>
          <p:cNvPr id="35" name="Text 33"/>
          <p:cNvSpPr/>
          <p:nvPr/>
        </p:nvSpPr>
        <p:spPr>
          <a:xfrm>
            <a:off x="9372600" y="5295930"/>
            <a:ext cx="952530" cy="361920"/>
          </a:xfrm>
          <a:prstGeom prst="rect">
            <a:avLst/>
          </a:prstGeom>
          <a:noFill/>
          <a:ln>
            <a:noFill/>
          </a:ln>
        </p:spPr>
        <p:txBody>
          <a:bodyPr wrap="none" lIns="0" tIns="0" rIns="0" bIns="0" rtlCol="0" anchor="t"/>
          <a:lstStyle/>
          <a:p>
            <a:pPr algn="ctr" indent="0" marL="0">
              <a:lnSpc>
                <a:spcPct val="173000"/>
              </a:lnSpc>
              <a:buNone/>
            </a:pPr>
            <a:r>
              <a:rPr lang="ja-JP" altLang="en-US" sz="1125" b="1" spc="45" kern="0" dirty="0">
                <a:solidFill>
                  <a:srgbClr val="33312A"/>
                </a:solidFill>
                <a:latin typeface="Noto Sans JP" pitchFamily="34" charset="0"/>
                <a:ea typeface="Noto Sans JP" pitchFamily="34" charset="-122"/>
                <a:cs typeface="Noto Sans JP" pitchFamily="34" charset="-120"/>
              </a:rPr>
              <a:t>自社</a:t>
            </a:r>
            <a:endParaRPr lang="ja-JP" altLang="en-US" sz="1125" b="1" spc="45" kern="0" dirty="0">
              <a:solidFill>
                <a:srgbClr val="33312A"/>
              </a:solidFill>
              <a:latin typeface="Noto Sans JP" pitchFamily="34" charset="0"/>
              <a:ea typeface="Noto Sans JP" pitchFamily="34" charset="-122"/>
              <a:cs typeface="Noto Sans JP" pitchFamily="34" charset="-120"/>
            </a:endParaRPr>
          </a:p>
        </p:txBody>
      </p:sp>
      <p:sp>
        <p:nvSpPr>
          <p:cNvPr id="36" name="Text 34"/>
          <p:cNvSpPr/>
          <p:nvPr/>
        </p:nvSpPr>
        <p:spPr>
          <a:xfrm>
            <a:off x="10325130" y="5295930"/>
            <a:ext cx="952530" cy="361920"/>
          </a:xfrm>
          <a:prstGeom prst="rect">
            <a:avLst/>
          </a:prstGeom>
          <a:noFill/>
          <a:ln>
            <a:noFill/>
          </a:ln>
        </p:spPr>
        <p:txBody>
          <a:bodyPr wrap="none" lIns="0" tIns="0" rIns="0" bIns="0" rtlCol="0" anchor="t"/>
          <a:lstStyle/>
          <a:p>
            <a:pPr algn="ctr" indent="0" marL="0">
              <a:lnSpc>
                <a:spcPct val="173000"/>
              </a:lnSpc>
              <a:buNone/>
            </a:pPr>
            <a:r>
              <a:rPr lang="ja-JP" altLang="en-US" sz="1125" spc="45" kern="0" dirty="0">
                <a:solidFill>
                  <a:srgbClr val="6E6B60"/>
                </a:solidFill>
                <a:latin typeface="Noto Sans JP" pitchFamily="34" charset="0"/>
                <a:ea typeface="Noto Sans JP" pitchFamily="34" charset="-122"/>
                <a:cs typeface="Noto Sans JP" pitchFamily="34" charset="-120"/>
              </a:rPr>
              <a:t>他社</a:t>
            </a:r>
            <a:endParaRPr lang="ja-JP" altLang="en-US" sz="1125" spc="45" kern="0" dirty="0">
              <a:solidFill>
                <a:srgbClr val="6E6B60"/>
              </a:solidFill>
              <a:latin typeface="Noto Sans JP" pitchFamily="34" charset="0"/>
              <a:ea typeface="Noto Sans JP" pitchFamily="34" charset="-122"/>
              <a:cs typeface="Noto Sans JP" pitchFamily="34" charset="-120"/>
            </a:endParaRPr>
          </a:p>
        </p:txBody>
      </p:sp>
      <p:sp>
        <p:nvSpPr>
          <p:cNvPr id="37" name="Text 35"/>
          <p:cNvSpPr/>
          <p:nvPr/>
        </p:nvSpPr>
        <p:spPr>
          <a:xfrm>
            <a:off x="7372350" y="5543550"/>
            <a:ext cx="297180" cy="361920"/>
          </a:xfrm>
          <a:prstGeom prst="rect">
            <a:avLst/>
          </a:prstGeom>
          <a:noFill/>
          <a:ln>
            <a:noFill/>
          </a:ln>
        </p:spPr>
        <p:txBody>
          <a:bodyPr wrap="none" lIns="0" tIns="0" rIns="0" bIns="0" rtlCol="0" anchor="t"/>
          <a:lstStyle/>
          <a:p>
            <a:pPr algn="l" indent="0" marL="0">
              <a:lnSpc>
                <a:spcPct val="173000"/>
              </a:lnSpc>
              <a:buNone/>
            </a:pPr>
            <a:r>
              <a:rPr lang="ja-JP" altLang="en-US" sz="1125" spc="45" kern="0" dirty="0">
                <a:solidFill>
                  <a:srgbClr val="6E6B60"/>
                </a:solidFill>
                <a:latin typeface="Noto Sans JP" pitchFamily="34" charset="0"/>
                <a:ea typeface="Noto Sans JP" pitchFamily="34" charset="-122"/>
                <a:cs typeface="Noto Sans JP" pitchFamily="34" charset="-120"/>
              </a:rPr>
              <a:t>単価</a:t>
            </a:r>
            <a:endParaRPr lang="ja-JP" altLang="en-US" sz="1125" spc="45" kern="0" dirty="0">
              <a:solidFill>
                <a:srgbClr val="6E6B60"/>
              </a:solidFill>
              <a:latin typeface="Noto Sans JP" pitchFamily="34" charset="0"/>
              <a:ea typeface="Noto Sans JP" pitchFamily="34" charset="-122"/>
              <a:cs typeface="Noto Sans JP" pitchFamily="34" charset="-120"/>
            </a:endParaRPr>
          </a:p>
        </p:txBody>
      </p:sp>
      <p:sp>
        <p:nvSpPr>
          <p:cNvPr id="38" name="Text 36"/>
          <p:cNvSpPr/>
          <p:nvPr/>
        </p:nvSpPr>
        <p:spPr>
          <a:xfrm>
            <a:off x="7372350" y="5791170"/>
            <a:ext cx="297180" cy="361920"/>
          </a:xfrm>
          <a:prstGeom prst="rect">
            <a:avLst/>
          </a:prstGeom>
          <a:noFill/>
          <a:ln>
            <a:noFill/>
          </a:ln>
        </p:spPr>
        <p:txBody>
          <a:bodyPr wrap="none" lIns="0" tIns="0" rIns="0" bIns="0" rtlCol="0" anchor="t"/>
          <a:lstStyle/>
          <a:p>
            <a:pPr algn="l" indent="0" marL="0">
              <a:lnSpc>
                <a:spcPct val="173000"/>
              </a:lnSpc>
              <a:buNone/>
            </a:pPr>
            <a:r>
              <a:rPr lang="ja-JP" altLang="en-US" sz="1125" spc="45" kern="0" dirty="0">
                <a:solidFill>
                  <a:srgbClr val="6E6B60"/>
                </a:solidFill>
                <a:latin typeface="Noto Sans JP" pitchFamily="34" charset="0"/>
                <a:ea typeface="Noto Sans JP" pitchFamily="34" charset="-122"/>
                <a:cs typeface="Noto Sans JP" pitchFamily="34" charset="-120"/>
              </a:rPr>
              <a:t>納期</a:t>
            </a:r>
            <a:endParaRPr lang="ja-JP" altLang="en-US" sz="1125" spc="45" kern="0" dirty="0">
              <a:solidFill>
                <a:srgbClr val="6E6B60"/>
              </a:solidFill>
              <a:latin typeface="Noto Sans JP" pitchFamily="34" charset="0"/>
              <a:ea typeface="Noto Sans JP" pitchFamily="34" charset="-122"/>
              <a:cs typeface="Noto Sans JP" pitchFamily="34" charset="-120"/>
            </a:endParaRPr>
          </a:p>
        </p:txBody>
      </p:sp>
      <p:sp>
        <p:nvSpPr>
          <p:cNvPr id="39" name="Text 37"/>
          <p:cNvSpPr/>
          <p:nvPr/>
        </p:nvSpPr>
        <p:spPr>
          <a:xfrm>
            <a:off x="7372350" y="6038880"/>
            <a:ext cx="148681" cy="361920"/>
          </a:xfrm>
          <a:prstGeom prst="rect">
            <a:avLst/>
          </a:prstGeom>
          <a:noFill/>
          <a:ln>
            <a:noFill/>
          </a:ln>
        </p:spPr>
        <p:txBody>
          <a:bodyPr wrap="none" lIns="0" tIns="0" rIns="0" bIns="0" rtlCol="0" anchor="t"/>
          <a:lstStyle/>
          <a:p>
            <a:pPr algn="l" indent="0" marL="0">
              <a:lnSpc>
                <a:spcPct val="173000"/>
              </a:lnSpc>
              <a:buNone/>
            </a:pPr>
            <a:r>
              <a:rPr lang="ja-JP" altLang="en-US" sz="1125" b="1" spc="45" kern="0" dirty="0">
                <a:solidFill>
                  <a:srgbClr val="4A5D3A"/>
                </a:solidFill>
                <a:latin typeface="Noto Sans JP" pitchFamily="34" charset="0"/>
                <a:ea typeface="Noto Sans JP" pitchFamily="34" charset="-122"/>
                <a:cs typeface="Noto Sans JP" pitchFamily="34" charset="-120"/>
              </a:rPr>
              <a:t>？</a:t>
            </a:r>
            <a:endParaRPr lang="ja-JP" altLang="en-US" sz="1125" b="1" spc="45" kern="0" dirty="0">
              <a:solidFill>
                <a:srgbClr val="4A5D3A"/>
              </a:solidFill>
              <a:latin typeface="Noto Sans JP" pitchFamily="34" charset="0"/>
              <a:ea typeface="Noto Sans JP" pitchFamily="34" charset="-122"/>
              <a:cs typeface="Noto Sans JP" pitchFamily="34" charset="-120"/>
            </a:endParaRPr>
          </a:p>
        </p:txBody>
      </p:sp>
      <p:sp>
        <p:nvSpPr>
          <p:cNvPr id="40" name="Shape 38"/>
          <p:cNvSpPr/>
          <p:nvPr/>
        </p:nvSpPr>
        <p:spPr>
          <a:xfrm>
            <a:off x="914400" y="5162520"/>
            <a:ext cx="190470" cy="19020"/>
          </a:xfrm>
          <a:prstGeom prst="rect">
            <a:avLst/>
          </a:prstGeom>
          <a:solidFill>
            <a:srgbClr val="4A5D3A"/>
          </a:solidFill>
          <a:ln>
            <a:noFill/>
          </a:ln>
        </p:spPr>
      </p:sp>
      <p:sp>
        <p:nvSpPr>
          <p:cNvPr id="41" name="Text 39"/>
          <p:cNvSpPr/>
          <p:nvPr/>
        </p:nvSpPr>
        <p:spPr>
          <a:xfrm>
            <a:off x="914400" y="5295930"/>
            <a:ext cx="6210330" cy="1150590"/>
          </a:xfrm>
          <a:prstGeom prst="rect">
            <a:avLst/>
          </a:prstGeom>
          <a:noFill/>
          <a:ln>
            <a:noFill/>
          </a:ln>
        </p:spPr>
        <p:txBody>
          <a:bodyPr wrap="square" lIns="0" tIns="0" rIns="0" bIns="0" rtlCol="0" anchor="t"/>
          <a:lstStyle/>
          <a:p>
            <a:pPr algn="l" indent="0" marL="0">
              <a:lnSpc>
                <a:spcPct val="168000"/>
              </a:lnSpc>
              <a:buNone/>
            </a:pPr>
            <a:r>
              <a:rPr lang="ja-JP" altLang="en-US" sz="1050" dirty="0">
                <a:solidFill>
                  <a:srgbClr val="4A5D3A"/>
                </a:solidFill>
                <a:latin typeface="Noto Sans JP" pitchFamily="34" charset="0"/>
                <a:ea typeface="Noto Sans JP" pitchFamily="34" charset="-122"/>
                <a:cs typeface="Noto Sans JP" pitchFamily="34" charset="-120"/>
              </a:rPr>
              <a:t>この場で埋める</a:t>
            </a:r>
            <a:endParaRPr lang="ja-JP" altLang="en-US" sz="1050" dirty="0">
              <a:solidFill>
                <a:srgbClr val="4A5D3A"/>
              </a:solidFill>
              <a:latin typeface="Noto Sans JP" pitchFamily="34" charset="0"/>
              <a:ea typeface="Noto Sans JP" pitchFamily="34" charset="-122"/>
              <a:cs typeface="Noto Sans JP" pitchFamily="34" charset="-120"/>
            </a:endParaRPr>
          </a:p>
          <a:p>
            <a:pPr algn="l" indent="0" marL="0">
              <a:lnSpc>
                <a:spcPct val="168000"/>
              </a:lnSpc>
              <a:spcBef>
                <a:spcPts val="1050"/>
              </a:spcBef>
              <a:buNone/>
            </a:pPr>
            <a:r>
              <a:rPr lang="ja-JP" altLang="en-US" sz="1425" dirty="0">
                <a:solidFill>
                  <a:srgbClr val="33312A"/>
                </a:solidFill>
                <a:latin typeface="Noto Sans JP" pitchFamily="34" charset="0"/>
                <a:ea typeface="Noto Sans JP" pitchFamily="34" charset="-122"/>
                <a:cs typeface="Noto Sans JP" pitchFamily="34" charset="-120"/>
              </a:rPr>
              <a:t>私たちがいま実際に並べられているのは、誰の隣か。</a:t>
            </a:r>
            <a:endParaRPr lang="ja-JP" altLang="en-US" sz="1425" dirty="0">
              <a:solidFill>
                <a:srgbClr val="33312A"/>
              </a:solidFill>
              <a:latin typeface="Noto Sans JP" pitchFamily="34" charset="0"/>
              <a:ea typeface="Noto Sans JP" pitchFamily="34" charset="-122"/>
              <a:cs typeface="Noto Sans JP" pitchFamily="34" charset="-120"/>
            </a:endParaRPr>
          </a:p>
          <a:p>
            <a:pPr algn="l" indent="0" marL="0">
              <a:lnSpc>
                <a:spcPct val="168000"/>
              </a:lnSpc>
              <a:spcBef>
                <a:spcPts val="1050"/>
              </a:spcBef>
              <a:buNone/>
            </a:pPr>
            <a:r>
              <a:rPr lang="ja-JP" altLang="en-US" sz="975" b="1" u="dotted" spc="156" kern="0" dirty="0">
                <a:solidFill>
                  <a:srgbClr val="7F8C72"/>
                </a:solidFill>
                <a:uFill>
                  <a:solidFill>
                    <a:srgbClr val="6E8555"/>
                  </a:solidFill>
                </a:uFill>
                <a:latin typeface="Consolas" pitchFamily="34" charset="0"/>
                <a:ea typeface="Noto Sans JP" pitchFamily="34" charset="-122"/>
                <a:cs typeface="Consolas" pitchFamily="34" charset="-120"/>
              </a:rPr>
              <a:t>TODO</a:t>
            </a:r>
            <a:r>
              <a:rPr lang="ja-JP" altLang="en-US" sz="525" u="dotted" dirty="0">
                <a:solidFill>
                  <a:srgbClr val="4A5D3A"/>
                </a:solidFill>
                <a:uFill>
                  <a:solidFill>
                    <a:srgbClr val="6E8555"/>
                  </a:solidFill>
                </a:uFill>
                <a:latin typeface="Consolas" pitchFamily="34" charset="0"/>
                <a:ea typeface="Noto Sans JP" pitchFamily="34" charset="-122"/>
                <a:cs typeface="Consolas" pitchFamily="34" charset="-120"/>
              </a:rPr>
              <a:t>　</a:t>
            </a:r>
            <a:r>
              <a:rPr lang="ja-JP" altLang="en-US" sz="975" u="dotted" dirty="0">
                <a:solidFill>
                  <a:srgbClr val="4A5D3A"/>
                </a:solidFill>
                <a:uFill>
                  <a:solidFill>
                    <a:srgbClr val="6E8555"/>
                  </a:solidFill>
                </a:uFill>
                <a:latin typeface="Consolas" pitchFamily="34" charset="0"/>
                <a:ea typeface="Noto Sans JP" pitchFamily="34" charset="-122"/>
                <a:cs typeface="Consolas" pitchFamily="34" charset="-120"/>
              </a:rPr>
              <a:t>自社の実際の比較相手を1つ書く</a:t>
            </a:r>
            <a:endParaRPr lang="ja-JP" altLang="en-US" sz="975" u="dotted" dirty="0">
              <a:solidFill>
                <a:srgbClr val="4A5D3A"/>
              </a:solidFill>
              <a:uFill>
                <a:solidFill>
                  <a:srgbClr val="6E8555"/>
                </a:solidFill>
              </a:uFill>
              <a:latin typeface="Consolas" pitchFamily="34" charset="0"/>
              <a:ea typeface="Noto Sans JP" pitchFamily="34" charset="-122"/>
              <a:cs typeface="Consolas" pitchFamily="34" charset="-120"/>
            </a:endParaRPr>
          </a:p>
        </p:txBody>
      </p:sp>
      <p:sp>
        <p:nvSpPr>
          <p:cNvPr id="42" name="Text 40"/>
          <p:cNvSpPr/>
          <p:nvPr/>
        </p:nvSpPr>
        <p:spPr>
          <a:xfrm>
            <a:off x="914400" y="6410310"/>
            <a:ext cx="723930" cy="304770"/>
          </a:xfrm>
          <a:prstGeom prst="rect">
            <a:avLst/>
          </a:prstGeom>
          <a:noFill/>
          <a:ln>
            <a:noFill/>
          </a:ln>
        </p:spPr>
        <p:txBody>
          <a:bodyPr wrap="none" lIns="0" tIns="0" rIns="0" bIns="0" rtlCol="0" anchor="t"/>
          <a:lstStyle/>
          <a:p>
            <a:pPr algn="l" indent="0" marL="0">
              <a:lnSpc>
                <a:spcPct val="154000"/>
              </a:lnSpc>
              <a:buNone/>
            </a:pPr>
            <a:r>
              <a:rPr lang="en-US" sz="975" spc="176" kern="0" dirty="0">
                <a:solidFill>
                  <a:srgbClr val="4A5D3A"/>
                </a:solidFill>
                <a:latin typeface="Consolas" pitchFamily="34" charset="0"/>
                <a:ea typeface="Noto Sans JP" pitchFamily="34" charset="-122"/>
                <a:cs typeface="Consolas" pitchFamily="34" charset="-120"/>
              </a:rPr>
              <a:t>APPENDIX</a:t>
            </a:r>
            <a:endParaRPr lang="en-US" sz="975" spc="176" kern="0" dirty="0">
              <a:solidFill>
                <a:srgbClr val="4A5D3A"/>
              </a:solidFill>
              <a:latin typeface="Consolas" pitchFamily="34" charset="0"/>
              <a:ea typeface="Noto Sans JP" pitchFamily="34" charset="-122"/>
              <a:cs typeface="Consolas" pitchFamily="34" charset="-120"/>
            </a:endParaRPr>
          </a:p>
        </p:txBody>
      </p:sp>
      <p:sp>
        <p:nvSpPr>
          <p:cNvPr id="43" name="Shape 41"/>
          <p:cNvSpPr/>
          <p:nvPr/>
        </p:nvSpPr>
        <p:spPr>
          <a:xfrm>
            <a:off x="914400" y="790590"/>
            <a:ext cx="533370" cy="28621"/>
          </a:xfrm>
          <a:prstGeom prst="rect">
            <a:avLst/>
          </a:prstGeom>
          <a:solidFill>
            <a:srgbClr val="4A5D3A"/>
          </a:solidFill>
          <a:ln>
            <a:noFill/>
          </a:ln>
        </p:spPr>
      </p:sp>
      <p:sp>
        <p:nvSpPr>
          <p:cNvPr id="44" name="Text 42"/>
          <p:cNvSpPr/>
          <p:nvPr/>
        </p:nvSpPr>
        <p:spPr>
          <a:xfrm>
            <a:off x="8420070" y="6362670"/>
            <a:ext cx="2857500" cy="209580"/>
          </a:xfrm>
          <a:prstGeom prst="rect">
            <a:avLst/>
          </a:prstGeom>
          <a:noFill/>
          <a:ln>
            <a:noFill/>
          </a:ln>
        </p:spPr>
        <p:txBody>
          <a:bodyPr wrap="square" lIns="0" tIns="0" rIns="0" bIns="0" rtlCol="0" anchor="t"/>
          <a:lstStyle/>
          <a:p>
            <a:pPr algn="r" indent="0" marL="0">
              <a:buNone/>
            </a:pPr>
            <a:r>
              <a:rPr lang="en-US" sz="975" spc="160" kern="0" dirty="0">
                <a:solidFill>
                  <a:srgbClr val="6E6B60"/>
                </a:solidFill>
                <a:latin typeface="Consolas" pitchFamily="34" charset="0"/>
                <a:ea typeface="Noto Sans JP" pitchFamily="34" charset="-122"/>
                <a:cs typeface="Consolas" pitchFamily="34" charset="-120"/>
              </a:rPr>
              <a:t>A2 / A6</a:t>
            </a:r>
            <a:endParaRPr lang="en-US" sz="975" spc="160" kern="0" dirty="0">
              <a:solidFill>
                <a:srgbClr val="6E6B60"/>
              </a:solidFill>
              <a:latin typeface="Consolas" pitchFamily="34" charset="0"/>
              <a:ea typeface="Noto Sans JP" pitchFamily="34" charset="-122"/>
              <a:cs typeface="Consolas" pitchFamily="34" charset="-12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1219170" y="2305020"/>
            <a:ext cx="66660" cy="85771"/>
          </a:xfrm>
          <a:custGeom>
            <a:avLst/>
            <a:gdLst/>
            <a:ahLst/>
            <a:cxnLst/>
            <a:rect l="l" t="t" r="r" b="b"/>
            <a:pathLst>
              <a:path w="66660" h="85771">
                <a:moveTo>
                  <a:pt x="0" y="0"/>
                </a:moveTo>
                <a:lnTo>
                  <a:pt x="66660" y="0"/>
                </a:lnTo>
                <a:lnTo>
                  <a:pt x="66660" y="85771"/>
                </a:lnTo>
                <a:lnTo>
                  <a:pt x="0" y="85771"/>
                </a:lnTo>
                <a:close/>
              </a:path>
            </a:pathLst>
          </a:custGeom>
          <a:noFill/>
          <a:ln w="9525">
            <a:solidFill>
              <a:srgbClr val="C9C4B8"/>
            </a:solidFill>
            <a:prstDash val="solid"/>
          </a:ln>
        </p:spPr>
      </p:sp>
      <p:sp>
        <p:nvSpPr>
          <p:cNvPr id="3" name="Shape 1"/>
          <p:cNvSpPr/>
          <p:nvPr/>
        </p:nvSpPr>
        <p:spPr>
          <a:xfrm>
            <a:off x="1314450" y="2305020"/>
            <a:ext cx="66660" cy="85771"/>
          </a:xfrm>
          <a:custGeom>
            <a:avLst/>
            <a:gdLst/>
            <a:ahLst/>
            <a:cxnLst/>
            <a:rect l="l" t="t" r="r" b="b"/>
            <a:pathLst>
              <a:path w="66660" h="85771">
                <a:moveTo>
                  <a:pt x="0" y="0"/>
                </a:moveTo>
                <a:lnTo>
                  <a:pt x="66660" y="0"/>
                </a:lnTo>
                <a:lnTo>
                  <a:pt x="66660" y="85771"/>
                </a:lnTo>
                <a:lnTo>
                  <a:pt x="0" y="85771"/>
                </a:lnTo>
                <a:close/>
              </a:path>
            </a:pathLst>
          </a:custGeom>
          <a:solidFill>
            <a:srgbClr val="4A5D3A"/>
          </a:solidFill>
          <a:ln>
            <a:noFill/>
          </a:ln>
        </p:spPr>
      </p:sp>
      <p:sp>
        <p:nvSpPr>
          <p:cNvPr id="4" name="Shape 2"/>
          <p:cNvSpPr/>
          <p:nvPr/>
        </p:nvSpPr>
        <p:spPr>
          <a:xfrm>
            <a:off x="1400221" y="2305020"/>
            <a:ext cx="66660" cy="85771"/>
          </a:xfrm>
          <a:custGeom>
            <a:avLst/>
            <a:gdLst/>
            <a:ahLst/>
            <a:cxnLst/>
            <a:rect l="l" t="t" r="r" b="b"/>
            <a:pathLst>
              <a:path w="66660" h="85771">
                <a:moveTo>
                  <a:pt x="0" y="0"/>
                </a:moveTo>
                <a:lnTo>
                  <a:pt x="66660" y="0"/>
                </a:lnTo>
                <a:lnTo>
                  <a:pt x="66660" y="85771"/>
                </a:lnTo>
                <a:lnTo>
                  <a:pt x="0" y="85771"/>
                </a:lnTo>
                <a:close/>
              </a:path>
            </a:pathLst>
          </a:custGeom>
          <a:noFill/>
          <a:ln w="9525">
            <a:solidFill>
              <a:srgbClr val="C9C4B8"/>
            </a:solidFill>
            <a:prstDash val="solid"/>
          </a:ln>
        </p:spPr>
      </p:sp>
      <p:sp>
        <p:nvSpPr>
          <p:cNvPr id="5" name="Shape 3"/>
          <p:cNvSpPr/>
          <p:nvPr/>
        </p:nvSpPr>
        <p:spPr>
          <a:xfrm>
            <a:off x="1209660" y="2400300"/>
            <a:ext cx="266730" cy="0"/>
          </a:xfrm>
          <a:prstGeom prst="line">
            <a:avLst/>
          </a:prstGeom>
          <a:noFill/>
          <a:ln w="14288">
            <a:solidFill>
              <a:srgbClr val="33312A"/>
            </a:solidFill>
            <a:prstDash val="solid"/>
          </a:ln>
        </p:spPr>
      </p:sp>
      <p:sp>
        <p:nvSpPr>
          <p:cNvPr id="6" name="Shape 4"/>
          <p:cNvSpPr/>
          <p:nvPr/>
        </p:nvSpPr>
        <p:spPr>
          <a:xfrm>
            <a:off x="4838730" y="2247870"/>
            <a:ext cx="190470" cy="47640"/>
          </a:xfrm>
          <a:custGeom>
            <a:avLst/>
            <a:gdLst/>
            <a:ahLst/>
            <a:cxnLst/>
            <a:rect l="l" t="t" r="r" b="b"/>
            <a:pathLst>
              <a:path w="190470" h="47640">
                <a:moveTo>
                  <a:pt x="0" y="0"/>
                </a:moveTo>
                <a:lnTo>
                  <a:pt x="190470" y="0"/>
                </a:lnTo>
                <a:lnTo>
                  <a:pt x="190470" y="47640"/>
                </a:lnTo>
                <a:lnTo>
                  <a:pt x="0" y="47640"/>
                </a:lnTo>
                <a:close/>
              </a:path>
            </a:pathLst>
          </a:custGeom>
          <a:noFill/>
          <a:ln w="9525">
            <a:solidFill>
              <a:srgbClr val="33312A"/>
            </a:solidFill>
            <a:prstDash val="solid"/>
          </a:ln>
        </p:spPr>
      </p:sp>
      <p:sp>
        <p:nvSpPr>
          <p:cNvPr id="7" name="Shape 5"/>
          <p:cNvSpPr/>
          <p:nvPr/>
        </p:nvSpPr>
        <p:spPr>
          <a:xfrm>
            <a:off x="4876770" y="2314621"/>
            <a:ext cx="190470" cy="28621"/>
          </a:xfrm>
          <a:custGeom>
            <a:avLst/>
            <a:gdLst/>
            <a:ahLst/>
            <a:cxnLst/>
            <a:rect l="l" t="t" r="r" b="b"/>
            <a:pathLst>
              <a:path w="190470" h="28621">
                <a:moveTo>
                  <a:pt x="0" y="0"/>
                </a:moveTo>
                <a:lnTo>
                  <a:pt x="190470" y="0"/>
                </a:lnTo>
                <a:lnTo>
                  <a:pt x="190470" y="28621"/>
                </a:lnTo>
                <a:lnTo>
                  <a:pt x="0" y="28621"/>
                </a:lnTo>
                <a:close/>
              </a:path>
            </a:pathLst>
          </a:custGeom>
          <a:solidFill>
            <a:srgbClr val="4A5D3A"/>
          </a:solidFill>
          <a:ln>
            <a:noFill/>
          </a:ln>
        </p:spPr>
      </p:sp>
      <p:sp>
        <p:nvSpPr>
          <p:cNvPr id="8" name="Shape 6"/>
          <p:cNvSpPr/>
          <p:nvPr/>
        </p:nvSpPr>
        <p:spPr>
          <a:xfrm>
            <a:off x="4914900" y="2352660"/>
            <a:ext cx="190470" cy="47640"/>
          </a:xfrm>
          <a:custGeom>
            <a:avLst/>
            <a:gdLst/>
            <a:ahLst/>
            <a:cxnLst/>
            <a:rect l="l" t="t" r="r" b="b"/>
            <a:pathLst>
              <a:path w="190470" h="47640">
                <a:moveTo>
                  <a:pt x="0" y="0"/>
                </a:moveTo>
                <a:lnTo>
                  <a:pt x="190470" y="0"/>
                </a:lnTo>
                <a:lnTo>
                  <a:pt x="190470" y="47640"/>
                </a:lnTo>
                <a:lnTo>
                  <a:pt x="0" y="47640"/>
                </a:lnTo>
                <a:close/>
              </a:path>
            </a:pathLst>
          </a:custGeom>
          <a:solidFill>
            <a:srgbClr val="33312A"/>
          </a:solidFill>
          <a:ln>
            <a:noFill/>
          </a:ln>
        </p:spPr>
      </p:sp>
      <p:sp>
        <p:nvSpPr>
          <p:cNvPr id="9" name="Shape 7"/>
          <p:cNvSpPr/>
          <p:nvPr/>
        </p:nvSpPr>
        <p:spPr>
          <a:xfrm>
            <a:off x="8486821" y="2305020"/>
            <a:ext cx="66660" cy="85771"/>
          </a:xfrm>
          <a:custGeom>
            <a:avLst/>
            <a:gdLst/>
            <a:ahLst/>
            <a:cxnLst/>
            <a:rect l="l" t="t" r="r" b="b"/>
            <a:pathLst>
              <a:path w="66660" h="85771">
                <a:moveTo>
                  <a:pt x="0" y="0"/>
                </a:moveTo>
                <a:lnTo>
                  <a:pt x="66660" y="0"/>
                </a:lnTo>
                <a:lnTo>
                  <a:pt x="66660" y="85771"/>
                </a:lnTo>
                <a:lnTo>
                  <a:pt x="0" y="85771"/>
                </a:lnTo>
                <a:close/>
              </a:path>
            </a:pathLst>
          </a:custGeom>
          <a:noFill/>
          <a:ln w="9525">
            <a:solidFill>
              <a:srgbClr val="C9C4B8"/>
            </a:solidFill>
            <a:prstDash val="solid"/>
          </a:ln>
        </p:spPr>
      </p:sp>
      <p:sp>
        <p:nvSpPr>
          <p:cNvPr id="10" name="Shape 8"/>
          <p:cNvSpPr/>
          <p:nvPr/>
        </p:nvSpPr>
        <p:spPr>
          <a:xfrm>
            <a:off x="8572500" y="2305020"/>
            <a:ext cx="66660" cy="85771"/>
          </a:xfrm>
          <a:custGeom>
            <a:avLst/>
            <a:gdLst/>
            <a:ahLst/>
            <a:cxnLst/>
            <a:rect l="l" t="t" r="r" b="b"/>
            <a:pathLst>
              <a:path w="66660" h="85771">
                <a:moveTo>
                  <a:pt x="0" y="0"/>
                </a:moveTo>
                <a:lnTo>
                  <a:pt x="66660" y="0"/>
                </a:lnTo>
                <a:lnTo>
                  <a:pt x="66660" y="85771"/>
                </a:lnTo>
                <a:lnTo>
                  <a:pt x="0" y="85771"/>
                </a:lnTo>
                <a:close/>
              </a:path>
            </a:pathLst>
          </a:custGeom>
          <a:solidFill>
            <a:srgbClr val="4A5D3A"/>
          </a:solidFill>
          <a:ln>
            <a:noFill/>
          </a:ln>
        </p:spPr>
      </p:sp>
      <p:sp>
        <p:nvSpPr>
          <p:cNvPr id="11" name="Shape 9"/>
          <p:cNvSpPr/>
          <p:nvPr/>
        </p:nvSpPr>
        <p:spPr>
          <a:xfrm>
            <a:off x="8667780" y="2305020"/>
            <a:ext cx="66660" cy="85771"/>
          </a:xfrm>
          <a:custGeom>
            <a:avLst/>
            <a:gdLst/>
            <a:ahLst/>
            <a:cxnLst/>
            <a:rect l="l" t="t" r="r" b="b"/>
            <a:pathLst>
              <a:path w="66660" h="85771">
                <a:moveTo>
                  <a:pt x="0" y="0"/>
                </a:moveTo>
                <a:lnTo>
                  <a:pt x="66660" y="0"/>
                </a:lnTo>
                <a:lnTo>
                  <a:pt x="66660" y="85771"/>
                </a:lnTo>
                <a:lnTo>
                  <a:pt x="0" y="85771"/>
                </a:lnTo>
                <a:close/>
              </a:path>
            </a:pathLst>
          </a:custGeom>
          <a:noFill/>
          <a:ln w="9525">
            <a:solidFill>
              <a:srgbClr val="C9C4B8"/>
            </a:solidFill>
            <a:prstDash val="solid"/>
          </a:ln>
        </p:spPr>
      </p:sp>
      <p:sp>
        <p:nvSpPr>
          <p:cNvPr id="12" name="Shape 10"/>
          <p:cNvSpPr/>
          <p:nvPr/>
        </p:nvSpPr>
        <p:spPr>
          <a:xfrm>
            <a:off x="8477220" y="2400300"/>
            <a:ext cx="266730" cy="0"/>
          </a:xfrm>
          <a:prstGeom prst="line">
            <a:avLst/>
          </a:prstGeom>
          <a:noFill/>
          <a:ln w="14288">
            <a:solidFill>
              <a:srgbClr val="33312A"/>
            </a:solidFill>
            <a:prstDash val="solid"/>
          </a:ln>
        </p:spPr>
      </p:sp>
      <p:sp>
        <p:nvSpPr>
          <p:cNvPr id="13" name="Text 11"/>
          <p:cNvSpPr/>
          <p:nvPr/>
        </p:nvSpPr>
        <p:spPr>
          <a:xfrm>
            <a:off x="914400" y="457200"/>
            <a:ext cx="171450" cy="304770"/>
          </a:xfrm>
          <a:prstGeom prst="rect">
            <a:avLst/>
          </a:prstGeom>
          <a:noFill/>
          <a:ln>
            <a:noFill/>
          </a:ln>
        </p:spPr>
        <p:txBody>
          <a:bodyPr wrap="none" lIns="0" tIns="0" rIns="0" bIns="0" rtlCol="0" anchor="t"/>
          <a:lstStyle/>
          <a:p>
            <a:pPr algn="l" indent="0" marL="0">
              <a:lnSpc>
                <a:spcPct val="154000"/>
              </a:lnSpc>
              <a:buNone/>
            </a:pPr>
            <a:r>
              <a:rPr lang="en-US" sz="975" b="1" spc="156" kern="0" dirty="0">
                <a:solidFill>
                  <a:srgbClr val="4A5D3A"/>
                </a:solidFill>
                <a:latin typeface="Consolas" pitchFamily="34" charset="0"/>
                <a:ea typeface="Noto Sans JP" pitchFamily="34" charset="-122"/>
                <a:cs typeface="Consolas" pitchFamily="34" charset="-120"/>
              </a:rPr>
              <a:t>A3</a:t>
            </a:r>
            <a:endParaRPr lang="en-US" sz="975" b="1" spc="156" kern="0" dirty="0">
              <a:solidFill>
                <a:srgbClr val="4A5D3A"/>
              </a:solidFill>
              <a:latin typeface="Consolas" pitchFamily="34" charset="0"/>
              <a:ea typeface="Noto Sans JP" pitchFamily="34" charset="-122"/>
              <a:cs typeface="Consolas" pitchFamily="34" charset="-120"/>
            </a:endParaRPr>
          </a:p>
        </p:txBody>
      </p:sp>
      <p:sp>
        <p:nvSpPr>
          <p:cNvPr id="14" name="Text 12"/>
          <p:cNvSpPr/>
          <p:nvPr/>
        </p:nvSpPr>
        <p:spPr>
          <a:xfrm>
            <a:off x="1238280" y="438180"/>
            <a:ext cx="1933590" cy="314371"/>
          </a:xfrm>
          <a:prstGeom prst="rect">
            <a:avLst/>
          </a:prstGeom>
          <a:noFill/>
          <a:ln>
            <a:noFill/>
          </a:ln>
        </p:spPr>
        <p:txBody>
          <a:bodyPr wrap="none" lIns="0" tIns="0" rIns="0" bIns="0" rtlCol="0" anchor="t"/>
          <a:lstStyle/>
          <a:p>
            <a:pPr algn="l" indent="0" marL="0">
              <a:lnSpc>
                <a:spcPct val="150000"/>
              </a:lnSpc>
              <a:buNone/>
            </a:pPr>
            <a:r>
              <a:rPr lang="ja-JP" altLang="en-US" sz="1050" spc="126" kern="0" dirty="0">
                <a:solidFill>
                  <a:srgbClr val="33312A"/>
                </a:solidFill>
                <a:latin typeface="Noto Sans JP" pitchFamily="34" charset="0"/>
                <a:ea typeface="Noto Sans JP" pitchFamily="34" charset="-122"/>
                <a:cs typeface="Noto Sans JP" pitchFamily="34" charset="-120"/>
              </a:rPr>
              <a:t>附録｜で、いくらかかるのか</a:t>
            </a:r>
            <a:endParaRPr lang="ja-JP" altLang="en-US" sz="1050" spc="126" kern="0" dirty="0">
              <a:solidFill>
                <a:srgbClr val="33312A"/>
              </a:solidFill>
              <a:latin typeface="Noto Sans JP" pitchFamily="34" charset="0"/>
              <a:ea typeface="Noto Sans JP" pitchFamily="34" charset="-122"/>
              <a:cs typeface="Noto Sans JP" pitchFamily="34" charset="-120"/>
            </a:endParaRPr>
          </a:p>
        </p:txBody>
      </p:sp>
      <p:sp>
        <p:nvSpPr>
          <p:cNvPr id="15" name="Shape 13"/>
          <p:cNvSpPr/>
          <p:nvPr/>
        </p:nvSpPr>
        <p:spPr>
          <a:xfrm>
            <a:off x="914400" y="800100"/>
            <a:ext cx="10363170" cy="9510"/>
          </a:xfrm>
          <a:prstGeom prst="rect">
            <a:avLst/>
          </a:prstGeom>
          <a:solidFill>
            <a:srgbClr val="C9C4B8"/>
          </a:solidFill>
          <a:ln>
            <a:noFill/>
          </a:ln>
        </p:spPr>
      </p:sp>
      <p:sp>
        <p:nvSpPr>
          <p:cNvPr id="16" name="Shape 14"/>
          <p:cNvSpPr/>
          <p:nvPr/>
        </p:nvSpPr>
        <p:spPr>
          <a:xfrm>
            <a:off x="914400" y="1066830"/>
            <a:ext cx="19020" cy="642915"/>
          </a:xfrm>
          <a:prstGeom prst="rect">
            <a:avLst/>
          </a:prstGeom>
          <a:solidFill>
            <a:srgbClr val="C9C4B8"/>
          </a:solidFill>
          <a:ln>
            <a:noFill/>
          </a:ln>
        </p:spPr>
      </p:sp>
      <p:sp>
        <p:nvSpPr>
          <p:cNvPr id="17" name="Text 15"/>
          <p:cNvSpPr/>
          <p:nvPr/>
        </p:nvSpPr>
        <p:spPr>
          <a:xfrm>
            <a:off x="1162020" y="1066830"/>
            <a:ext cx="10115550" cy="757215"/>
          </a:xfrm>
          <a:prstGeom prst="rect">
            <a:avLst/>
          </a:prstGeom>
          <a:noFill/>
          <a:ln>
            <a:noFill/>
          </a:ln>
        </p:spPr>
        <p:txBody>
          <a:bodyPr wrap="square" lIns="0" tIns="0" rIns="0" bIns="0" rtlCol="0" anchor="t"/>
          <a:lstStyle/>
          <a:p>
            <a:pPr algn="l" indent="0" marL="0">
              <a:lnSpc>
                <a:spcPct val="150000"/>
              </a:lnSpc>
              <a:buNone/>
            </a:pPr>
            <a:r>
              <a:rPr lang="ja-JP" altLang="en-US" sz="1125" dirty="0">
                <a:solidFill>
                  <a:srgbClr val="5C5A50"/>
                </a:solidFill>
                <a:latin typeface="Noto Sans JP" pitchFamily="34" charset="0"/>
                <a:ea typeface="Noto Sans JP" pitchFamily="34" charset="-122"/>
                <a:cs typeface="Noto Sans JP" pitchFamily="34" charset="-120"/>
              </a:rPr>
              <a:t>この枚で答えること</a:t>
            </a:r>
            <a:endParaRPr lang="ja-JP" altLang="en-US" sz="1125" dirty="0">
              <a:solidFill>
                <a:srgbClr val="5C5A50"/>
              </a:solidFill>
              <a:latin typeface="Noto Sans JP" pitchFamily="34" charset="0"/>
              <a:ea typeface="Noto Sans JP" pitchFamily="34" charset="-122"/>
              <a:cs typeface="Noto Sans JP" pitchFamily="34" charset="-120"/>
            </a:endParaRPr>
          </a:p>
          <a:p>
            <a:pPr algn="l" indent="0" marL="0">
              <a:lnSpc>
                <a:spcPct val="150000"/>
              </a:lnSpc>
              <a:buNone/>
            </a:pPr>
            <a:r>
              <a:rPr lang="ja-JP" altLang="en-US" sz="2250" dirty="0">
                <a:solidFill>
                  <a:srgbClr val="33312A"/>
                </a:solidFill>
                <a:latin typeface="Noto Serif JP Medium" pitchFamily="34" charset="0"/>
                <a:ea typeface="Noto Serif JP Medium" pitchFamily="34" charset="-122"/>
                <a:cs typeface="Noto Serif JP Medium" pitchFamily="34" charset="-120"/>
              </a:rPr>
              <a:t>今日の三つの事例で、追加でかかったのは何だったか。</a:t>
            </a:r>
            <a:endParaRPr lang="ja-JP" altLang="en-US" sz="2250" dirty="0">
              <a:solidFill>
                <a:srgbClr val="33312A"/>
              </a:solidFill>
              <a:latin typeface="Noto Serif JP Medium" pitchFamily="34" charset="0"/>
              <a:ea typeface="Noto Serif JP Medium" pitchFamily="34" charset="-122"/>
              <a:cs typeface="Noto Serif JP Medium" pitchFamily="34" charset="-120"/>
            </a:endParaRPr>
          </a:p>
        </p:txBody>
      </p:sp>
      <p:sp>
        <p:nvSpPr>
          <p:cNvPr id="18" name="Shape 16"/>
          <p:cNvSpPr/>
          <p:nvPr/>
        </p:nvSpPr>
        <p:spPr>
          <a:xfrm>
            <a:off x="914400" y="1943100"/>
            <a:ext cx="3098810" cy="19020"/>
          </a:xfrm>
          <a:prstGeom prst="rect">
            <a:avLst/>
          </a:prstGeom>
          <a:solidFill>
            <a:srgbClr val="4A5D3A"/>
          </a:solidFill>
          <a:ln>
            <a:noFill/>
          </a:ln>
        </p:spPr>
      </p:sp>
      <p:sp>
        <p:nvSpPr>
          <p:cNvPr id="19" name="Text 17"/>
          <p:cNvSpPr/>
          <p:nvPr/>
        </p:nvSpPr>
        <p:spPr>
          <a:xfrm>
            <a:off x="914400" y="2228850"/>
            <a:ext cx="3098810" cy="300015"/>
          </a:xfrm>
          <a:prstGeom prst="rect">
            <a:avLst/>
          </a:prstGeom>
          <a:noFill/>
          <a:ln>
            <a:noFill/>
          </a:ln>
        </p:spPr>
        <p:txBody>
          <a:bodyPr wrap="none" lIns="0" tIns="0" rIns="0" bIns="0" rtlCol="0" anchor="t"/>
          <a:lstStyle/>
          <a:p>
            <a:pPr algn="l" indent="0" marL="0">
              <a:lnSpc>
                <a:spcPct val="154000"/>
              </a:lnSpc>
              <a:buNone/>
            </a:pPr>
            <a:r>
              <a:rPr lang="en-US" sz="975" spc="176" kern="0" dirty="0">
                <a:solidFill>
                  <a:srgbClr val="4A5D3A"/>
                </a:solidFill>
                <a:latin typeface="Consolas" pitchFamily="34" charset="0"/>
                <a:ea typeface="Noto Sans JP" pitchFamily="34" charset="-122"/>
                <a:cs typeface="Consolas" pitchFamily="34" charset="-120"/>
              </a:rPr>
              <a:t>01</a:t>
            </a:r>
            <a:endParaRPr lang="en-US" sz="975" spc="176" kern="0" dirty="0">
              <a:solidFill>
                <a:srgbClr val="4A5D3A"/>
              </a:solidFill>
              <a:latin typeface="Consolas" pitchFamily="34" charset="0"/>
              <a:ea typeface="Noto Sans JP" pitchFamily="34" charset="-122"/>
              <a:cs typeface="Consolas" pitchFamily="34" charset="-120"/>
            </a:endParaRPr>
          </a:p>
        </p:txBody>
      </p:sp>
      <p:sp>
        <p:nvSpPr>
          <p:cNvPr id="20" name="Text 18"/>
          <p:cNvSpPr/>
          <p:nvPr/>
        </p:nvSpPr>
        <p:spPr>
          <a:xfrm>
            <a:off x="914400" y="2528865"/>
            <a:ext cx="3222620" cy="704820"/>
          </a:xfrm>
          <a:prstGeom prst="rect">
            <a:avLst/>
          </a:prstGeom>
          <a:noFill/>
          <a:ln>
            <a:noFill/>
          </a:ln>
        </p:spPr>
        <p:txBody>
          <a:bodyPr wrap="square" lIns="0" tIns="0" rIns="0" bIns="0" rtlCol="0" anchor="t"/>
          <a:lstStyle/>
          <a:p>
            <a:pPr algn="l" indent="0" marL="0">
              <a:lnSpc>
                <a:spcPct val="150000"/>
              </a:lnSpc>
              <a:buNone/>
            </a:pPr>
            <a:r>
              <a:rPr lang="ja-JP" altLang="en-US" sz="1650" b="1" dirty="0">
                <a:solidFill>
                  <a:srgbClr val="1B1A16"/>
                </a:solidFill>
                <a:latin typeface="Noto Sans JP" pitchFamily="34" charset="0"/>
                <a:ea typeface="Noto Sans JP" pitchFamily="34" charset="-122"/>
                <a:cs typeface="Noto Sans JP" pitchFamily="34" charset="-120"/>
              </a:rPr>
              <a:t>任天堂</a:t>
            </a:r>
            <a:endParaRPr lang="ja-JP" altLang="en-US" sz="1650" b="1" dirty="0">
              <a:solidFill>
                <a:srgbClr val="1B1A16"/>
              </a:solidFill>
              <a:latin typeface="Noto Sans JP" pitchFamily="34" charset="0"/>
              <a:ea typeface="Noto Sans JP" pitchFamily="34" charset="-122"/>
              <a:cs typeface="Noto Sans JP" pitchFamily="34" charset="-120"/>
            </a:endParaRPr>
          </a:p>
          <a:p>
            <a:pPr algn="l" indent="0" marL="0">
              <a:lnSpc>
                <a:spcPct val="150000"/>
              </a:lnSpc>
              <a:spcBef>
                <a:spcPts val="600"/>
              </a:spcBef>
              <a:buNone/>
            </a:pPr>
            <a:r>
              <a:rPr lang="en-US" sz="1050" dirty="0">
                <a:solidFill>
                  <a:srgbClr val="6E6B60"/>
                </a:solidFill>
                <a:latin typeface="Consolas" pitchFamily="34" charset="0"/>
                <a:ea typeface="Noto Sans JP" pitchFamily="34" charset="-122"/>
                <a:cs typeface="Consolas" pitchFamily="34" charset="-120"/>
              </a:rPr>
              <a:t>NINTENDO</a:t>
            </a:r>
            <a:endParaRPr lang="en-US" sz="1050" dirty="0">
              <a:solidFill>
                <a:srgbClr val="6E6B60"/>
              </a:solidFill>
              <a:latin typeface="Consolas" pitchFamily="34" charset="0"/>
              <a:ea typeface="Noto Sans JP" pitchFamily="34" charset="-122"/>
              <a:cs typeface="Consolas" pitchFamily="34" charset="-120"/>
            </a:endParaRPr>
          </a:p>
        </p:txBody>
      </p:sp>
      <p:sp>
        <p:nvSpPr>
          <p:cNvPr id="21" name="Text 19"/>
          <p:cNvSpPr/>
          <p:nvPr/>
        </p:nvSpPr>
        <p:spPr>
          <a:xfrm>
            <a:off x="914400" y="3386115"/>
            <a:ext cx="3098810" cy="421996"/>
          </a:xfrm>
          <a:prstGeom prst="rect">
            <a:avLst/>
          </a:prstGeom>
          <a:noFill/>
          <a:ln>
            <a:noFill/>
          </a:ln>
        </p:spPr>
        <p:txBody>
          <a:bodyPr wrap="none" lIns="0" tIns="0" rIns="0" bIns="0" rtlCol="0" anchor="t"/>
          <a:lstStyle/>
          <a:p>
            <a:pPr algn="l" indent="0" marL="0">
              <a:lnSpc>
                <a:spcPct val="168000"/>
              </a:lnSpc>
              <a:buNone/>
            </a:pPr>
            <a:r>
              <a:rPr lang="ja-JP" altLang="en-US" sz="1425" spc="29" kern="0" dirty="0">
                <a:solidFill>
                  <a:srgbClr val="1B1A16"/>
                </a:solidFill>
                <a:latin typeface="Noto Sans JP" pitchFamily="34" charset="0"/>
                <a:ea typeface="Noto Sans JP" pitchFamily="34" charset="-122"/>
                <a:cs typeface="Noto Sans JP" pitchFamily="34" charset="-120"/>
              </a:rPr>
              <a:t>金型と、同梱するもの</a:t>
            </a:r>
            <a:endParaRPr lang="ja-JP" altLang="en-US" sz="1425" spc="29" kern="0" dirty="0">
              <a:solidFill>
                <a:srgbClr val="1B1A16"/>
              </a:solidFill>
              <a:latin typeface="Noto Sans JP" pitchFamily="34" charset="0"/>
              <a:ea typeface="Noto Sans JP" pitchFamily="34" charset="-122"/>
              <a:cs typeface="Noto Sans JP" pitchFamily="34" charset="-120"/>
            </a:endParaRPr>
          </a:p>
        </p:txBody>
      </p:sp>
      <p:sp>
        <p:nvSpPr>
          <p:cNvPr id="22" name="Text 20"/>
          <p:cNvSpPr/>
          <p:nvPr/>
        </p:nvSpPr>
        <p:spPr>
          <a:xfrm>
            <a:off x="914400" y="3827130"/>
            <a:ext cx="3098810" cy="342900"/>
          </a:xfrm>
          <a:prstGeom prst="rect">
            <a:avLst/>
          </a:prstGeom>
          <a:noFill/>
          <a:ln>
            <a:noFill/>
          </a:ln>
        </p:spPr>
        <p:txBody>
          <a:bodyPr wrap="none" lIns="0" tIns="0" rIns="0" bIns="0" rtlCol="0" anchor="t"/>
          <a:lstStyle/>
          <a:p>
            <a:pPr algn="l" indent="0" marL="0">
              <a:lnSpc>
                <a:spcPct val="160000"/>
              </a:lnSpc>
              <a:buNone/>
            </a:pPr>
            <a:r>
              <a:rPr lang="ja-JP" altLang="en-US" sz="1125" spc="45" kern="0" dirty="0">
                <a:solidFill>
                  <a:srgbClr val="5C5A50"/>
                </a:solidFill>
                <a:latin typeface="Noto Sans JP" pitchFamily="34" charset="0"/>
                <a:ea typeface="Noto Sans JP" pitchFamily="34" charset="-122"/>
                <a:cs typeface="Noto Sans JP" pitchFamily="34" charset="-120"/>
              </a:rPr>
              <a:t>＝ 製造原価</a:t>
            </a:r>
            <a:endParaRPr lang="ja-JP" altLang="en-US" sz="1125" spc="45" kern="0" dirty="0">
              <a:solidFill>
                <a:srgbClr val="5C5A50"/>
              </a:solidFill>
              <a:latin typeface="Noto Sans JP" pitchFamily="34" charset="0"/>
              <a:ea typeface="Noto Sans JP" pitchFamily="34" charset="-122"/>
              <a:cs typeface="Noto Sans JP" pitchFamily="34" charset="-120"/>
            </a:endParaRPr>
          </a:p>
        </p:txBody>
      </p:sp>
      <p:sp>
        <p:nvSpPr>
          <p:cNvPr id="23" name="Shape 21"/>
          <p:cNvSpPr/>
          <p:nvPr/>
        </p:nvSpPr>
        <p:spPr>
          <a:xfrm>
            <a:off x="4546580" y="1943100"/>
            <a:ext cx="3098810" cy="19020"/>
          </a:xfrm>
          <a:prstGeom prst="rect">
            <a:avLst/>
          </a:prstGeom>
          <a:solidFill>
            <a:srgbClr val="4A5D3A"/>
          </a:solidFill>
          <a:ln>
            <a:noFill/>
          </a:ln>
        </p:spPr>
      </p:sp>
      <p:sp>
        <p:nvSpPr>
          <p:cNvPr id="24" name="Text 22"/>
          <p:cNvSpPr/>
          <p:nvPr/>
        </p:nvSpPr>
        <p:spPr>
          <a:xfrm>
            <a:off x="4546580" y="2228850"/>
            <a:ext cx="3098810" cy="300015"/>
          </a:xfrm>
          <a:prstGeom prst="rect">
            <a:avLst/>
          </a:prstGeom>
          <a:noFill/>
          <a:ln>
            <a:noFill/>
          </a:ln>
        </p:spPr>
        <p:txBody>
          <a:bodyPr wrap="none" lIns="0" tIns="0" rIns="0" bIns="0" rtlCol="0" anchor="t"/>
          <a:lstStyle/>
          <a:p>
            <a:pPr algn="l" indent="0" marL="0">
              <a:lnSpc>
                <a:spcPct val="154000"/>
              </a:lnSpc>
              <a:buNone/>
            </a:pPr>
            <a:r>
              <a:rPr lang="en-US" sz="975" spc="176" kern="0" dirty="0">
                <a:solidFill>
                  <a:srgbClr val="4A5D3A"/>
                </a:solidFill>
                <a:latin typeface="Consolas" pitchFamily="34" charset="0"/>
                <a:ea typeface="Noto Sans JP" pitchFamily="34" charset="-122"/>
                <a:cs typeface="Consolas" pitchFamily="34" charset="-120"/>
              </a:rPr>
              <a:t>02</a:t>
            </a:r>
            <a:endParaRPr lang="en-US" sz="975" spc="176" kern="0" dirty="0">
              <a:solidFill>
                <a:srgbClr val="4A5D3A"/>
              </a:solidFill>
              <a:latin typeface="Consolas" pitchFamily="34" charset="0"/>
              <a:ea typeface="Noto Sans JP" pitchFamily="34" charset="-122"/>
              <a:cs typeface="Consolas" pitchFamily="34" charset="-120"/>
            </a:endParaRPr>
          </a:p>
        </p:txBody>
      </p:sp>
      <p:sp>
        <p:nvSpPr>
          <p:cNvPr id="25" name="Text 23"/>
          <p:cNvSpPr/>
          <p:nvPr/>
        </p:nvSpPr>
        <p:spPr>
          <a:xfrm>
            <a:off x="4546580" y="2528865"/>
            <a:ext cx="3222620" cy="704820"/>
          </a:xfrm>
          <a:prstGeom prst="rect">
            <a:avLst/>
          </a:prstGeom>
          <a:noFill/>
          <a:ln>
            <a:noFill/>
          </a:ln>
        </p:spPr>
        <p:txBody>
          <a:bodyPr wrap="square" lIns="0" tIns="0" rIns="0" bIns="0" rtlCol="0" anchor="t"/>
          <a:lstStyle/>
          <a:p>
            <a:pPr algn="l" indent="0" marL="0">
              <a:lnSpc>
                <a:spcPct val="150000"/>
              </a:lnSpc>
              <a:buNone/>
            </a:pPr>
            <a:r>
              <a:rPr lang="en-US" sz="1650" b="1" dirty="0">
                <a:solidFill>
                  <a:srgbClr val="1B1A16"/>
                </a:solidFill>
                <a:latin typeface="Noto Sans JP" pitchFamily="34" charset="0"/>
                <a:ea typeface="Noto Sans JP" pitchFamily="34" charset="-122"/>
                <a:cs typeface="Noto Sans JP" pitchFamily="34" charset="-120"/>
              </a:rPr>
              <a:t>Cyberpunk 2077</a:t>
            </a:r>
            <a:endParaRPr lang="en-US" sz="1650" b="1" dirty="0">
              <a:solidFill>
                <a:srgbClr val="1B1A16"/>
              </a:solidFill>
              <a:latin typeface="Noto Sans JP" pitchFamily="34" charset="0"/>
              <a:ea typeface="Noto Sans JP" pitchFamily="34" charset="-122"/>
              <a:cs typeface="Noto Sans JP" pitchFamily="34" charset="-120"/>
            </a:endParaRPr>
          </a:p>
          <a:p>
            <a:pPr algn="l" indent="0" marL="0">
              <a:lnSpc>
                <a:spcPct val="150000"/>
              </a:lnSpc>
              <a:spcBef>
                <a:spcPts val="600"/>
              </a:spcBef>
              <a:buNone/>
            </a:pPr>
            <a:r>
              <a:rPr lang="en-US" sz="1050" dirty="0">
                <a:solidFill>
                  <a:srgbClr val="6E6B60"/>
                </a:solidFill>
                <a:latin typeface="Consolas" pitchFamily="34" charset="0"/>
                <a:ea typeface="Noto Sans JP" pitchFamily="34" charset="-122"/>
                <a:cs typeface="Consolas" pitchFamily="34" charset="-120"/>
              </a:rPr>
              <a:t>CD PROJEKT RED</a:t>
            </a:r>
            <a:endParaRPr lang="en-US" sz="1050" dirty="0">
              <a:solidFill>
                <a:srgbClr val="6E6B60"/>
              </a:solidFill>
              <a:latin typeface="Consolas" pitchFamily="34" charset="0"/>
              <a:ea typeface="Noto Sans JP" pitchFamily="34" charset="-122"/>
              <a:cs typeface="Consolas" pitchFamily="34" charset="-120"/>
            </a:endParaRPr>
          </a:p>
        </p:txBody>
      </p:sp>
      <p:sp>
        <p:nvSpPr>
          <p:cNvPr id="26" name="Text 24"/>
          <p:cNvSpPr/>
          <p:nvPr/>
        </p:nvSpPr>
        <p:spPr>
          <a:xfrm>
            <a:off x="4546580" y="3386115"/>
            <a:ext cx="3098810" cy="421996"/>
          </a:xfrm>
          <a:prstGeom prst="rect">
            <a:avLst/>
          </a:prstGeom>
          <a:noFill/>
          <a:ln>
            <a:noFill/>
          </a:ln>
        </p:spPr>
        <p:txBody>
          <a:bodyPr wrap="none" lIns="0" tIns="0" rIns="0" bIns="0" rtlCol="0" anchor="t"/>
          <a:lstStyle/>
          <a:p>
            <a:pPr algn="l" indent="0" marL="0">
              <a:lnSpc>
                <a:spcPct val="168000"/>
              </a:lnSpc>
              <a:buNone/>
            </a:pPr>
            <a:r>
              <a:rPr lang="ja-JP" altLang="en-US" sz="1425" spc="29" kern="0" dirty="0">
                <a:solidFill>
                  <a:srgbClr val="1B1A16"/>
                </a:solidFill>
                <a:latin typeface="Noto Sans JP" pitchFamily="34" charset="0"/>
                <a:ea typeface="Noto Sans JP" pitchFamily="34" charset="-122"/>
                <a:cs typeface="Noto Sans JP" pitchFamily="34" charset="-120"/>
              </a:rPr>
              <a:t>アニメの制作費</a:t>
            </a:r>
            <a:endParaRPr lang="ja-JP" altLang="en-US" sz="1425" spc="29" kern="0" dirty="0">
              <a:solidFill>
                <a:srgbClr val="1B1A16"/>
              </a:solidFill>
              <a:latin typeface="Noto Sans JP" pitchFamily="34" charset="0"/>
              <a:ea typeface="Noto Sans JP" pitchFamily="34" charset="-122"/>
              <a:cs typeface="Noto Sans JP" pitchFamily="34" charset="-120"/>
            </a:endParaRPr>
          </a:p>
        </p:txBody>
      </p:sp>
      <p:sp>
        <p:nvSpPr>
          <p:cNvPr id="27" name="Text 25"/>
          <p:cNvSpPr/>
          <p:nvPr/>
        </p:nvSpPr>
        <p:spPr>
          <a:xfrm>
            <a:off x="4546580" y="3827130"/>
            <a:ext cx="3098810" cy="342900"/>
          </a:xfrm>
          <a:prstGeom prst="rect">
            <a:avLst/>
          </a:prstGeom>
          <a:noFill/>
          <a:ln>
            <a:noFill/>
          </a:ln>
        </p:spPr>
        <p:txBody>
          <a:bodyPr wrap="none" lIns="0" tIns="0" rIns="0" bIns="0" rtlCol="0" anchor="t"/>
          <a:lstStyle/>
          <a:p>
            <a:pPr algn="l" indent="0" marL="0">
              <a:lnSpc>
                <a:spcPct val="160000"/>
              </a:lnSpc>
              <a:buNone/>
            </a:pPr>
            <a:r>
              <a:rPr lang="ja-JP" altLang="en-US" sz="1125" spc="45" kern="0" dirty="0">
                <a:solidFill>
                  <a:srgbClr val="5C5A50"/>
                </a:solidFill>
                <a:latin typeface="Noto Sans JP" pitchFamily="34" charset="0"/>
                <a:ea typeface="Noto Sans JP" pitchFamily="34" charset="-122"/>
                <a:cs typeface="Noto Sans JP" pitchFamily="34" charset="-120"/>
              </a:rPr>
              <a:t>＝ 外部スタジオへの投資</a:t>
            </a:r>
            <a:endParaRPr lang="ja-JP" altLang="en-US" sz="1125" spc="45" kern="0" dirty="0">
              <a:solidFill>
                <a:srgbClr val="5C5A50"/>
              </a:solidFill>
              <a:latin typeface="Noto Sans JP" pitchFamily="34" charset="0"/>
              <a:ea typeface="Noto Sans JP" pitchFamily="34" charset="-122"/>
              <a:cs typeface="Noto Sans JP" pitchFamily="34" charset="-120"/>
            </a:endParaRPr>
          </a:p>
        </p:txBody>
      </p:sp>
      <p:sp>
        <p:nvSpPr>
          <p:cNvPr id="28" name="Shape 26"/>
          <p:cNvSpPr/>
          <p:nvPr/>
        </p:nvSpPr>
        <p:spPr>
          <a:xfrm>
            <a:off x="8178759" y="1943100"/>
            <a:ext cx="3098902" cy="19020"/>
          </a:xfrm>
          <a:prstGeom prst="rect">
            <a:avLst/>
          </a:prstGeom>
          <a:solidFill>
            <a:srgbClr val="4A5D3A"/>
          </a:solidFill>
          <a:ln>
            <a:noFill/>
          </a:ln>
        </p:spPr>
      </p:sp>
      <p:sp>
        <p:nvSpPr>
          <p:cNvPr id="29" name="Text 27"/>
          <p:cNvSpPr/>
          <p:nvPr/>
        </p:nvSpPr>
        <p:spPr>
          <a:xfrm>
            <a:off x="8178759" y="2228850"/>
            <a:ext cx="3098902" cy="300015"/>
          </a:xfrm>
          <a:prstGeom prst="rect">
            <a:avLst/>
          </a:prstGeom>
          <a:noFill/>
          <a:ln>
            <a:noFill/>
          </a:ln>
        </p:spPr>
        <p:txBody>
          <a:bodyPr wrap="none" lIns="0" tIns="0" rIns="0" bIns="0" rtlCol="0" anchor="t"/>
          <a:lstStyle/>
          <a:p>
            <a:pPr algn="l" indent="0" marL="0">
              <a:lnSpc>
                <a:spcPct val="154000"/>
              </a:lnSpc>
              <a:buNone/>
            </a:pPr>
            <a:r>
              <a:rPr lang="en-US" sz="975" spc="176" kern="0" dirty="0">
                <a:solidFill>
                  <a:srgbClr val="4A5D3A"/>
                </a:solidFill>
                <a:latin typeface="Consolas" pitchFamily="34" charset="0"/>
                <a:ea typeface="Noto Sans JP" pitchFamily="34" charset="-122"/>
                <a:cs typeface="Consolas" pitchFamily="34" charset="-120"/>
              </a:rPr>
              <a:t>03</a:t>
            </a:r>
            <a:endParaRPr lang="en-US" sz="975" spc="176" kern="0" dirty="0">
              <a:solidFill>
                <a:srgbClr val="4A5D3A"/>
              </a:solidFill>
              <a:latin typeface="Consolas" pitchFamily="34" charset="0"/>
              <a:ea typeface="Noto Sans JP" pitchFamily="34" charset="-122"/>
              <a:cs typeface="Consolas" pitchFamily="34" charset="-120"/>
            </a:endParaRPr>
          </a:p>
        </p:txBody>
      </p:sp>
      <p:sp>
        <p:nvSpPr>
          <p:cNvPr id="30" name="Text 28"/>
          <p:cNvSpPr/>
          <p:nvPr/>
        </p:nvSpPr>
        <p:spPr>
          <a:xfrm>
            <a:off x="8178759" y="2528865"/>
            <a:ext cx="3098902" cy="704820"/>
          </a:xfrm>
          <a:prstGeom prst="rect">
            <a:avLst/>
          </a:prstGeom>
          <a:noFill/>
          <a:ln>
            <a:noFill/>
          </a:ln>
        </p:spPr>
        <p:txBody>
          <a:bodyPr wrap="square" lIns="0" tIns="0" rIns="0" bIns="0" rtlCol="0" anchor="t"/>
          <a:lstStyle/>
          <a:p>
            <a:pPr algn="l" indent="0" marL="0">
              <a:lnSpc>
                <a:spcPct val="150000"/>
              </a:lnSpc>
              <a:buNone/>
            </a:pPr>
            <a:r>
              <a:rPr lang="ja-JP" altLang="en-US" sz="1650" b="1" dirty="0">
                <a:solidFill>
                  <a:srgbClr val="1B1A16"/>
                </a:solidFill>
                <a:latin typeface="Noto Sans JP" pitchFamily="34" charset="0"/>
                <a:ea typeface="Noto Sans JP" pitchFamily="34" charset="-122"/>
                <a:cs typeface="Noto Sans JP" pitchFamily="34" charset="-120"/>
              </a:rPr>
              <a:t>原神</a:t>
            </a:r>
            <a:endParaRPr lang="ja-JP" altLang="en-US" sz="1650" b="1" dirty="0">
              <a:solidFill>
                <a:srgbClr val="1B1A16"/>
              </a:solidFill>
              <a:latin typeface="Noto Sans JP" pitchFamily="34" charset="0"/>
              <a:ea typeface="Noto Sans JP" pitchFamily="34" charset="-122"/>
              <a:cs typeface="Noto Sans JP" pitchFamily="34" charset="-120"/>
            </a:endParaRPr>
          </a:p>
          <a:p>
            <a:pPr algn="l" indent="0" marL="0">
              <a:lnSpc>
                <a:spcPct val="150000"/>
              </a:lnSpc>
              <a:spcBef>
                <a:spcPts val="600"/>
              </a:spcBef>
              <a:buNone/>
            </a:pPr>
            <a:r>
              <a:rPr lang="en-US" sz="1050" dirty="0">
                <a:solidFill>
                  <a:srgbClr val="6E6B60"/>
                </a:solidFill>
                <a:latin typeface="Consolas" pitchFamily="34" charset="0"/>
                <a:ea typeface="Noto Sans JP" pitchFamily="34" charset="-122"/>
                <a:cs typeface="Consolas" pitchFamily="34" charset="-120"/>
              </a:rPr>
              <a:t>GENSHIN IMPACT</a:t>
            </a:r>
            <a:endParaRPr lang="en-US" sz="1050" dirty="0">
              <a:solidFill>
                <a:srgbClr val="6E6B60"/>
              </a:solidFill>
              <a:latin typeface="Consolas" pitchFamily="34" charset="0"/>
              <a:ea typeface="Noto Sans JP" pitchFamily="34" charset="-122"/>
              <a:cs typeface="Consolas" pitchFamily="34" charset="-120"/>
            </a:endParaRPr>
          </a:p>
        </p:txBody>
      </p:sp>
      <p:sp>
        <p:nvSpPr>
          <p:cNvPr id="31" name="Text 29"/>
          <p:cNvSpPr/>
          <p:nvPr/>
        </p:nvSpPr>
        <p:spPr>
          <a:xfrm>
            <a:off x="8178759" y="3386115"/>
            <a:ext cx="3098902" cy="421996"/>
          </a:xfrm>
          <a:prstGeom prst="rect">
            <a:avLst/>
          </a:prstGeom>
          <a:noFill/>
          <a:ln>
            <a:noFill/>
          </a:ln>
        </p:spPr>
        <p:txBody>
          <a:bodyPr wrap="none" lIns="0" tIns="0" rIns="0" bIns="0" rtlCol="0" anchor="t"/>
          <a:lstStyle/>
          <a:p>
            <a:pPr algn="l" indent="0" marL="0">
              <a:lnSpc>
                <a:spcPct val="168000"/>
              </a:lnSpc>
              <a:buNone/>
            </a:pPr>
            <a:r>
              <a:rPr lang="ja-JP" altLang="en-US" sz="1425" spc="29" kern="0" dirty="0">
                <a:solidFill>
                  <a:srgbClr val="1B1A16"/>
                </a:solidFill>
                <a:latin typeface="Noto Sans JP" pitchFamily="34" charset="0"/>
                <a:ea typeface="Noto Sans JP" pitchFamily="34" charset="-122"/>
                <a:cs typeface="Noto Sans JP" pitchFamily="34" charset="-120"/>
              </a:rPr>
              <a:t>全世界で同時に配信する体制</a:t>
            </a:r>
            <a:endParaRPr lang="ja-JP" altLang="en-US" sz="1425" spc="29" kern="0" dirty="0">
              <a:solidFill>
                <a:srgbClr val="1B1A16"/>
              </a:solidFill>
              <a:latin typeface="Noto Sans JP" pitchFamily="34" charset="0"/>
              <a:ea typeface="Noto Sans JP" pitchFamily="34" charset="-122"/>
              <a:cs typeface="Noto Sans JP" pitchFamily="34" charset="-120"/>
            </a:endParaRPr>
          </a:p>
        </p:txBody>
      </p:sp>
      <p:sp>
        <p:nvSpPr>
          <p:cNvPr id="32" name="Text 30"/>
          <p:cNvSpPr/>
          <p:nvPr/>
        </p:nvSpPr>
        <p:spPr>
          <a:xfrm>
            <a:off x="8178759" y="3827130"/>
            <a:ext cx="3098902" cy="342900"/>
          </a:xfrm>
          <a:prstGeom prst="rect">
            <a:avLst/>
          </a:prstGeom>
          <a:noFill/>
          <a:ln>
            <a:noFill/>
          </a:ln>
        </p:spPr>
        <p:txBody>
          <a:bodyPr wrap="none" lIns="0" tIns="0" rIns="0" bIns="0" rtlCol="0" anchor="t"/>
          <a:lstStyle/>
          <a:p>
            <a:pPr algn="l" indent="0" marL="0">
              <a:lnSpc>
                <a:spcPct val="160000"/>
              </a:lnSpc>
              <a:buNone/>
            </a:pPr>
            <a:r>
              <a:rPr lang="ja-JP" altLang="en-US" sz="1125" spc="45" kern="0" dirty="0">
                <a:solidFill>
                  <a:srgbClr val="5C5A50"/>
                </a:solidFill>
                <a:latin typeface="Noto Sans JP" pitchFamily="34" charset="0"/>
                <a:ea typeface="Noto Sans JP" pitchFamily="34" charset="-122"/>
                <a:cs typeface="Noto Sans JP" pitchFamily="34" charset="-120"/>
              </a:rPr>
              <a:t>＝ 運用の体制</a:t>
            </a:r>
            <a:endParaRPr lang="ja-JP" altLang="en-US" sz="1125" spc="45" kern="0" dirty="0">
              <a:solidFill>
                <a:srgbClr val="5C5A50"/>
              </a:solidFill>
              <a:latin typeface="Noto Sans JP" pitchFamily="34" charset="0"/>
              <a:ea typeface="Noto Sans JP" pitchFamily="34" charset="-122"/>
              <a:cs typeface="Noto Sans JP" pitchFamily="34" charset="-120"/>
            </a:endParaRPr>
          </a:p>
        </p:txBody>
      </p:sp>
      <p:sp>
        <p:nvSpPr>
          <p:cNvPr id="33" name="Shape 31"/>
          <p:cNvSpPr/>
          <p:nvPr/>
        </p:nvSpPr>
        <p:spPr>
          <a:xfrm>
            <a:off x="914400" y="4857750"/>
            <a:ext cx="10363170" cy="9510"/>
          </a:xfrm>
          <a:prstGeom prst="rect">
            <a:avLst/>
          </a:prstGeom>
          <a:solidFill>
            <a:srgbClr val="C9C4B8"/>
          </a:solidFill>
          <a:ln>
            <a:noFill/>
          </a:ln>
        </p:spPr>
      </p:sp>
      <p:sp>
        <p:nvSpPr>
          <p:cNvPr id="34" name="Shape 32"/>
          <p:cNvSpPr/>
          <p:nvPr/>
        </p:nvSpPr>
        <p:spPr>
          <a:xfrm>
            <a:off x="914400" y="4514850"/>
            <a:ext cx="190470" cy="19020"/>
          </a:xfrm>
          <a:prstGeom prst="rect">
            <a:avLst/>
          </a:prstGeom>
          <a:solidFill>
            <a:srgbClr val="4A5D3A"/>
          </a:solidFill>
          <a:ln>
            <a:noFill/>
          </a:ln>
        </p:spPr>
      </p:sp>
      <p:sp>
        <p:nvSpPr>
          <p:cNvPr id="35" name="Text 33"/>
          <p:cNvSpPr/>
          <p:nvPr/>
        </p:nvSpPr>
        <p:spPr>
          <a:xfrm>
            <a:off x="914400" y="4648170"/>
            <a:ext cx="6067410" cy="1728216"/>
          </a:xfrm>
          <a:prstGeom prst="rect">
            <a:avLst/>
          </a:prstGeom>
          <a:noFill/>
          <a:ln>
            <a:noFill/>
          </a:ln>
        </p:spPr>
        <p:txBody>
          <a:bodyPr wrap="square" lIns="0" tIns="0" rIns="0" bIns="0" rtlCol="0" anchor="t"/>
          <a:lstStyle/>
          <a:p>
            <a:pPr algn="l" indent="0" marL="0">
              <a:lnSpc>
                <a:spcPct val="157000"/>
              </a:lnSpc>
              <a:buNone/>
            </a:pPr>
            <a:r>
              <a:rPr lang="ja-JP" altLang="en-US" sz="1050" dirty="0">
                <a:solidFill>
                  <a:srgbClr val="4A5D3A"/>
                </a:solidFill>
                <a:latin typeface="Noto Sans JP" pitchFamily="34" charset="0"/>
                <a:ea typeface="Noto Sans JP" pitchFamily="34" charset="-122"/>
                <a:cs typeface="Noto Sans JP" pitchFamily="34" charset="-120"/>
              </a:rPr>
              <a:t>共通点</a:t>
            </a:r>
            <a:endParaRPr lang="ja-JP" altLang="en-US" sz="1050" dirty="0">
              <a:solidFill>
                <a:srgbClr val="4A5D3A"/>
              </a:solidFill>
              <a:latin typeface="Noto Sans JP" pitchFamily="34" charset="0"/>
              <a:ea typeface="Noto Sans JP" pitchFamily="34" charset="-122"/>
              <a:cs typeface="Noto Sans JP" pitchFamily="34" charset="-120"/>
            </a:endParaRPr>
          </a:p>
          <a:p>
            <a:pPr algn="l" indent="0" marL="0">
              <a:lnSpc>
                <a:spcPct val="157000"/>
              </a:lnSpc>
              <a:spcBef>
                <a:spcPts val="1050"/>
              </a:spcBef>
              <a:buNone/>
            </a:pPr>
            <a:r>
              <a:rPr lang="ja-JP" altLang="en-US" sz="2250" dirty="0">
                <a:solidFill>
                  <a:srgbClr val="1B1A16"/>
                </a:solidFill>
                <a:latin typeface="Noto Serif JP Medium" pitchFamily="34" charset="0"/>
                <a:ea typeface="Noto Serif JP Medium" pitchFamily="34" charset="-122"/>
                <a:cs typeface="Noto Serif JP Medium" pitchFamily="34" charset="-120"/>
              </a:rPr>
              <a:t>どれも、作り直しの費用ではない。</a:t>
            </a:r>
            <a:endParaRPr lang="ja-JP" altLang="en-US" sz="2250" dirty="0">
              <a:solidFill>
                <a:srgbClr val="1B1A16"/>
              </a:solidFill>
              <a:latin typeface="Noto Serif JP Medium" pitchFamily="34" charset="0"/>
              <a:ea typeface="Noto Serif JP Medium" pitchFamily="34" charset="-122"/>
              <a:cs typeface="Noto Serif JP Medium" pitchFamily="34" charset="-120"/>
            </a:endParaRPr>
          </a:p>
          <a:p>
            <a:pPr algn="l" indent="0" marL="0">
              <a:lnSpc>
                <a:spcPct val="157000"/>
              </a:lnSpc>
              <a:spcBef>
                <a:spcPts val="450"/>
              </a:spcBef>
              <a:buNone/>
            </a:pPr>
            <a:r>
              <a:rPr lang="ja-JP" altLang="en-US" sz="2250" dirty="0">
                <a:solidFill>
                  <a:srgbClr val="4A5D3A"/>
                </a:solidFill>
                <a:latin typeface="Noto Serif JP SemiBold" pitchFamily="34" charset="0"/>
                <a:ea typeface="Noto Serif JP SemiBold" pitchFamily="34" charset="-122"/>
                <a:cs typeface="Noto Serif JP SemiBold" pitchFamily="34" charset="-120"/>
              </a:rPr>
              <a:t>棚</a:t>
            </a:r>
            <a:r>
              <a:rPr lang="ja-JP" altLang="en-US" sz="2250" dirty="0">
                <a:solidFill>
                  <a:srgbClr val="1B1A16"/>
                </a:solidFill>
                <a:latin typeface="Noto Serif JP Medium" pitchFamily="34" charset="0"/>
                <a:ea typeface="Noto Serif JP Medium" pitchFamily="34" charset="-122"/>
                <a:cs typeface="Noto Serif JP Medium" pitchFamily="34" charset="-120"/>
              </a:rPr>
              <a:t>と</a:t>
            </a:r>
            <a:r>
              <a:rPr lang="ja-JP" altLang="en-US" sz="2250" dirty="0">
                <a:solidFill>
                  <a:srgbClr val="4A5D3A"/>
                </a:solidFill>
                <a:latin typeface="Noto Serif JP SemiBold" pitchFamily="34" charset="0"/>
                <a:ea typeface="Noto Serif JP SemiBold" pitchFamily="34" charset="-122"/>
                <a:cs typeface="Noto Serif JP SemiBold" pitchFamily="34" charset="-120"/>
              </a:rPr>
              <a:t>物語</a:t>
            </a:r>
            <a:r>
              <a:rPr lang="ja-JP" altLang="en-US" sz="2250" dirty="0">
                <a:solidFill>
                  <a:srgbClr val="1B1A16"/>
                </a:solidFill>
                <a:latin typeface="Noto Serif JP Medium" pitchFamily="34" charset="0"/>
                <a:ea typeface="Noto Serif JP Medium" pitchFamily="34" charset="-122"/>
                <a:cs typeface="Noto Serif JP Medium" pitchFamily="34" charset="-120"/>
              </a:rPr>
              <a:t>への投資だった。</a:t>
            </a:r>
            <a:endParaRPr lang="ja-JP" altLang="en-US" sz="2250" dirty="0">
              <a:solidFill>
                <a:srgbClr val="1B1A16"/>
              </a:solidFill>
              <a:latin typeface="Noto Serif JP Medium" pitchFamily="34" charset="0"/>
              <a:ea typeface="Noto Serif JP Medium" pitchFamily="34" charset="-122"/>
              <a:cs typeface="Noto Serif JP Medium" pitchFamily="34" charset="-120"/>
            </a:endParaRPr>
          </a:p>
          <a:p>
            <a:pPr algn="l" indent="0" marL="0">
              <a:lnSpc>
                <a:spcPct val="157000"/>
              </a:lnSpc>
              <a:spcBef>
                <a:spcPts val="450"/>
              </a:spcBef>
              <a:buNone/>
            </a:pPr>
            <a:r>
              <a:rPr lang="ja-JP" altLang="en-US" sz="1425" dirty="0">
                <a:solidFill>
                  <a:srgbClr val="5C5A50"/>
                </a:solidFill>
                <a:latin typeface="Noto Sans JP" pitchFamily="34" charset="0"/>
                <a:ea typeface="Noto Sans JP" pitchFamily="34" charset="-122"/>
                <a:cs typeface="Noto Sans JP" pitchFamily="34" charset="-120"/>
              </a:rPr>
              <a:t>安い話ではない。ただ、払った先は作り直しではなかった。</a:t>
            </a:r>
            <a:endParaRPr lang="ja-JP" altLang="en-US" sz="1425" dirty="0">
              <a:solidFill>
                <a:srgbClr val="5C5A50"/>
              </a:solidFill>
              <a:latin typeface="Noto Sans JP" pitchFamily="34" charset="0"/>
              <a:ea typeface="Noto Sans JP" pitchFamily="34" charset="-122"/>
              <a:cs typeface="Noto Sans JP" pitchFamily="34" charset="-120"/>
            </a:endParaRPr>
          </a:p>
        </p:txBody>
      </p:sp>
      <p:sp>
        <p:nvSpPr>
          <p:cNvPr id="36" name="Text 34"/>
          <p:cNvSpPr/>
          <p:nvPr/>
        </p:nvSpPr>
        <p:spPr>
          <a:xfrm>
            <a:off x="7124730" y="4514850"/>
            <a:ext cx="4152930" cy="1164946"/>
          </a:xfrm>
          <a:prstGeom prst="rect">
            <a:avLst/>
          </a:prstGeom>
          <a:noFill/>
          <a:ln>
            <a:noFill/>
          </a:ln>
        </p:spPr>
        <p:txBody>
          <a:bodyPr wrap="square" lIns="0" tIns="0" rIns="0" bIns="0" rtlCol="0" anchor="t"/>
          <a:lstStyle/>
          <a:p>
            <a:pPr algn="l" indent="0" marL="0">
              <a:lnSpc>
                <a:spcPct val="168000"/>
              </a:lnSpc>
              <a:buNone/>
            </a:pPr>
            <a:r>
              <a:rPr lang="ja-JP" altLang="en-US" sz="1125" dirty="0">
                <a:solidFill>
                  <a:srgbClr val="5C5A50"/>
                </a:solidFill>
                <a:latin typeface="Noto Sans JP" pitchFamily="34" charset="0"/>
                <a:ea typeface="Noto Sans JP" pitchFamily="34" charset="-122"/>
                <a:cs typeface="Noto Sans JP" pitchFamily="34" charset="-120"/>
              </a:rPr>
              <a:t>自社の場合</a:t>
            </a:r>
            <a:endParaRPr lang="ja-JP" altLang="en-US" sz="1125" dirty="0">
              <a:solidFill>
                <a:srgbClr val="5C5A50"/>
              </a:solidFill>
              <a:latin typeface="Noto Sans JP" pitchFamily="34" charset="0"/>
              <a:ea typeface="Noto Sans JP" pitchFamily="34" charset="-122"/>
              <a:cs typeface="Noto Sans JP" pitchFamily="34" charset="-120"/>
            </a:endParaRPr>
          </a:p>
          <a:p>
            <a:pPr algn="l" indent="0" marL="0">
              <a:lnSpc>
                <a:spcPct val="168000"/>
              </a:lnSpc>
              <a:spcBef>
                <a:spcPts val="1050"/>
              </a:spcBef>
              <a:buNone/>
            </a:pPr>
            <a:r>
              <a:rPr lang="ja-JP" altLang="en-US" sz="1425" dirty="0">
                <a:solidFill>
                  <a:srgbClr val="33312A"/>
                </a:solidFill>
                <a:latin typeface="Noto Sans JP" pitchFamily="34" charset="0"/>
                <a:ea typeface="Noto Sans JP" pitchFamily="34" charset="-122"/>
                <a:cs typeface="Noto Sans JP" pitchFamily="34" charset="-120"/>
              </a:rPr>
              <a:t>初手にいくらかかり、どこで回収するのか。</a:t>
            </a:r>
            <a:endParaRPr lang="ja-JP" altLang="en-US" sz="1425" dirty="0">
              <a:solidFill>
                <a:srgbClr val="33312A"/>
              </a:solidFill>
              <a:latin typeface="Noto Sans JP" pitchFamily="34" charset="0"/>
              <a:ea typeface="Noto Sans JP" pitchFamily="34" charset="-122"/>
              <a:cs typeface="Noto Sans JP" pitchFamily="34" charset="-120"/>
            </a:endParaRPr>
          </a:p>
          <a:p>
            <a:pPr algn="l" indent="0" marL="0">
              <a:lnSpc>
                <a:spcPct val="168000"/>
              </a:lnSpc>
              <a:spcBef>
                <a:spcPts val="1050"/>
              </a:spcBef>
              <a:buNone/>
            </a:pPr>
            <a:r>
              <a:rPr lang="ja-JP" altLang="en-US" sz="975" b="1" u="dotted" spc="156" kern="0" dirty="0">
                <a:solidFill>
                  <a:srgbClr val="7F8C72"/>
                </a:solidFill>
                <a:uFill>
                  <a:solidFill>
                    <a:srgbClr val="6E8555"/>
                  </a:solidFill>
                </a:uFill>
                <a:latin typeface="Consolas" pitchFamily="34" charset="0"/>
                <a:ea typeface="Noto Sans JP" pitchFamily="34" charset="-122"/>
                <a:cs typeface="Consolas" pitchFamily="34" charset="-120"/>
              </a:rPr>
              <a:t>TODO</a:t>
            </a:r>
            <a:r>
              <a:rPr lang="ja-JP" altLang="en-US" sz="525" u="dotted" dirty="0">
                <a:solidFill>
                  <a:srgbClr val="4A5D3A"/>
                </a:solidFill>
                <a:uFill>
                  <a:solidFill>
                    <a:srgbClr val="6E8555"/>
                  </a:solidFill>
                </a:uFill>
                <a:latin typeface="Consolas" pitchFamily="34" charset="0"/>
                <a:ea typeface="Noto Sans JP" pitchFamily="34" charset="-122"/>
                <a:cs typeface="Consolas" pitchFamily="34" charset="-120"/>
              </a:rPr>
              <a:t>　</a:t>
            </a:r>
            <a:r>
              <a:rPr lang="ja-JP" altLang="en-US" sz="975" u="dotted" dirty="0">
                <a:solidFill>
                  <a:srgbClr val="4A5D3A"/>
                </a:solidFill>
                <a:uFill>
                  <a:solidFill>
                    <a:srgbClr val="6E8555"/>
                  </a:solidFill>
                </a:uFill>
                <a:latin typeface="Consolas" pitchFamily="34" charset="0"/>
                <a:ea typeface="Noto Sans JP" pitchFamily="34" charset="-122"/>
                <a:cs typeface="Consolas" pitchFamily="34" charset="-120"/>
              </a:rPr>
              <a:t>初手のコストと回収経路を1行で書く</a:t>
            </a:r>
            <a:endParaRPr lang="ja-JP" altLang="en-US" sz="975" u="dotted" dirty="0">
              <a:solidFill>
                <a:srgbClr val="4A5D3A"/>
              </a:solidFill>
              <a:uFill>
                <a:solidFill>
                  <a:srgbClr val="6E8555"/>
                </a:solidFill>
              </a:uFill>
              <a:latin typeface="Consolas" pitchFamily="34" charset="0"/>
              <a:ea typeface="Noto Sans JP" pitchFamily="34" charset="-122"/>
              <a:cs typeface="Consolas" pitchFamily="34" charset="-120"/>
            </a:endParaRPr>
          </a:p>
        </p:txBody>
      </p:sp>
      <p:sp>
        <p:nvSpPr>
          <p:cNvPr id="37" name="Text 35"/>
          <p:cNvSpPr/>
          <p:nvPr/>
        </p:nvSpPr>
        <p:spPr>
          <a:xfrm>
            <a:off x="914400" y="6410310"/>
            <a:ext cx="723930" cy="304770"/>
          </a:xfrm>
          <a:prstGeom prst="rect">
            <a:avLst/>
          </a:prstGeom>
          <a:noFill/>
          <a:ln>
            <a:noFill/>
          </a:ln>
        </p:spPr>
        <p:txBody>
          <a:bodyPr wrap="none" lIns="0" tIns="0" rIns="0" bIns="0" rtlCol="0" anchor="t"/>
          <a:lstStyle/>
          <a:p>
            <a:pPr algn="l" indent="0" marL="0">
              <a:lnSpc>
                <a:spcPct val="154000"/>
              </a:lnSpc>
              <a:buNone/>
            </a:pPr>
            <a:r>
              <a:rPr lang="en-US" sz="975" spc="176" kern="0" dirty="0">
                <a:solidFill>
                  <a:srgbClr val="4A5D3A"/>
                </a:solidFill>
                <a:latin typeface="Consolas" pitchFamily="34" charset="0"/>
                <a:ea typeface="Noto Sans JP" pitchFamily="34" charset="-122"/>
                <a:cs typeface="Consolas" pitchFamily="34" charset="-120"/>
              </a:rPr>
              <a:t>APPENDIX</a:t>
            </a:r>
            <a:endParaRPr lang="en-US" sz="975" spc="176" kern="0" dirty="0">
              <a:solidFill>
                <a:srgbClr val="4A5D3A"/>
              </a:solidFill>
              <a:latin typeface="Consolas" pitchFamily="34" charset="0"/>
              <a:ea typeface="Noto Sans JP" pitchFamily="34" charset="-122"/>
              <a:cs typeface="Consolas" pitchFamily="34" charset="-120"/>
            </a:endParaRPr>
          </a:p>
        </p:txBody>
      </p:sp>
      <p:sp>
        <p:nvSpPr>
          <p:cNvPr id="38" name="Shape 36"/>
          <p:cNvSpPr/>
          <p:nvPr/>
        </p:nvSpPr>
        <p:spPr>
          <a:xfrm>
            <a:off x="914400" y="790590"/>
            <a:ext cx="533370" cy="28621"/>
          </a:xfrm>
          <a:prstGeom prst="rect">
            <a:avLst/>
          </a:prstGeom>
          <a:solidFill>
            <a:srgbClr val="4A5D3A"/>
          </a:solidFill>
          <a:ln>
            <a:noFill/>
          </a:ln>
        </p:spPr>
      </p:sp>
      <p:sp>
        <p:nvSpPr>
          <p:cNvPr id="39" name="Text 37"/>
          <p:cNvSpPr/>
          <p:nvPr/>
        </p:nvSpPr>
        <p:spPr>
          <a:xfrm>
            <a:off x="8420070" y="6362670"/>
            <a:ext cx="2857500" cy="209580"/>
          </a:xfrm>
          <a:prstGeom prst="rect">
            <a:avLst/>
          </a:prstGeom>
          <a:noFill/>
          <a:ln>
            <a:noFill/>
          </a:ln>
        </p:spPr>
        <p:txBody>
          <a:bodyPr wrap="square" lIns="0" tIns="0" rIns="0" bIns="0" rtlCol="0" anchor="t"/>
          <a:lstStyle/>
          <a:p>
            <a:pPr algn="r" indent="0" marL="0">
              <a:buNone/>
            </a:pPr>
            <a:r>
              <a:rPr lang="en-US" sz="975" spc="160" kern="0" dirty="0">
                <a:solidFill>
                  <a:srgbClr val="6E6B60"/>
                </a:solidFill>
                <a:latin typeface="Consolas" pitchFamily="34" charset="0"/>
                <a:ea typeface="Noto Sans JP" pitchFamily="34" charset="-122"/>
                <a:cs typeface="Consolas" pitchFamily="34" charset="-120"/>
              </a:rPr>
              <a:t>A3 / A6</a:t>
            </a:r>
            <a:endParaRPr lang="en-US" sz="975" spc="160" kern="0" dirty="0">
              <a:solidFill>
                <a:srgbClr val="6E6B60"/>
              </a:solidFill>
              <a:latin typeface="Consolas" pitchFamily="34" charset="0"/>
              <a:ea typeface="Noto Sans JP" pitchFamily="34" charset="-122"/>
              <a:cs typeface="Consolas" pitchFamily="34" charset="-12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914400" y="457200"/>
            <a:ext cx="171450" cy="304770"/>
          </a:xfrm>
          <a:prstGeom prst="rect">
            <a:avLst/>
          </a:prstGeom>
          <a:noFill/>
          <a:ln>
            <a:noFill/>
          </a:ln>
        </p:spPr>
        <p:txBody>
          <a:bodyPr wrap="none" lIns="0" tIns="0" rIns="0" bIns="0" rtlCol="0" anchor="t"/>
          <a:lstStyle/>
          <a:p>
            <a:pPr algn="l" indent="0" marL="0">
              <a:lnSpc>
                <a:spcPct val="154000"/>
              </a:lnSpc>
              <a:buNone/>
            </a:pPr>
            <a:r>
              <a:rPr lang="en-US" sz="975" b="1" spc="156" kern="0" dirty="0">
                <a:solidFill>
                  <a:srgbClr val="2A6B72"/>
                </a:solidFill>
                <a:latin typeface="Consolas" pitchFamily="34" charset="0"/>
                <a:ea typeface="Noto Sans JP" pitchFamily="34" charset="-122"/>
                <a:cs typeface="Consolas" pitchFamily="34" charset="-120"/>
              </a:rPr>
              <a:t>A4</a:t>
            </a:r>
            <a:endParaRPr lang="en-US" sz="975" b="1" spc="156" kern="0" dirty="0">
              <a:solidFill>
                <a:srgbClr val="2A6B72"/>
              </a:solidFill>
              <a:latin typeface="Consolas" pitchFamily="34" charset="0"/>
              <a:ea typeface="Noto Sans JP" pitchFamily="34" charset="-122"/>
              <a:cs typeface="Consolas" pitchFamily="34" charset="-120"/>
            </a:endParaRPr>
          </a:p>
        </p:txBody>
      </p:sp>
      <p:sp>
        <p:nvSpPr>
          <p:cNvPr id="3" name="Text 1"/>
          <p:cNvSpPr/>
          <p:nvPr/>
        </p:nvSpPr>
        <p:spPr>
          <a:xfrm>
            <a:off x="1238280" y="438180"/>
            <a:ext cx="1343071" cy="314371"/>
          </a:xfrm>
          <a:prstGeom prst="rect">
            <a:avLst/>
          </a:prstGeom>
          <a:noFill/>
          <a:ln>
            <a:noFill/>
          </a:ln>
        </p:spPr>
        <p:txBody>
          <a:bodyPr wrap="none" lIns="0" tIns="0" rIns="0" bIns="0" rtlCol="0" anchor="t"/>
          <a:lstStyle/>
          <a:p>
            <a:pPr algn="l" indent="0" marL="0">
              <a:lnSpc>
                <a:spcPct val="150000"/>
              </a:lnSpc>
              <a:buNone/>
            </a:pPr>
            <a:r>
              <a:rPr lang="ja-JP" altLang="en-US" sz="1050" spc="126" kern="0" dirty="0">
                <a:solidFill>
                  <a:srgbClr val="33312A"/>
                </a:solidFill>
                <a:latin typeface="Noto Sans JP" pitchFamily="34" charset="0"/>
                <a:ea typeface="Noto Sans JP" pitchFamily="34" charset="-122"/>
                <a:cs typeface="Noto Sans JP" pitchFamily="34" charset="-120"/>
              </a:rPr>
              <a:t>附録｜原神は国策か</a:t>
            </a:r>
            <a:endParaRPr lang="ja-JP" altLang="en-US" sz="1050" spc="126" kern="0" dirty="0">
              <a:solidFill>
                <a:srgbClr val="33312A"/>
              </a:solidFill>
              <a:latin typeface="Noto Sans JP" pitchFamily="34" charset="0"/>
              <a:ea typeface="Noto Sans JP" pitchFamily="34" charset="-122"/>
              <a:cs typeface="Noto Sans JP" pitchFamily="34" charset="-120"/>
            </a:endParaRPr>
          </a:p>
        </p:txBody>
      </p:sp>
      <p:sp>
        <p:nvSpPr>
          <p:cNvPr id="4" name="Text 2"/>
          <p:cNvSpPr/>
          <p:nvPr/>
        </p:nvSpPr>
        <p:spPr>
          <a:xfrm>
            <a:off x="9915571" y="457200"/>
            <a:ext cx="1362090" cy="304770"/>
          </a:xfrm>
          <a:prstGeom prst="rect">
            <a:avLst/>
          </a:prstGeom>
          <a:noFill/>
          <a:ln>
            <a:noFill/>
          </a:ln>
        </p:spPr>
        <p:txBody>
          <a:bodyPr wrap="none" lIns="0" tIns="0" rIns="0" bIns="0" rtlCol="0" anchor="t"/>
          <a:lstStyle/>
          <a:p>
            <a:pPr algn="l" indent="0" marL="0">
              <a:lnSpc>
                <a:spcPct val="154000"/>
              </a:lnSpc>
              <a:buNone/>
            </a:pPr>
            <a:r>
              <a:rPr lang="en-US" sz="975" spc="137" kern="0" dirty="0">
                <a:solidFill>
                  <a:srgbClr val="6E6B60"/>
                </a:solidFill>
                <a:latin typeface="Consolas" pitchFamily="34" charset="0"/>
                <a:ea typeface="Noto Sans JP" pitchFamily="34" charset="-122"/>
                <a:cs typeface="Consolas" pitchFamily="34" charset="-120"/>
              </a:rPr>
              <a:t>miHoYo — PRIVATE</a:t>
            </a:r>
            <a:endParaRPr lang="en-US" sz="975" spc="137" kern="0" dirty="0">
              <a:solidFill>
                <a:srgbClr val="6E6B60"/>
              </a:solidFill>
              <a:latin typeface="Consolas" pitchFamily="34" charset="0"/>
              <a:ea typeface="Noto Sans JP" pitchFamily="34" charset="-122"/>
              <a:cs typeface="Consolas" pitchFamily="34" charset="-120"/>
            </a:endParaRPr>
          </a:p>
        </p:txBody>
      </p:sp>
      <p:sp>
        <p:nvSpPr>
          <p:cNvPr id="5" name="Shape 3"/>
          <p:cNvSpPr/>
          <p:nvPr/>
        </p:nvSpPr>
        <p:spPr>
          <a:xfrm>
            <a:off x="914400" y="800100"/>
            <a:ext cx="10363170" cy="9510"/>
          </a:xfrm>
          <a:prstGeom prst="rect">
            <a:avLst/>
          </a:prstGeom>
          <a:solidFill>
            <a:srgbClr val="C9C4B8"/>
          </a:solidFill>
          <a:ln>
            <a:noFill/>
          </a:ln>
        </p:spPr>
      </p:sp>
      <p:sp>
        <p:nvSpPr>
          <p:cNvPr id="6" name="Text 4"/>
          <p:cNvSpPr/>
          <p:nvPr/>
        </p:nvSpPr>
        <p:spPr>
          <a:xfrm>
            <a:off x="914400" y="1714500"/>
            <a:ext cx="10363170" cy="2617470"/>
          </a:xfrm>
          <a:prstGeom prst="rect">
            <a:avLst/>
          </a:prstGeom>
          <a:noFill/>
          <a:ln>
            <a:noFill/>
          </a:ln>
        </p:spPr>
        <p:txBody>
          <a:bodyPr wrap="square" lIns="0" tIns="0" rIns="0" bIns="0" rtlCol="0" anchor="t"/>
          <a:lstStyle/>
          <a:p>
            <a:pPr algn="l" indent="0" marL="0">
              <a:lnSpc>
                <a:spcPct val="170000"/>
              </a:lnSpc>
              <a:buNone/>
            </a:pPr>
            <a:r>
              <a:rPr lang="ja-JP" altLang="en-US" sz="1650" dirty="0">
                <a:solidFill>
                  <a:srgbClr val="1B1A16"/>
                </a:solidFill>
                <a:latin typeface="Noto Sans JP Medium" pitchFamily="34" charset="0"/>
                <a:ea typeface="Noto Sans JP Medium" pitchFamily="34" charset="-122"/>
                <a:cs typeface="Noto Sans JP Medium" pitchFamily="34" charset="-120"/>
              </a:rPr>
              <a:t>原神をつくった miHoYo は、</a:t>
            </a:r>
            <a:r>
              <a:rPr lang="ja-JP" altLang="en-US" sz="1650" b="1" dirty="0">
                <a:solidFill>
                  <a:srgbClr val="2A6B72"/>
                </a:solidFill>
                <a:latin typeface="Noto Sans JP" pitchFamily="34" charset="0"/>
                <a:ea typeface="Noto Sans JP" pitchFamily="34" charset="-122"/>
                <a:cs typeface="Noto Sans JP" pitchFamily="34" charset="-120"/>
              </a:rPr>
              <a:t>民間企業</a:t>
            </a:r>
            <a:r>
              <a:rPr lang="ja-JP" altLang="en-US" sz="1650" dirty="0">
                <a:solidFill>
                  <a:srgbClr val="1B1A16"/>
                </a:solidFill>
                <a:latin typeface="Noto Sans JP Medium" pitchFamily="34" charset="0"/>
                <a:ea typeface="Noto Sans JP Medium" pitchFamily="34" charset="-122"/>
                <a:cs typeface="Noto Sans JP Medium" pitchFamily="34" charset="-120"/>
              </a:rPr>
              <a:t>。</a:t>
            </a:r>
            <a:endParaRPr lang="ja-JP" altLang="en-US" sz="1650" dirty="0">
              <a:solidFill>
                <a:srgbClr val="1B1A16"/>
              </a:solidFill>
              <a:latin typeface="Noto Sans JP Medium" pitchFamily="34" charset="0"/>
              <a:ea typeface="Noto Sans JP Medium" pitchFamily="34" charset="-122"/>
              <a:cs typeface="Noto Sans JP Medium" pitchFamily="34" charset="-120"/>
            </a:endParaRPr>
          </a:p>
          <a:p>
            <a:pPr algn="l" indent="0" marL="0">
              <a:lnSpc>
                <a:spcPct val="170000"/>
              </a:lnSpc>
              <a:buNone/>
            </a:pPr>
            <a:r>
              <a:rPr lang="ja-JP" altLang="en-US" sz="1050" dirty="0">
                <a:solidFill>
                  <a:srgbClr val="6E6B60"/>
                </a:solidFill>
                <a:latin typeface="Consolas" pitchFamily="34" charset="0"/>
                <a:ea typeface="Noto Sans JP" pitchFamily="34" charset="-122"/>
                <a:cs typeface="Consolas" pitchFamily="34" charset="-120"/>
              </a:rPr>
              <a:t>miHoYo ｜ SHANGHAI</a:t>
            </a:r>
            <a:endParaRPr lang="ja-JP" altLang="en-US" sz="1050" dirty="0">
              <a:solidFill>
                <a:srgbClr val="6E6B60"/>
              </a:solidFill>
              <a:latin typeface="Consolas" pitchFamily="34" charset="0"/>
              <a:ea typeface="Noto Sans JP" pitchFamily="34" charset="-122"/>
              <a:cs typeface="Consolas" pitchFamily="34" charset="-120"/>
            </a:endParaRPr>
          </a:p>
          <a:p>
            <a:pPr algn="l" indent="0" marL="0">
              <a:lnSpc>
                <a:spcPct val="170000"/>
              </a:lnSpc>
              <a:spcBef>
                <a:spcPts val="1800"/>
              </a:spcBef>
              <a:buNone/>
            </a:pPr>
            <a:r>
              <a:rPr lang="ja-JP" altLang="en-US" sz="1650" dirty="0">
                <a:solidFill>
                  <a:srgbClr val="1B1A16"/>
                </a:solidFill>
                <a:latin typeface="Noto Sans JP Medium" pitchFamily="34" charset="0"/>
                <a:ea typeface="Noto Sans JP Medium" pitchFamily="34" charset="-122"/>
                <a:cs typeface="Noto Sans JP Medium" pitchFamily="34" charset="-120"/>
              </a:rPr>
              <a:t>上海交通大学の大学院生 </a:t>
            </a:r>
            <a:r>
              <a:rPr lang="ja-JP" altLang="en-US" sz="1725" dirty="0">
                <a:solidFill>
                  <a:srgbClr val="1B1A16"/>
                </a:solidFill>
                <a:latin typeface="Noto Sans JP Medium" pitchFamily="34" charset="0"/>
                <a:ea typeface="Noto Sans JP Medium" pitchFamily="34" charset="-122"/>
                <a:cs typeface="Noto Sans JP Medium" pitchFamily="34" charset="-120"/>
              </a:rPr>
              <a:t>3</a:t>
            </a:r>
            <a:r>
              <a:rPr lang="ja-JP" altLang="en-US" sz="1650" dirty="0">
                <a:solidFill>
                  <a:srgbClr val="1B1A16"/>
                </a:solidFill>
                <a:latin typeface="Noto Sans JP Medium" pitchFamily="34" charset="0"/>
                <a:ea typeface="Noto Sans JP Medium" pitchFamily="34" charset="-122"/>
                <a:cs typeface="Noto Sans JP Medium" pitchFamily="34" charset="-120"/>
              </a:rPr>
              <a:t> 人が立ち上げた。ベンチャーキャピタルからの調達はない。</a:t>
            </a:r>
            <a:r>
              <a:rPr lang="ja-JP" altLang="en-US" sz="1200" dirty="0">
                <a:solidFill>
                  <a:srgbClr val="6E6B60"/>
                </a:solidFill>
                <a:latin typeface="Consolas" pitchFamily="34" charset="0"/>
                <a:ea typeface="Noto Sans JP" pitchFamily="34" charset="-122"/>
                <a:cs typeface="Consolas" pitchFamily="34" charset="-120"/>
              </a:rPr>
              <a:t>　</a:t>
            </a:r>
            <a:r>
              <a:rPr lang="ja-JP" altLang="en-US" sz="975" dirty="0">
                <a:solidFill>
                  <a:srgbClr val="6E6B60"/>
                </a:solidFill>
                <a:latin typeface="Consolas" pitchFamily="34" charset="0"/>
                <a:ea typeface="Noto Sans JP" pitchFamily="34" charset="-122"/>
                <a:cs typeface="Consolas" pitchFamily="34" charset="-120"/>
              </a:rPr>
              <a:t>設立 2012</a:t>
            </a:r>
            <a:endParaRPr lang="ja-JP" altLang="en-US" sz="975" dirty="0">
              <a:solidFill>
                <a:srgbClr val="6E6B60"/>
              </a:solidFill>
              <a:latin typeface="Consolas" pitchFamily="34" charset="0"/>
              <a:ea typeface="Noto Sans JP" pitchFamily="34" charset="-122"/>
              <a:cs typeface="Consolas" pitchFamily="34" charset="-120"/>
            </a:endParaRPr>
          </a:p>
          <a:p>
            <a:pPr algn="l" indent="0" marL="0">
              <a:lnSpc>
                <a:spcPct val="170000"/>
              </a:lnSpc>
              <a:spcBef>
                <a:spcPts val="1800"/>
              </a:spcBef>
              <a:buNone/>
            </a:pPr>
            <a:r>
              <a:rPr lang="ja-JP" altLang="en-US" sz="1650" dirty="0">
                <a:solidFill>
                  <a:srgbClr val="1B1A16"/>
                </a:solidFill>
                <a:latin typeface="Noto Sans JP Medium" pitchFamily="34" charset="0"/>
                <a:ea typeface="Noto Sans JP Medium" pitchFamily="34" charset="-122"/>
                <a:cs typeface="Noto Sans JP Medium" pitchFamily="34" charset="-120"/>
              </a:rPr>
              <a:t>中国はゲームに対して認可制と、未成年の時間規制を敷いている。制度としてはむしろ抑制側。</a:t>
            </a:r>
            <a:endParaRPr lang="ja-JP" altLang="en-US" sz="1650" dirty="0">
              <a:solidFill>
                <a:srgbClr val="1B1A16"/>
              </a:solidFill>
              <a:latin typeface="Noto Sans JP Medium" pitchFamily="34" charset="0"/>
              <a:ea typeface="Noto Sans JP Medium" pitchFamily="34" charset="-122"/>
              <a:cs typeface="Noto Sans JP Medium" pitchFamily="34" charset="-120"/>
            </a:endParaRPr>
          </a:p>
          <a:p>
            <a:pPr algn="l" indent="0" marL="0">
              <a:lnSpc>
                <a:spcPct val="170000"/>
              </a:lnSpc>
              <a:spcBef>
                <a:spcPts val="1800"/>
              </a:spcBef>
              <a:buNone/>
            </a:pPr>
            <a:r>
              <a:rPr lang="ja-JP" altLang="en-US" sz="1650" dirty="0">
                <a:solidFill>
                  <a:srgbClr val="1B1A16"/>
                </a:solidFill>
                <a:latin typeface="Noto Sans JP Medium" pitchFamily="34" charset="0"/>
                <a:ea typeface="Noto Sans JP Medium" pitchFamily="34" charset="-122"/>
                <a:cs typeface="Noto Sans JP Medium" pitchFamily="34" charset="-120"/>
              </a:rPr>
              <a:t>ここから先は、確認できていない。</a:t>
            </a:r>
            <a:endParaRPr lang="ja-JP" altLang="en-US" sz="1650" dirty="0">
              <a:solidFill>
                <a:srgbClr val="1B1A16"/>
              </a:solidFill>
              <a:latin typeface="Noto Sans JP Medium" pitchFamily="34" charset="0"/>
              <a:ea typeface="Noto Sans JP Medium" pitchFamily="34" charset="-122"/>
              <a:cs typeface="Noto Sans JP Medium" pitchFamily="34" charset="-120"/>
            </a:endParaRPr>
          </a:p>
        </p:txBody>
      </p:sp>
      <p:sp>
        <p:nvSpPr>
          <p:cNvPr id="7" name="Shape 5"/>
          <p:cNvSpPr/>
          <p:nvPr/>
        </p:nvSpPr>
        <p:spPr>
          <a:xfrm>
            <a:off x="914400" y="4857750"/>
            <a:ext cx="10363170" cy="9510"/>
          </a:xfrm>
          <a:prstGeom prst="rect">
            <a:avLst/>
          </a:prstGeom>
          <a:solidFill>
            <a:srgbClr val="C9C4B8"/>
          </a:solidFill>
          <a:ln>
            <a:noFill/>
          </a:ln>
        </p:spPr>
      </p:sp>
      <p:sp>
        <p:nvSpPr>
          <p:cNvPr id="8" name="Text 6"/>
          <p:cNvSpPr/>
          <p:nvPr/>
        </p:nvSpPr>
        <p:spPr>
          <a:xfrm>
            <a:off x="914400" y="5067330"/>
            <a:ext cx="10363170" cy="328635"/>
          </a:xfrm>
          <a:prstGeom prst="rect">
            <a:avLst/>
          </a:prstGeom>
          <a:noFill/>
          <a:ln>
            <a:noFill/>
          </a:ln>
        </p:spPr>
        <p:txBody>
          <a:bodyPr wrap="none" lIns="0" tIns="0" rIns="0" bIns="0" rtlCol="0" anchor="t"/>
          <a:lstStyle/>
          <a:p>
            <a:pPr algn="l" indent="0" marL="0">
              <a:lnSpc>
                <a:spcPct val="153000"/>
              </a:lnSpc>
              <a:buNone/>
            </a:pPr>
            <a:r>
              <a:rPr lang="ja-JP" altLang="en-US" sz="1125" spc="135" kern="0" dirty="0">
                <a:solidFill>
                  <a:srgbClr val="5C5A50"/>
                </a:solidFill>
                <a:latin typeface="Noto Sans JP" pitchFamily="34" charset="0"/>
                <a:ea typeface="Noto Sans JP" pitchFamily="34" charset="-122"/>
                <a:cs typeface="Noto Sans JP" pitchFamily="34" charset="-120"/>
              </a:rPr>
              <a:t>まだ確認していない事項</a:t>
            </a:r>
            <a:endParaRPr lang="ja-JP" altLang="en-US" sz="1125" spc="135" kern="0" dirty="0">
              <a:solidFill>
                <a:srgbClr val="5C5A50"/>
              </a:solidFill>
              <a:latin typeface="Noto Sans JP" pitchFamily="34" charset="0"/>
              <a:ea typeface="Noto Sans JP" pitchFamily="34" charset="-122"/>
              <a:cs typeface="Noto Sans JP" pitchFamily="34" charset="-120"/>
            </a:endParaRPr>
          </a:p>
        </p:txBody>
      </p:sp>
      <p:sp>
        <p:nvSpPr>
          <p:cNvPr id="9" name="Text 7"/>
          <p:cNvSpPr/>
          <p:nvPr/>
        </p:nvSpPr>
        <p:spPr>
          <a:xfrm>
            <a:off x="914400" y="5414985"/>
            <a:ext cx="4355744" cy="300015"/>
          </a:xfrm>
          <a:prstGeom prst="rect">
            <a:avLst/>
          </a:prstGeom>
          <a:noFill/>
          <a:ln>
            <a:noFill/>
          </a:ln>
        </p:spPr>
        <p:txBody>
          <a:bodyPr wrap="none" lIns="0" tIns="0" rIns="0" bIns="0" rtlCol="0" anchor="t"/>
          <a:lstStyle/>
          <a:p>
            <a:pPr algn="l" indent="0" marL="0">
              <a:lnSpc>
                <a:spcPct val="154000"/>
              </a:lnSpc>
              <a:buNone/>
            </a:pPr>
            <a:r>
              <a:rPr lang="ja-JP" altLang="en-US" sz="975" b="1" u="dotted" spc="156" kern="0" dirty="0">
                <a:solidFill>
                  <a:srgbClr val="7F8C72"/>
                </a:solidFill>
                <a:uFill>
                  <a:solidFill>
                    <a:srgbClr val="6E8555"/>
                  </a:solidFill>
                </a:uFill>
                <a:latin typeface="Consolas" pitchFamily="34" charset="0"/>
                <a:ea typeface="Noto Sans JP" pitchFamily="34" charset="-122"/>
                <a:cs typeface="Consolas" pitchFamily="34" charset="-120"/>
              </a:rPr>
              <a:t>TODO</a:t>
            </a:r>
            <a:r>
              <a:rPr lang="ja-JP" altLang="en-US" sz="477" u="dotted" dirty="0">
                <a:solidFill>
                  <a:srgbClr val="4A5D3A"/>
                </a:solidFill>
                <a:uFill>
                  <a:solidFill>
                    <a:srgbClr val="6E8555"/>
                  </a:solidFill>
                </a:uFill>
                <a:latin typeface="Consolas" pitchFamily="34" charset="0"/>
                <a:ea typeface="Noto Sans JP" pitchFamily="34" charset="-122"/>
                <a:cs typeface="Consolas" pitchFamily="34" charset="-120"/>
              </a:rPr>
              <a:t>　</a:t>
            </a:r>
            <a:r>
              <a:rPr lang="ja-JP" altLang="en-US" sz="975" u="dotted" spc="98" kern="0" dirty="0">
                <a:solidFill>
                  <a:srgbClr val="4A5D3A"/>
                </a:solidFill>
                <a:uFill>
                  <a:solidFill>
                    <a:srgbClr val="6E8555"/>
                  </a:solidFill>
                </a:uFill>
                <a:latin typeface="Consolas" pitchFamily="34" charset="0"/>
                <a:ea typeface="Noto Sans JP" pitchFamily="34" charset="-122"/>
                <a:cs typeface="Consolas" pitchFamily="34" charset="-120"/>
              </a:rPr>
              <a:t>従業員は会社公表で約5,000〜6,000人。監査済みの数字は無い</a:t>
            </a:r>
            <a:endParaRPr lang="ja-JP" altLang="en-US" sz="975" u="dotted" spc="98" kern="0" dirty="0">
              <a:solidFill>
                <a:srgbClr val="4A5D3A"/>
              </a:solidFill>
              <a:uFill>
                <a:solidFill>
                  <a:srgbClr val="6E8555"/>
                </a:solidFill>
              </a:uFill>
              <a:latin typeface="Consolas" pitchFamily="34" charset="0"/>
              <a:ea typeface="Noto Sans JP" pitchFamily="34" charset="-122"/>
              <a:cs typeface="Consolas" pitchFamily="34" charset="-120"/>
            </a:endParaRPr>
          </a:p>
        </p:txBody>
      </p:sp>
      <p:sp>
        <p:nvSpPr>
          <p:cNvPr id="10" name="Text 8"/>
          <p:cNvSpPr/>
          <p:nvPr/>
        </p:nvSpPr>
        <p:spPr>
          <a:xfrm>
            <a:off x="914400" y="6410310"/>
            <a:ext cx="723930" cy="304770"/>
          </a:xfrm>
          <a:prstGeom prst="rect">
            <a:avLst/>
          </a:prstGeom>
          <a:noFill/>
          <a:ln>
            <a:noFill/>
          </a:ln>
        </p:spPr>
        <p:txBody>
          <a:bodyPr wrap="none" lIns="0" tIns="0" rIns="0" bIns="0" rtlCol="0" anchor="t"/>
          <a:lstStyle/>
          <a:p>
            <a:pPr algn="l" indent="0" marL="0">
              <a:lnSpc>
                <a:spcPct val="154000"/>
              </a:lnSpc>
              <a:buNone/>
            </a:pPr>
            <a:r>
              <a:rPr lang="en-US" sz="975" spc="176" kern="0" dirty="0">
                <a:solidFill>
                  <a:srgbClr val="4A5D3A"/>
                </a:solidFill>
                <a:latin typeface="Consolas" pitchFamily="34" charset="0"/>
                <a:ea typeface="Noto Sans JP" pitchFamily="34" charset="-122"/>
                <a:cs typeface="Consolas" pitchFamily="34" charset="-120"/>
              </a:rPr>
              <a:t>APPENDIX</a:t>
            </a:r>
            <a:endParaRPr lang="en-US" sz="975" spc="176" kern="0" dirty="0">
              <a:solidFill>
                <a:srgbClr val="4A5D3A"/>
              </a:solidFill>
              <a:latin typeface="Consolas" pitchFamily="34" charset="0"/>
              <a:ea typeface="Noto Sans JP" pitchFamily="34" charset="-122"/>
              <a:cs typeface="Consolas" pitchFamily="34" charset="-120"/>
            </a:endParaRPr>
          </a:p>
        </p:txBody>
      </p:sp>
      <p:sp>
        <p:nvSpPr>
          <p:cNvPr id="11" name="Shape 9"/>
          <p:cNvSpPr/>
          <p:nvPr/>
        </p:nvSpPr>
        <p:spPr>
          <a:xfrm>
            <a:off x="914400" y="790590"/>
            <a:ext cx="154716" cy="28621"/>
          </a:xfrm>
          <a:prstGeom prst="rect">
            <a:avLst/>
          </a:prstGeom>
          <a:solidFill>
            <a:srgbClr val="2A6B72"/>
          </a:solidFill>
          <a:ln>
            <a:noFill/>
          </a:ln>
        </p:spPr>
      </p:sp>
      <p:sp>
        <p:nvSpPr>
          <p:cNvPr id="12" name="Shape 10"/>
          <p:cNvSpPr/>
          <p:nvPr/>
        </p:nvSpPr>
        <p:spPr>
          <a:xfrm>
            <a:off x="1103772" y="790590"/>
            <a:ext cx="154716" cy="28621"/>
          </a:xfrm>
          <a:prstGeom prst="rect">
            <a:avLst/>
          </a:prstGeom>
          <a:solidFill>
            <a:srgbClr val="2A6B72"/>
          </a:solidFill>
          <a:ln>
            <a:noFill/>
          </a:ln>
        </p:spPr>
      </p:sp>
      <p:sp>
        <p:nvSpPr>
          <p:cNvPr id="13" name="Shape 11"/>
          <p:cNvSpPr/>
          <p:nvPr/>
        </p:nvSpPr>
        <p:spPr>
          <a:xfrm>
            <a:off x="1293144" y="790590"/>
            <a:ext cx="154716" cy="28621"/>
          </a:xfrm>
          <a:prstGeom prst="rect">
            <a:avLst/>
          </a:prstGeom>
          <a:solidFill>
            <a:srgbClr val="2A6B72"/>
          </a:solidFill>
          <a:ln>
            <a:noFill/>
          </a:ln>
        </p:spPr>
      </p:sp>
      <p:sp>
        <p:nvSpPr>
          <p:cNvPr id="14" name="Text 12"/>
          <p:cNvSpPr/>
          <p:nvPr/>
        </p:nvSpPr>
        <p:spPr>
          <a:xfrm>
            <a:off x="8420070" y="6362670"/>
            <a:ext cx="2857500" cy="209580"/>
          </a:xfrm>
          <a:prstGeom prst="rect">
            <a:avLst/>
          </a:prstGeom>
          <a:noFill/>
          <a:ln>
            <a:noFill/>
          </a:ln>
        </p:spPr>
        <p:txBody>
          <a:bodyPr wrap="square" lIns="0" tIns="0" rIns="0" bIns="0" rtlCol="0" anchor="t"/>
          <a:lstStyle/>
          <a:p>
            <a:pPr algn="r" indent="0" marL="0">
              <a:buNone/>
            </a:pPr>
            <a:r>
              <a:rPr lang="en-US" sz="975" spc="160" kern="0" dirty="0">
                <a:solidFill>
                  <a:srgbClr val="6E6B60"/>
                </a:solidFill>
                <a:latin typeface="Consolas" pitchFamily="34" charset="0"/>
                <a:ea typeface="Noto Sans JP" pitchFamily="34" charset="-122"/>
                <a:cs typeface="Consolas" pitchFamily="34" charset="-120"/>
              </a:rPr>
              <a:t>A4 / A6</a:t>
            </a:r>
            <a:endParaRPr lang="en-US" sz="975" spc="160" kern="0" dirty="0">
              <a:solidFill>
                <a:srgbClr val="6E6B60"/>
              </a:solidFill>
              <a:latin typeface="Consolas" pitchFamily="34" charset="0"/>
              <a:ea typeface="Noto Sans JP" pitchFamily="34" charset="-122"/>
              <a:cs typeface="Consolas" pitchFamily="34" charset="-12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914400" y="457200"/>
            <a:ext cx="171450" cy="304770"/>
          </a:xfrm>
          <a:prstGeom prst="rect">
            <a:avLst/>
          </a:prstGeom>
          <a:noFill/>
          <a:ln>
            <a:noFill/>
          </a:ln>
        </p:spPr>
        <p:txBody>
          <a:bodyPr wrap="none" lIns="0" tIns="0" rIns="0" bIns="0" rtlCol="0" anchor="t"/>
          <a:lstStyle/>
          <a:p>
            <a:pPr algn="l" indent="0" marL="0">
              <a:lnSpc>
                <a:spcPct val="154000"/>
              </a:lnSpc>
              <a:buNone/>
            </a:pPr>
            <a:r>
              <a:rPr lang="en-US" sz="975" b="1" spc="156" kern="0" dirty="0">
                <a:solidFill>
                  <a:srgbClr val="4A5D3A"/>
                </a:solidFill>
                <a:latin typeface="Consolas" pitchFamily="34" charset="0"/>
                <a:ea typeface="Noto Sans JP" pitchFamily="34" charset="-122"/>
                <a:cs typeface="Consolas" pitchFamily="34" charset="-120"/>
              </a:rPr>
              <a:t>A5</a:t>
            </a:r>
            <a:endParaRPr lang="en-US" sz="975" b="1" spc="156" kern="0" dirty="0">
              <a:solidFill>
                <a:srgbClr val="4A5D3A"/>
              </a:solidFill>
              <a:latin typeface="Consolas" pitchFamily="34" charset="0"/>
              <a:ea typeface="Noto Sans JP" pitchFamily="34" charset="-122"/>
              <a:cs typeface="Consolas" pitchFamily="34" charset="-120"/>
            </a:endParaRPr>
          </a:p>
        </p:txBody>
      </p:sp>
      <p:sp>
        <p:nvSpPr>
          <p:cNvPr id="3" name="Text 1"/>
          <p:cNvSpPr/>
          <p:nvPr/>
        </p:nvSpPr>
        <p:spPr>
          <a:xfrm>
            <a:off x="1238280" y="438180"/>
            <a:ext cx="2381280" cy="314371"/>
          </a:xfrm>
          <a:prstGeom prst="rect">
            <a:avLst/>
          </a:prstGeom>
          <a:noFill/>
          <a:ln>
            <a:noFill/>
          </a:ln>
        </p:spPr>
        <p:txBody>
          <a:bodyPr wrap="none" lIns="0" tIns="0" rIns="0" bIns="0" rtlCol="0" anchor="t"/>
          <a:lstStyle/>
          <a:p>
            <a:pPr algn="l" indent="0" marL="0">
              <a:lnSpc>
                <a:spcPct val="150000"/>
              </a:lnSpc>
              <a:buNone/>
            </a:pPr>
            <a:r>
              <a:rPr lang="ja-JP" altLang="en-US" sz="1050" spc="126" kern="0" dirty="0">
                <a:solidFill>
                  <a:srgbClr val="33312A"/>
                </a:solidFill>
                <a:latin typeface="Noto Sans JP" pitchFamily="34" charset="0"/>
                <a:ea typeface="Noto Sans JP" pitchFamily="34" charset="-122"/>
                <a:cs typeface="Noto Sans JP" pitchFamily="34" charset="-120"/>
              </a:rPr>
              <a:t>附録｜成功例だけを選んでいないか</a:t>
            </a:r>
            <a:endParaRPr lang="ja-JP" altLang="en-US" sz="1050" spc="126" kern="0" dirty="0">
              <a:solidFill>
                <a:srgbClr val="33312A"/>
              </a:solidFill>
              <a:latin typeface="Noto Sans JP" pitchFamily="34" charset="0"/>
              <a:ea typeface="Noto Sans JP" pitchFamily="34" charset="-122"/>
              <a:cs typeface="Noto Sans JP" pitchFamily="34" charset="-120"/>
            </a:endParaRPr>
          </a:p>
        </p:txBody>
      </p:sp>
      <p:sp>
        <p:nvSpPr>
          <p:cNvPr id="4" name="Shape 2"/>
          <p:cNvSpPr/>
          <p:nvPr/>
        </p:nvSpPr>
        <p:spPr>
          <a:xfrm>
            <a:off x="914400" y="800100"/>
            <a:ext cx="10363170" cy="9510"/>
          </a:xfrm>
          <a:prstGeom prst="rect">
            <a:avLst/>
          </a:prstGeom>
          <a:solidFill>
            <a:srgbClr val="C9C4B8"/>
          </a:solidFill>
          <a:ln>
            <a:noFill/>
          </a:ln>
        </p:spPr>
      </p:sp>
      <p:sp>
        <p:nvSpPr>
          <p:cNvPr id="5" name="Shape 3"/>
          <p:cNvSpPr/>
          <p:nvPr/>
        </p:nvSpPr>
        <p:spPr>
          <a:xfrm>
            <a:off x="914400" y="1143000"/>
            <a:ext cx="19020" cy="757215"/>
          </a:xfrm>
          <a:prstGeom prst="rect">
            <a:avLst/>
          </a:prstGeom>
          <a:solidFill>
            <a:srgbClr val="C9C4B8"/>
          </a:solidFill>
          <a:ln>
            <a:noFill/>
          </a:ln>
        </p:spPr>
      </p:sp>
      <p:sp>
        <p:nvSpPr>
          <p:cNvPr id="6" name="Text 4"/>
          <p:cNvSpPr/>
          <p:nvPr/>
        </p:nvSpPr>
        <p:spPr>
          <a:xfrm>
            <a:off x="1162020" y="1143000"/>
            <a:ext cx="10115550" cy="871515"/>
          </a:xfrm>
          <a:prstGeom prst="rect">
            <a:avLst/>
          </a:prstGeom>
          <a:noFill/>
          <a:ln>
            <a:noFill/>
          </a:ln>
        </p:spPr>
        <p:txBody>
          <a:bodyPr wrap="square" lIns="0" tIns="0" rIns="0" bIns="0" rtlCol="0" anchor="t"/>
          <a:lstStyle/>
          <a:p>
            <a:pPr algn="l" indent="0" marL="0">
              <a:lnSpc>
                <a:spcPct val="150000"/>
              </a:lnSpc>
              <a:buNone/>
            </a:pPr>
            <a:r>
              <a:rPr lang="ja-JP" altLang="en-US" sz="1125" dirty="0">
                <a:solidFill>
                  <a:srgbClr val="5C5A50"/>
                </a:solidFill>
                <a:latin typeface="Noto Sans JP" pitchFamily="34" charset="0"/>
                <a:ea typeface="Noto Sans JP" pitchFamily="34" charset="-122"/>
                <a:cs typeface="Noto Sans JP" pitchFamily="34" charset="-120"/>
              </a:rPr>
              <a:t>想定される質問</a:t>
            </a:r>
            <a:endParaRPr lang="ja-JP" altLang="en-US" sz="1125" dirty="0">
              <a:solidFill>
                <a:srgbClr val="5C5A50"/>
              </a:solidFill>
              <a:latin typeface="Noto Sans JP" pitchFamily="34" charset="0"/>
              <a:ea typeface="Noto Sans JP" pitchFamily="34" charset="-122"/>
              <a:cs typeface="Noto Sans JP" pitchFamily="34" charset="-120"/>
            </a:endParaRPr>
          </a:p>
          <a:p>
            <a:pPr algn="l" indent="0" marL="0">
              <a:lnSpc>
                <a:spcPct val="150000"/>
              </a:lnSpc>
              <a:buNone/>
            </a:pPr>
            <a:r>
              <a:rPr lang="ja-JP" altLang="en-US" sz="2250" dirty="0">
                <a:solidFill>
                  <a:srgbClr val="33312A"/>
                </a:solidFill>
                <a:latin typeface="Noto Serif JP Medium" pitchFamily="34" charset="0"/>
                <a:ea typeface="Noto Serif JP Medium" pitchFamily="34" charset="-122"/>
                <a:cs typeface="Noto Serif JP Medium" pitchFamily="34" charset="-120"/>
              </a:rPr>
              <a:t>「三つとも成功した会社です。同じことをやって失敗した会社もあるのでは」</a:t>
            </a:r>
            <a:endParaRPr lang="ja-JP" altLang="en-US" sz="2250" dirty="0">
              <a:solidFill>
                <a:srgbClr val="33312A"/>
              </a:solidFill>
              <a:latin typeface="Noto Serif JP Medium" pitchFamily="34" charset="0"/>
              <a:ea typeface="Noto Serif JP Medium" pitchFamily="34" charset="-122"/>
              <a:cs typeface="Noto Serif JP Medium" pitchFamily="34" charset="-120"/>
            </a:endParaRPr>
          </a:p>
        </p:txBody>
      </p:sp>
      <p:sp>
        <p:nvSpPr>
          <p:cNvPr id="7" name="Text 5"/>
          <p:cNvSpPr/>
          <p:nvPr/>
        </p:nvSpPr>
        <p:spPr>
          <a:xfrm>
            <a:off x="914400" y="2371771"/>
            <a:ext cx="1638330" cy="328635"/>
          </a:xfrm>
          <a:prstGeom prst="rect">
            <a:avLst/>
          </a:prstGeom>
          <a:noFill/>
          <a:ln>
            <a:noFill/>
          </a:ln>
        </p:spPr>
        <p:txBody>
          <a:bodyPr wrap="none" lIns="0" tIns="0" rIns="0" bIns="0" rtlCol="0" anchor="t"/>
          <a:lstStyle/>
          <a:p>
            <a:pPr algn="l" indent="0" marL="0">
              <a:lnSpc>
                <a:spcPct val="153000"/>
              </a:lnSpc>
              <a:buNone/>
            </a:pPr>
            <a:r>
              <a:rPr lang="ja-JP" altLang="en-US" sz="1125" spc="135" kern="0" dirty="0">
                <a:solidFill>
                  <a:srgbClr val="5C5A50"/>
                </a:solidFill>
                <a:latin typeface="Noto Sans JP" pitchFamily="34" charset="0"/>
                <a:ea typeface="Noto Sans JP" pitchFamily="34" charset="-122"/>
                <a:cs typeface="Noto Sans JP" pitchFamily="34" charset="-120"/>
              </a:rPr>
              <a:t>まず認める</a:t>
            </a:r>
            <a:endParaRPr lang="ja-JP" altLang="en-US" sz="1125" spc="135" kern="0" dirty="0">
              <a:solidFill>
                <a:srgbClr val="5C5A50"/>
              </a:solidFill>
              <a:latin typeface="Noto Sans JP" pitchFamily="34" charset="0"/>
              <a:ea typeface="Noto Sans JP" pitchFamily="34" charset="-122"/>
              <a:cs typeface="Noto Sans JP" pitchFamily="34" charset="-120"/>
            </a:endParaRPr>
          </a:p>
        </p:txBody>
      </p:sp>
      <p:sp>
        <p:nvSpPr>
          <p:cNvPr id="8" name="Text 6"/>
          <p:cNvSpPr/>
          <p:nvPr/>
        </p:nvSpPr>
        <p:spPr>
          <a:xfrm>
            <a:off x="2857500" y="2305020"/>
            <a:ext cx="8420070" cy="729508"/>
          </a:xfrm>
          <a:prstGeom prst="rect">
            <a:avLst/>
          </a:prstGeom>
          <a:noFill/>
          <a:ln>
            <a:noFill/>
          </a:ln>
        </p:spPr>
        <p:txBody>
          <a:bodyPr wrap="square" lIns="0" tIns="0" rIns="0" bIns="0" rtlCol="0" anchor="t"/>
          <a:lstStyle/>
          <a:p>
            <a:pPr algn="l" indent="0" marL="0">
              <a:lnSpc>
                <a:spcPct val="168000"/>
              </a:lnSpc>
              <a:buNone/>
            </a:pPr>
            <a:r>
              <a:rPr lang="ja-JP" altLang="en-US" sz="1425" spc="43" kern="0" dirty="0">
                <a:solidFill>
                  <a:srgbClr val="33312A"/>
                </a:solidFill>
                <a:latin typeface="Noto Sans JP" pitchFamily="34" charset="0"/>
                <a:ea typeface="Noto Sans JP" pitchFamily="34" charset="-122"/>
                <a:cs typeface="Noto Sans JP" pitchFamily="34" charset="-120"/>
              </a:rPr>
              <a:t>そのとおりです。今日の三つは生き残った側。棚を変えて失敗した会社も、物語を変えて失敗した会社もあります。</a:t>
            </a:r>
            <a:endParaRPr lang="ja-JP" altLang="en-US" sz="1425" spc="43" kern="0" dirty="0">
              <a:solidFill>
                <a:srgbClr val="33312A"/>
              </a:solidFill>
              <a:latin typeface="Noto Sans JP" pitchFamily="34" charset="0"/>
              <a:ea typeface="Noto Sans JP" pitchFamily="34" charset="-122"/>
              <a:cs typeface="Noto Sans JP" pitchFamily="34" charset="-120"/>
            </a:endParaRPr>
          </a:p>
        </p:txBody>
      </p:sp>
      <p:sp>
        <p:nvSpPr>
          <p:cNvPr id="9" name="Shape 7"/>
          <p:cNvSpPr/>
          <p:nvPr/>
        </p:nvSpPr>
        <p:spPr>
          <a:xfrm>
            <a:off x="914400" y="3072658"/>
            <a:ext cx="10363170" cy="9510"/>
          </a:xfrm>
          <a:prstGeom prst="rect">
            <a:avLst/>
          </a:prstGeom>
          <a:solidFill>
            <a:srgbClr val="DFDBD0"/>
          </a:solidFill>
          <a:ln>
            <a:noFill/>
          </a:ln>
        </p:spPr>
      </p:sp>
      <p:sp>
        <p:nvSpPr>
          <p:cNvPr id="10" name="Text 8"/>
          <p:cNvSpPr/>
          <p:nvPr/>
        </p:nvSpPr>
        <p:spPr>
          <a:xfrm>
            <a:off x="914400" y="3301258"/>
            <a:ext cx="1638330" cy="328635"/>
          </a:xfrm>
          <a:prstGeom prst="rect">
            <a:avLst/>
          </a:prstGeom>
          <a:noFill/>
          <a:ln>
            <a:noFill/>
          </a:ln>
        </p:spPr>
        <p:txBody>
          <a:bodyPr wrap="none" lIns="0" tIns="0" rIns="0" bIns="0" rtlCol="0" anchor="t"/>
          <a:lstStyle/>
          <a:p>
            <a:pPr algn="l" indent="0" marL="0">
              <a:lnSpc>
                <a:spcPct val="153000"/>
              </a:lnSpc>
              <a:buNone/>
            </a:pPr>
            <a:r>
              <a:rPr lang="ja-JP" altLang="en-US" sz="1125" spc="135" kern="0" dirty="0">
                <a:solidFill>
                  <a:srgbClr val="5C5A50"/>
                </a:solidFill>
                <a:latin typeface="Noto Sans JP" pitchFamily="34" charset="0"/>
                <a:ea typeface="Noto Sans JP" pitchFamily="34" charset="-122"/>
                <a:cs typeface="Noto Sans JP" pitchFamily="34" charset="-120"/>
              </a:rPr>
              <a:t>主張はこちら</a:t>
            </a:r>
            <a:endParaRPr lang="ja-JP" altLang="en-US" sz="1125" spc="135" kern="0" dirty="0">
              <a:solidFill>
                <a:srgbClr val="5C5A50"/>
              </a:solidFill>
              <a:latin typeface="Noto Sans JP" pitchFamily="34" charset="0"/>
              <a:ea typeface="Noto Sans JP" pitchFamily="34" charset="-122"/>
              <a:cs typeface="Noto Sans JP" pitchFamily="34" charset="-120"/>
            </a:endParaRPr>
          </a:p>
        </p:txBody>
      </p:sp>
      <p:sp>
        <p:nvSpPr>
          <p:cNvPr id="11" name="Text 9"/>
          <p:cNvSpPr/>
          <p:nvPr/>
        </p:nvSpPr>
        <p:spPr>
          <a:xfrm>
            <a:off x="2857500" y="3234599"/>
            <a:ext cx="8420070" cy="729508"/>
          </a:xfrm>
          <a:prstGeom prst="rect">
            <a:avLst/>
          </a:prstGeom>
          <a:noFill/>
          <a:ln>
            <a:noFill/>
          </a:ln>
        </p:spPr>
        <p:txBody>
          <a:bodyPr wrap="square" lIns="0" tIns="0" rIns="0" bIns="0" rtlCol="0" anchor="t"/>
          <a:lstStyle/>
          <a:p>
            <a:pPr algn="l" indent="0" marL="0">
              <a:lnSpc>
                <a:spcPct val="168000"/>
              </a:lnSpc>
              <a:buNone/>
            </a:pPr>
            <a:r>
              <a:rPr lang="ja-JP" altLang="en-US" sz="1425" spc="43" kern="0" dirty="0">
                <a:solidFill>
                  <a:srgbClr val="33312A"/>
                </a:solidFill>
                <a:latin typeface="Noto Sans JP" pitchFamily="34" charset="0"/>
                <a:ea typeface="Noto Sans JP" pitchFamily="34" charset="-122"/>
                <a:cs typeface="Noto Sans JP" pitchFamily="34" charset="-120"/>
              </a:rPr>
              <a:t>今日の話は「棚と物語を変えれば勝てる」ではありません。「製品が良ければ勝てる」が、それだけでは</a:t>
            </a:r>
            <a:r>
              <a:rPr lang="ja-JP" altLang="en-US" sz="1425" b="1" spc="43" kern="0" dirty="0">
                <a:solidFill>
                  <a:srgbClr val="4A5D3A"/>
                </a:solidFill>
                <a:latin typeface="Noto Sans JP" pitchFamily="34" charset="0"/>
                <a:ea typeface="Noto Sans JP" pitchFamily="34" charset="-122"/>
                <a:cs typeface="Noto Sans JP" pitchFamily="34" charset="-120"/>
              </a:rPr>
              <a:t>成立しない</a:t>
            </a:r>
            <a:r>
              <a:rPr lang="ja-JP" altLang="en-US" sz="1425" spc="43" kern="0" dirty="0">
                <a:solidFill>
                  <a:srgbClr val="33312A"/>
                </a:solidFill>
                <a:latin typeface="Noto Sans JP" pitchFamily="34" charset="0"/>
                <a:ea typeface="Noto Sans JP" pitchFamily="34" charset="-122"/>
                <a:cs typeface="Noto Sans JP" pitchFamily="34" charset="-120"/>
              </a:rPr>
              <a:t>という話です。</a:t>
            </a:r>
            <a:endParaRPr lang="ja-JP" altLang="en-US" sz="1425" spc="43" kern="0" dirty="0">
              <a:solidFill>
                <a:srgbClr val="33312A"/>
              </a:solidFill>
              <a:latin typeface="Noto Sans JP" pitchFamily="34" charset="0"/>
              <a:ea typeface="Noto Sans JP" pitchFamily="34" charset="-122"/>
              <a:cs typeface="Noto Sans JP" pitchFamily="34" charset="-120"/>
            </a:endParaRPr>
          </a:p>
        </p:txBody>
      </p:sp>
      <p:sp>
        <p:nvSpPr>
          <p:cNvPr id="12" name="Shape 10"/>
          <p:cNvSpPr/>
          <p:nvPr/>
        </p:nvSpPr>
        <p:spPr>
          <a:xfrm>
            <a:off x="914400" y="4002329"/>
            <a:ext cx="10363170" cy="9510"/>
          </a:xfrm>
          <a:prstGeom prst="rect">
            <a:avLst/>
          </a:prstGeom>
          <a:solidFill>
            <a:srgbClr val="DFDBD0"/>
          </a:solidFill>
          <a:ln>
            <a:noFill/>
          </a:ln>
        </p:spPr>
      </p:sp>
      <p:sp>
        <p:nvSpPr>
          <p:cNvPr id="13" name="Text 11"/>
          <p:cNvSpPr/>
          <p:nvPr/>
        </p:nvSpPr>
        <p:spPr>
          <a:xfrm>
            <a:off x="914400" y="4230929"/>
            <a:ext cx="1638330" cy="328635"/>
          </a:xfrm>
          <a:prstGeom prst="rect">
            <a:avLst/>
          </a:prstGeom>
          <a:noFill/>
          <a:ln>
            <a:noFill/>
          </a:ln>
        </p:spPr>
        <p:txBody>
          <a:bodyPr wrap="none" lIns="0" tIns="0" rIns="0" bIns="0" rtlCol="0" anchor="t"/>
          <a:lstStyle/>
          <a:p>
            <a:pPr algn="l" indent="0" marL="0">
              <a:lnSpc>
                <a:spcPct val="153000"/>
              </a:lnSpc>
              <a:buNone/>
            </a:pPr>
            <a:r>
              <a:rPr lang="ja-JP" altLang="en-US" sz="1125" spc="135" kern="0" dirty="0">
                <a:solidFill>
                  <a:srgbClr val="5C5A50"/>
                </a:solidFill>
                <a:latin typeface="Noto Sans JP" pitchFamily="34" charset="0"/>
                <a:ea typeface="Noto Sans JP" pitchFamily="34" charset="-122"/>
                <a:cs typeface="Noto Sans JP" pitchFamily="34" charset="-120"/>
              </a:rPr>
              <a:t>反証になるもの</a:t>
            </a:r>
            <a:endParaRPr lang="ja-JP" altLang="en-US" sz="1125" spc="135" kern="0" dirty="0">
              <a:solidFill>
                <a:srgbClr val="5C5A50"/>
              </a:solidFill>
              <a:latin typeface="Noto Sans JP" pitchFamily="34" charset="0"/>
              <a:ea typeface="Noto Sans JP" pitchFamily="34" charset="-122"/>
              <a:cs typeface="Noto Sans JP" pitchFamily="34" charset="-120"/>
            </a:endParaRPr>
          </a:p>
        </p:txBody>
      </p:sp>
      <p:sp>
        <p:nvSpPr>
          <p:cNvPr id="14" name="Text 12"/>
          <p:cNvSpPr/>
          <p:nvPr/>
        </p:nvSpPr>
        <p:spPr>
          <a:xfrm>
            <a:off x="2857500" y="4164269"/>
            <a:ext cx="8420070" cy="729508"/>
          </a:xfrm>
          <a:prstGeom prst="rect">
            <a:avLst/>
          </a:prstGeom>
          <a:noFill/>
          <a:ln>
            <a:noFill/>
          </a:ln>
        </p:spPr>
        <p:txBody>
          <a:bodyPr wrap="square" lIns="0" tIns="0" rIns="0" bIns="0" rtlCol="0" anchor="t"/>
          <a:lstStyle/>
          <a:p>
            <a:pPr algn="l" indent="0" marL="0">
              <a:lnSpc>
                <a:spcPct val="168000"/>
              </a:lnSpc>
              <a:buNone/>
            </a:pPr>
            <a:r>
              <a:rPr lang="ja-JP" altLang="en-US" sz="1425" spc="43" kern="0" dirty="0">
                <a:solidFill>
                  <a:srgbClr val="33312A"/>
                </a:solidFill>
                <a:latin typeface="Noto Sans JP" pitchFamily="34" charset="0"/>
                <a:ea typeface="Noto Sans JP" pitchFamily="34" charset="-122"/>
                <a:cs typeface="Noto Sans JP" pitchFamily="34" charset="-120"/>
              </a:rPr>
              <a:t>棚も物語も変えずに、製品の質だけで一度失った市場を取り返した例。思い当たるものがあれば、教えてください。</a:t>
            </a:r>
            <a:endParaRPr lang="ja-JP" altLang="en-US" sz="1425" spc="43" kern="0" dirty="0">
              <a:solidFill>
                <a:srgbClr val="33312A"/>
              </a:solidFill>
              <a:latin typeface="Noto Sans JP" pitchFamily="34" charset="0"/>
              <a:ea typeface="Noto Sans JP" pitchFamily="34" charset="-122"/>
              <a:cs typeface="Noto Sans JP" pitchFamily="34" charset="-120"/>
            </a:endParaRPr>
          </a:p>
        </p:txBody>
      </p:sp>
      <p:sp>
        <p:nvSpPr>
          <p:cNvPr id="15" name="Shape 13"/>
          <p:cNvSpPr/>
          <p:nvPr/>
        </p:nvSpPr>
        <p:spPr>
          <a:xfrm>
            <a:off x="914400" y="5219670"/>
            <a:ext cx="10363170" cy="9510"/>
          </a:xfrm>
          <a:prstGeom prst="rect">
            <a:avLst/>
          </a:prstGeom>
          <a:solidFill>
            <a:srgbClr val="C9C4B8"/>
          </a:solidFill>
          <a:ln>
            <a:noFill/>
          </a:ln>
        </p:spPr>
      </p:sp>
      <p:sp>
        <p:nvSpPr>
          <p:cNvPr id="16" name="Shape 14"/>
          <p:cNvSpPr/>
          <p:nvPr/>
        </p:nvSpPr>
        <p:spPr>
          <a:xfrm>
            <a:off x="914400" y="5429250"/>
            <a:ext cx="190470" cy="19020"/>
          </a:xfrm>
          <a:prstGeom prst="rect">
            <a:avLst/>
          </a:prstGeom>
          <a:solidFill>
            <a:srgbClr val="4A5D3A"/>
          </a:solidFill>
          <a:ln>
            <a:noFill/>
          </a:ln>
        </p:spPr>
      </p:sp>
      <p:sp>
        <p:nvSpPr>
          <p:cNvPr id="17" name="Text 15"/>
          <p:cNvSpPr/>
          <p:nvPr/>
        </p:nvSpPr>
        <p:spPr>
          <a:xfrm>
            <a:off x="914400" y="5562570"/>
            <a:ext cx="10363170" cy="904890"/>
          </a:xfrm>
          <a:prstGeom prst="rect">
            <a:avLst/>
          </a:prstGeom>
          <a:noFill/>
          <a:ln>
            <a:noFill/>
          </a:ln>
        </p:spPr>
        <p:txBody>
          <a:bodyPr wrap="square" lIns="0" tIns="0" rIns="0" bIns="0" rtlCol="0" anchor="t"/>
          <a:lstStyle/>
          <a:p>
            <a:pPr algn="l" indent="0" marL="0">
              <a:lnSpc>
                <a:spcPct val="160000"/>
              </a:lnSpc>
              <a:buNone/>
            </a:pPr>
            <a:r>
              <a:rPr lang="ja-JP" altLang="en-US" sz="1050" dirty="0">
                <a:solidFill>
                  <a:srgbClr val="4A5D3A"/>
                </a:solidFill>
                <a:latin typeface="Noto Sans JP" pitchFamily="34" charset="0"/>
                <a:ea typeface="Noto Sans JP" pitchFamily="34" charset="-122"/>
                <a:cs typeface="Noto Sans JP" pitchFamily="34" charset="-120"/>
              </a:rPr>
              <a:t>切り分け</a:t>
            </a:r>
            <a:endParaRPr lang="ja-JP" altLang="en-US" sz="1050" dirty="0">
              <a:solidFill>
                <a:srgbClr val="4A5D3A"/>
              </a:solidFill>
              <a:latin typeface="Noto Sans JP" pitchFamily="34" charset="0"/>
              <a:ea typeface="Noto Sans JP" pitchFamily="34" charset="-122"/>
              <a:cs typeface="Noto Sans JP" pitchFamily="34" charset="-120"/>
            </a:endParaRPr>
          </a:p>
          <a:p>
            <a:pPr algn="l" indent="0" marL="0">
              <a:lnSpc>
                <a:spcPct val="160000"/>
              </a:lnSpc>
              <a:spcBef>
                <a:spcPts val="1050"/>
              </a:spcBef>
              <a:buNone/>
            </a:pPr>
            <a:r>
              <a:rPr lang="ja-JP" altLang="en-US" sz="2250" dirty="0">
                <a:solidFill>
                  <a:srgbClr val="1B1A16"/>
                </a:solidFill>
                <a:latin typeface="Noto Serif JP Medium" pitchFamily="34" charset="0"/>
                <a:ea typeface="Noto Serif JP Medium" pitchFamily="34" charset="-122"/>
                <a:cs typeface="Noto Serif JP Medium" pitchFamily="34" charset="-120"/>
              </a:rPr>
              <a:t>今日の話は、勝ち方の処方ではありません。負けている理由の</a:t>
            </a:r>
            <a:r>
              <a:rPr lang="ja-JP" altLang="en-US" sz="2250" dirty="0">
                <a:solidFill>
                  <a:srgbClr val="4A5D3A"/>
                </a:solidFill>
                <a:latin typeface="Noto Serif JP SemiBold" pitchFamily="34" charset="0"/>
                <a:ea typeface="Noto Serif JP SemiBold" pitchFamily="34" charset="-122"/>
                <a:cs typeface="Noto Serif JP SemiBold" pitchFamily="34" charset="-120"/>
              </a:rPr>
              <a:t>切り分け</a:t>
            </a:r>
            <a:r>
              <a:rPr lang="ja-JP" altLang="en-US" sz="2250" dirty="0">
                <a:solidFill>
                  <a:srgbClr val="1B1A16"/>
                </a:solidFill>
                <a:latin typeface="Noto Serif JP Medium" pitchFamily="34" charset="0"/>
                <a:ea typeface="Noto Serif JP Medium" pitchFamily="34" charset="-122"/>
                <a:cs typeface="Noto Serif JP Medium" pitchFamily="34" charset="-120"/>
              </a:rPr>
              <a:t>です。</a:t>
            </a:r>
            <a:endParaRPr lang="ja-JP" altLang="en-US" sz="2250" dirty="0">
              <a:solidFill>
                <a:srgbClr val="1B1A16"/>
              </a:solidFill>
              <a:latin typeface="Noto Serif JP Medium" pitchFamily="34" charset="0"/>
              <a:ea typeface="Noto Serif JP Medium" pitchFamily="34" charset="-122"/>
              <a:cs typeface="Noto Serif JP Medium" pitchFamily="34" charset="-120"/>
            </a:endParaRPr>
          </a:p>
        </p:txBody>
      </p:sp>
      <p:sp>
        <p:nvSpPr>
          <p:cNvPr id="18" name="Text 16"/>
          <p:cNvSpPr/>
          <p:nvPr/>
        </p:nvSpPr>
        <p:spPr>
          <a:xfrm>
            <a:off x="914400" y="6410310"/>
            <a:ext cx="723930" cy="304770"/>
          </a:xfrm>
          <a:prstGeom prst="rect">
            <a:avLst/>
          </a:prstGeom>
          <a:noFill/>
          <a:ln>
            <a:noFill/>
          </a:ln>
        </p:spPr>
        <p:txBody>
          <a:bodyPr wrap="none" lIns="0" tIns="0" rIns="0" bIns="0" rtlCol="0" anchor="t"/>
          <a:lstStyle/>
          <a:p>
            <a:pPr algn="l" indent="0" marL="0">
              <a:lnSpc>
                <a:spcPct val="154000"/>
              </a:lnSpc>
              <a:buNone/>
            </a:pPr>
            <a:r>
              <a:rPr lang="en-US" sz="975" spc="176" kern="0" dirty="0">
                <a:solidFill>
                  <a:srgbClr val="4A5D3A"/>
                </a:solidFill>
                <a:latin typeface="Consolas" pitchFamily="34" charset="0"/>
                <a:ea typeface="Noto Sans JP" pitchFamily="34" charset="-122"/>
                <a:cs typeface="Consolas" pitchFamily="34" charset="-120"/>
              </a:rPr>
              <a:t>APPENDIX</a:t>
            </a:r>
            <a:endParaRPr lang="en-US" sz="975" spc="176" kern="0" dirty="0">
              <a:solidFill>
                <a:srgbClr val="4A5D3A"/>
              </a:solidFill>
              <a:latin typeface="Consolas" pitchFamily="34" charset="0"/>
              <a:ea typeface="Noto Sans JP" pitchFamily="34" charset="-122"/>
              <a:cs typeface="Consolas" pitchFamily="34" charset="-120"/>
            </a:endParaRPr>
          </a:p>
        </p:txBody>
      </p:sp>
      <p:sp>
        <p:nvSpPr>
          <p:cNvPr id="19" name="Shape 17"/>
          <p:cNvSpPr/>
          <p:nvPr/>
        </p:nvSpPr>
        <p:spPr>
          <a:xfrm>
            <a:off x="914400" y="790590"/>
            <a:ext cx="533370" cy="28621"/>
          </a:xfrm>
          <a:prstGeom prst="rect">
            <a:avLst/>
          </a:prstGeom>
          <a:solidFill>
            <a:srgbClr val="4A5D3A"/>
          </a:solidFill>
          <a:ln>
            <a:noFill/>
          </a:ln>
        </p:spPr>
      </p:sp>
      <p:sp>
        <p:nvSpPr>
          <p:cNvPr id="20" name="Text 18"/>
          <p:cNvSpPr/>
          <p:nvPr/>
        </p:nvSpPr>
        <p:spPr>
          <a:xfrm>
            <a:off x="8420070" y="6362670"/>
            <a:ext cx="2857500" cy="209580"/>
          </a:xfrm>
          <a:prstGeom prst="rect">
            <a:avLst/>
          </a:prstGeom>
          <a:noFill/>
          <a:ln>
            <a:noFill/>
          </a:ln>
        </p:spPr>
        <p:txBody>
          <a:bodyPr wrap="square" lIns="0" tIns="0" rIns="0" bIns="0" rtlCol="0" anchor="t"/>
          <a:lstStyle/>
          <a:p>
            <a:pPr algn="r" indent="0" marL="0">
              <a:buNone/>
            </a:pPr>
            <a:r>
              <a:rPr lang="en-US" sz="975" spc="160" kern="0" dirty="0">
                <a:solidFill>
                  <a:srgbClr val="6E6B60"/>
                </a:solidFill>
                <a:latin typeface="Consolas" pitchFamily="34" charset="0"/>
                <a:ea typeface="Noto Sans JP" pitchFamily="34" charset="-122"/>
                <a:cs typeface="Consolas" pitchFamily="34" charset="-120"/>
              </a:rPr>
              <a:t>A5 / A6</a:t>
            </a:r>
            <a:endParaRPr lang="en-US" sz="975" spc="160" kern="0" dirty="0">
              <a:solidFill>
                <a:srgbClr val="6E6B60"/>
              </a:solidFill>
              <a:latin typeface="Consolas" pitchFamily="34" charset="0"/>
              <a:ea typeface="Noto Sans JP" pitchFamily="34" charset="-122"/>
              <a:cs typeface="Consolas" pitchFamily="34" charset="-12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4572000" y="1219170"/>
            <a:ext cx="1676370" cy="2438430"/>
          </a:xfrm>
          <a:custGeom>
            <a:avLst/>
            <a:gdLst/>
            <a:ahLst/>
            <a:cxnLst/>
            <a:rect l="l" t="t" r="r" b="b"/>
            <a:pathLst>
              <a:path w="1676370" h="2438430">
                <a:moveTo>
                  <a:pt x="0" y="0"/>
                </a:moveTo>
                <a:lnTo>
                  <a:pt x="1676370" y="0"/>
                </a:lnTo>
                <a:lnTo>
                  <a:pt x="1676370" y="2438430"/>
                </a:lnTo>
                <a:lnTo>
                  <a:pt x="0" y="2438430"/>
                </a:lnTo>
                <a:close/>
              </a:path>
            </a:pathLst>
          </a:custGeom>
          <a:noFill/>
          <a:ln w="14288">
            <a:solidFill>
              <a:srgbClr val="6E6B60"/>
            </a:solidFill>
            <a:prstDash val="dash"/>
          </a:ln>
        </p:spPr>
      </p:sp>
      <p:sp>
        <p:nvSpPr>
          <p:cNvPr id="3" name="Shape 1"/>
          <p:cNvSpPr/>
          <p:nvPr/>
        </p:nvSpPr>
        <p:spPr>
          <a:xfrm>
            <a:off x="8229600" y="2514600"/>
            <a:ext cx="838230" cy="1143000"/>
          </a:xfrm>
          <a:custGeom>
            <a:avLst/>
            <a:gdLst/>
            <a:ahLst/>
            <a:cxnLst/>
            <a:rect l="l" t="t" r="r" b="b"/>
            <a:pathLst>
              <a:path w="838230" h="1143000">
                <a:moveTo>
                  <a:pt x="0" y="0"/>
                </a:moveTo>
                <a:lnTo>
                  <a:pt x="571500" y="0"/>
                </a:lnTo>
                <a:lnTo>
                  <a:pt x="838230" y="266730"/>
                </a:lnTo>
                <a:lnTo>
                  <a:pt x="838230" y="1143000"/>
                </a:lnTo>
                <a:lnTo>
                  <a:pt x="0" y="1143000"/>
                </a:lnTo>
                <a:close/>
              </a:path>
            </a:pathLst>
          </a:custGeom>
          <a:solidFill>
            <a:srgbClr val="F3F1E9"/>
          </a:solidFill>
          <a:ln w="14288">
            <a:solidFill>
              <a:srgbClr val="C9C4B8"/>
            </a:solidFill>
            <a:prstDash val="solid"/>
          </a:ln>
        </p:spPr>
      </p:sp>
      <p:sp>
        <p:nvSpPr>
          <p:cNvPr id="4" name="Shape 2"/>
          <p:cNvSpPr/>
          <p:nvPr/>
        </p:nvSpPr>
        <p:spPr>
          <a:xfrm>
            <a:off x="8801100" y="2514600"/>
            <a:ext cx="266730" cy="266730"/>
          </a:xfrm>
          <a:custGeom>
            <a:avLst/>
            <a:gdLst/>
            <a:ahLst/>
            <a:cxnLst/>
            <a:rect l="l" t="t" r="r" b="b"/>
            <a:pathLst>
              <a:path w="266730" h="266730">
                <a:moveTo>
                  <a:pt x="0" y="0"/>
                </a:moveTo>
                <a:lnTo>
                  <a:pt x="0" y="266730"/>
                </a:lnTo>
                <a:lnTo>
                  <a:pt x="266730" y="266730"/>
                </a:lnTo>
              </a:path>
            </a:pathLst>
          </a:custGeom>
          <a:noFill/>
          <a:ln w="14288">
            <a:solidFill>
              <a:srgbClr val="C9C4B8"/>
            </a:solidFill>
            <a:prstDash val="solid"/>
          </a:ln>
        </p:spPr>
      </p:sp>
      <p:sp>
        <p:nvSpPr>
          <p:cNvPr id="5" name="Shape 3"/>
          <p:cNvSpPr/>
          <p:nvPr/>
        </p:nvSpPr>
        <p:spPr>
          <a:xfrm>
            <a:off x="9296430" y="2514600"/>
            <a:ext cx="619140" cy="247620"/>
          </a:xfrm>
          <a:custGeom>
            <a:avLst/>
            <a:gdLst/>
            <a:ahLst/>
            <a:cxnLst/>
            <a:rect l="l" t="t" r="r" b="b"/>
            <a:pathLst>
              <a:path w="619140" h="247620">
                <a:moveTo>
                  <a:pt x="0" y="0"/>
                </a:moveTo>
                <a:lnTo>
                  <a:pt x="619140" y="0"/>
                </a:lnTo>
                <a:lnTo>
                  <a:pt x="619140" y="247620"/>
                </a:lnTo>
                <a:lnTo>
                  <a:pt x="0" y="247620"/>
                </a:lnTo>
                <a:close/>
              </a:path>
            </a:pathLst>
          </a:custGeom>
          <a:noFill/>
          <a:ln w="14288">
            <a:solidFill>
              <a:srgbClr val="6E6B60"/>
            </a:solidFill>
            <a:prstDash val="dash"/>
          </a:ln>
        </p:spPr>
      </p:sp>
      <p:sp>
        <p:nvSpPr>
          <p:cNvPr id="6" name="Shape 4"/>
          <p:cNvSpPr/>
          <p:nvPr/>
        </p:nvSpPr>
        <p:spPr>
          <a:xfrm>
            <a:off x="4572000" y="5791170"/>
            <a:ext cx="1143000" cy="247620"/>
          </a:xfrm>
          <a:custGeom>
            <a:avLst/>
            <a:gdLst/>
            <a:ahLst/>
            <a:cxnLst/>
            <a:rect l="l" t="t" r="r" b="b"/>
            <a:pathLst>
              <a:path w="1143000" h="247620">
                <a:moveTo>
                  <a:pt x="0" y="0"/>
                </a:moveTo>
                <a:lnTo>
                  <a:pt x="1143000" y="0"/>
                </a:lnTo>
                <a:lnTo>
                  <a:pt x="1143000" y="247620"/>
                </a:lnTo>
                <a:lnTo>
                  <a:pt x="0" y="247620"/>
                </a:lnTo>
                <a:close/>
              </a:path>
            </a:pathLst>
          </a:custGeom>
          <a:noFill/>
          <a:ln w="14288">
            <a:solidFill>
              <a:srgbClr val="4A5D3A"/>
            </a:solidFill>
            <a:prstDash val="solid"/>
          </a:ln>
        </p:spPr>
      </p:sp>
      <p:sp>
        <p:nvSpPr>
          <p:cNvPr id="7" name="Shape 5"/>
          <p:cNvSpPr/>
          <p:nvPr/>
        </p:nvSpPr>
        <p:spPr>
          <a:xfrm>
            <a:off x="4752960" y="5848320"/>
            <a:ext cx="95280" cy="133320"/>
          </a:xfrm>
          <a:custGeom>
            <a:avLst/>
            <a:gdLst/>
            <a:ahLst/>
            <a:cxnLst/>
            <a:rect l="l" t="t" r="r" b="b"/>
            <a:pathLst>
              <a:path w="95280" h="133320">
                <a:moveTo>
                  <a:pt x="0" y="0"/>
                </a:moveTo>
                <a:lnTo>
                  <a:pt x="95280" y="0"/>
                </a:lnTo>
                <a:lnTo>
                  <a:pt x="95280" y="133320"/>
                </a:lnTo>
                <a:lnTo>
                  <a:pt x="0" y="133320"/>
                </a:lnTo>
                <a:close/>
              </a:path>
            </a:pathLst>
          </a:custGeom>
          <a:noFill/>
          <a:ln w="14288">
            <a:solidFill>
              <a:srgbClr val="4A5D3A"/>
            </a:solidFill>
            <a:prstDash val="solid"/>
          </a:ln>
        </p:spPr>
      </p:sp>
      <p:sp>
        <p:nvSpPr>
          <p:cNvPr id="8" name="Shape 6"/>
          <p:cNvSpPr/>
          <p:nvPr/>
        </p:nvSpPr>
        <p:spPr>
          <a:xfrm>
            <a:off x="4781580" y="5848320"/>
            <a:ext cx="0" cy="133320"/>
          </a:xfrm>
          <a:prstGeom prst="line">
            <a:avLst/>
          </a:prstGeom>
          <a:noFill/>
          <a:ln w="14288">
            <a:solidFill>
              <a:srgbClr val="4A5D3A"/>
            </a:solidFill>
            <a:prstDash val="solid"/>
          </a:ln>
        </p:spPr>
      </p:sp>
      <p:sp>
        <p:nvSpPr>
          <p:cNvPr id="9" name="Shape 7"/>
          <p:cNvSpPr/>
          <p:nvPr/>
        </p:nvSpPr>
        <p:spPr>
          <a:xfrm>
            <a:off x="5943600" y="5791170"/>
            <a:ext cx="1143000" cy="247620"/>
          </a:xfrm>
          <a:custGeom>
            <a:avLst/>
            <a:gdLst/>
            <a:ahLst/>
            <a:cxnLst/>
            <a:rect l="l" t="t" r="r" b="b"/>
            <a:pathLst>
              <a:path w="1143000" h="247620">
                <a:moveTo>
                  <a:pt x="0" y="0"/>
                </a:moveTo>
                <a:lnTo>
                  <a:pt x="1143000" y="0"/>
                </a:lnTo>
                <a:lnTo>
                  <a:pt x="1143000" y="247620"/>
                </a:lnTo>
                <a:lnTo>
                  <a:pt x="0" y="247620"/>
                </a:lnTo>
                <a:close/>
              </a:path>
            </a:pathLst>
          </a:custGeom>
          <a:noFill/>
          <a:ln w="14288">
            <a:solidFill>
              <a:srgbClr val="4A5D3A"/>
            </a:solidFill>
            <a:prstDash val="solid"/>
          </a:ln>
        </p:spPr>
      </p:sp>
      <p:sp>
        <p:nvSpPr>
          <p:cNvPr id="10" name="Shape 8"/>
          <p:cNvSpPr/>
          <p:nvPr/>
        </p:nvSpPr>
        <p:spPr>
          <a:xfrm>
            <a:off x="6124560" y="5848320"/>
            <a:ext cx="95280" cy="133320"/>
          </a:xfrm>
          <a:custGeom>
            <a:avLst/>
            <a:gdLst/>
            <a:ahLst/>
            <a:cxnLst/>
            <a:rect l="l" t="t" r="r" b="b"/>
            <a:pathLst>
              <a:path w="95280" h="133320">
                <a:moveTo>
                  <a:pt x="0" y="0"/>
                </a:moveTo>
                <a:lnTo>
                  <a:pt x="95280" y="0"/>
                </a:lnTo>
                <a:lnTo>
                  <a:pt x="95280" y="133320"/>
                </a:lnTo>
                <a:lnTo>
                  <a:pt x="0" y="133320"/>
                </a:lnTo>
                <a:close/>
              </a:path>
            </a:pathLst>
          </a:custGeom>
          <a:noFill/>
          <a:ln w="14288">
            <a:solidFill>
              <a:srgbClr val="4A5D3A"/>
            </a:solidFill>
            <a:prstDash val="solid"/>
          </a:ln>
        </p:spPr>
      </p:sp>
      <p:sp>
        <p:nvSpPr>
          <p:cNvPr id="11" name="Shape 9"/>
          <p:cNvSpPr/>
          <p:nvPr/>
        </p:nvSpPr>
        <p:spPr>
          <a:xfrm>
            <a:off x="6153180" y="5848320"/>
            <a:ext cx="0" cy="133320"/>
          </a:xfrm>
          <a:prstGeom prst="line">
            <a:avLst/>
          </a:prstGeom>
          <a:noFill/>
          <a:ln w="14288">
            <a:solidFill>
              <a:srgbClr val="4A5D3A"/>
            </a:solidFill>
            <a:prstDash val="solid"/>
          </a:ln>
        </p:spPr>
      </p:sp>
      <p:sp>
        <p:nvSpPr>
          <p:cNvPr id="12" name="Shape 10"/>
          <p:cNvSpPr/>
          <p:nvPr/>
        </p:nvSpPr>
        <p:spPr>
          <a:xfrm>
            <a:off x="7315200" y="5791170"/>
            <a:ext cx="1143000" cy="247620"/>
          </a:xfrm>
          <a:custGeom>
            <a:avLst/>
            <a:gdLst/>
            <a:ahLst/>
            <a:cxnLst/>
            <a:rect l="l" t="t" r="r" b="b"/>
            <a:pathLst>
              <a:path w="1143000" h="247620">
                <a:moveTo>
                  <a:pt x="0" y="0"/>
                </a:moveTo>
                <a:lnTo>
                  <a:pt x="1143000" y="0"/>
                </a:lnTo>
                <a:lnTo>
                  <a:pt x="1143000" y="247620"/>
                </a:lnTo>
                <a:lnTo>
                  <a:pt x="0" y="247620"/>
                </a:lnTo>
                <a:close/>
              </a:path>
            </a:pathLst>
          </a:custGeom>
          <a:noFill/>
          <a:ln w="14288">
            <a:solidFill>
              <a:srgbClr val="4A5D3A"/>
            </a:solidFill>
            <a:prstDash val="solid"/>
          </a:ln>
        </p:spPr>
      </p:sp>
      <p:sp>
        <p:nvSpPr>
          <p:cNvPr id="13" name="Shape 11"/>
          <p:cNvSpPr/>
          <p:nvPr/>
        </p:nvSpPr>
        <p:spPr>
          <a:xfrm>
            <a:off x="7496160" y="5848320"/>
            <a:ext cx="95280" cy="133320"/>
          </a:xfrm>
          <a:custGeom>
            <a:avLst/>
            <a:gdLst/>
            <a:ahLst/>
            <a:cxnLst/>
            <a:rect l="l" t="t" r="r" b="b"/>
            <a:pathLst>
              <a:path w="95280" h="133320">
                <a:moveTo>
                  <a:pt x="0" y="0"/>
                </a:moveTo>
                <a:lnTo>
                  <a:pt x="95280" y="0"/>
                </a:lnTo>
                <a:lnTo>
                  <a:pt x="95280" y="133320"/>
                </a:lnTo>
                <a:lnTo>
                  <a:pt x="0" y="133320"/>
                </a:lnTo>
                <a:close/>
              </a:path>
            </a:pathLst>
          </a:custGeom>
          <a:noFill/>
          <a:ln w="14288">
            <a:solidFill>
              <a:srgbClr val="4A5D3A"/>
            </a:solidFill>
            <a:prstDash val="solid"/>
          </a:ln>
        </p:spPr>
      </p:sp>
      <p:sp>
        <p:nvSpPr>
          <p:cNvPr id="14" name="Shape 12"/>
          <p:cNvSpPr/>
          <p:nvPr/>
        </p:nvSpPr>
        <p:spPr>
          <a:xfrm>
            <a:off x="7524780" y="5848320"/>
            <a:ext cx="0" cy="133320"/>
          </a:xfrm>
          <a:prstGeom prst="line">
            <a:avLst/>
          </a:prstGeom>
          <a:noFill/>
          <a:ln w="14288">
            <a:solidFill>
              <a:srgbClr val="4A5D3A"/>
            </a:solidFill>
            <a:prstDash val="solid"/>
          </a:ln>
        </p:spPr>
      </p:sp>
      <p:sp>
        <p:nvSpPr>
          <p:cNvPr id="15" name="Shape 13"/>
          <p:cNvSpPr/>
          <p:nvPr/>
        </p:nvSpPr>
        <p:spPr>
          <a:xfrm>
            <a:off x="8686800" y="5791170"/>
            <a:ext cx="1143000" cy="247620"/>
          </a:xfrm>
          <a:custGeom>
            <a:avLst/>
            <a:gdLst/>
            <a:ahLst/>
            <a:cxnLst/>
            <a:rect l="l" t="t" r="r" b="b"/>
            <a:pathLst>
              <a:path w="1143000" h="247620">
                <a:moveTo>
                  <a:pt x="0" y="0"/>
                </a:moveTo>
                <a:lnTo>
                  <a:pt x="1143000" y="0"/>
                </a:lnTo>
                <a:lnTo>
                  <a:pt x="1143000" y="247620"/>
                </a:lnTo>
                <a:lnTo>
                  <a:pt x="0" y="247620"/>
                </a:lnTo>
                <a:close/>
              </a:path>
            </a:pathLst>
          </a:custGeom>
          <a:noFill/>
          <a:ln w="14288">
            <a:solidFill>
              <a:srgbClr val="4A5D3A"/>
            </a:solidFill>
            <a:prstDash val="solid"/>
          </a:ln>
        </p:spPr>
      </p:sp>
      <p:sp>
        <p:nvSpPr>
          <p:cNvPr id="16" name="Shape 14"/>
          <p:cNvSpPr/>
          <p:nvPr/>
        </p:nvSpPr>
        <p:spPr>
          <a:xfrm>
            <a:off x="8867760" y="5848320"/>
            <a:ext cx="95280" cy="133320"/>
          </a:xfrm>
          <a:custGeom>
            <a:avLst/>
            <a:gdLst/>
            <a:ahLst/>
            <a:cxnLst/>
            <a:rect l="l" t="t" r="r" b="b"/>
            <a:pathLst>
              <a:path w="95280" h="133320">
                <a:moveTo>
                  <a:pt x="0" y="0"/>
                </a:moveTo>
                <a:lnTo>
                  <a:pt x="95280" y="0"/>
                </a:lnTo>
                <a:lnTo>
                  <a:pt x="95280" y="133320"/>
                </a:lnTo>
                <a:lnTo>
                  <a:pt x="0" y="133320"/>
                </a:lnTo>
                <a:close/>
              </a:path>
            </a:pathLst>
          </a:custGeom>
          <a:noFill/>
          <a:ln w="14288">
            <a:solidFill>
              <a:srgbClr val="4A5D3A"/>
            </a:solidFill>
            <a:prstDash val="solid"/>
          </a:ln>
        </p:spPr>
      </p:sp>
      <p:sp>
        <p:nvSpPr>
          <p:cNvPr id="17" name="Shape 15"/>
          <p:cNvSpPr/>
          <p:nvPr/>
        </p:nvSpPr>
        <p:spPr>
          <a:xfrm>
            <a:off x="8896380" y="5848320"/>
            <a:ext cx="0" cy="133320"/>
          </a:xfrm>
          <a:prstGeom prst="line">
            <a:avLst/>
          </a:prstGeom>
          <a:noFill/>
          <a:ln w="14288">
            <a:solidFill>
              <a:srgbClr val="4A5D3A"/>
            </a:solidFill>
            <a:prstDash val="solid"/>
          </a:ln>
        </p:spPr>
      </p:sp>
      <p:sp>
        <p:nvSpPr>
          <p:cNvPr id="18" name="Text 16"/>
          <p:cNvSpPr/>
          <p:nvPr/>
        </p:nvSpPr>
        <p:spPr>
          <a:xfrm>
            <a:off x="914400" y="457200"/>
            <a:ext cx="175931" cy="300015"/>
          </a:xfrm>
          <a:prstGeom prst="rect">
            <a:avLst/>
          </a:prstGeom>
          <a:noFill/>
          <a:ln>
            <a:noFill/>
          </a:ln>
        </p:spPr>
        <p:txBody>
          <a:bodyPr wrap="none" lIns="0" tIns="0" rIns="0" bIns="0" rtlCol="0" anchor="t"/>
          <a:lstStyle/>
          <a:p>
            <a:pPr algn="l" indent="0" marL="0">
              <a:lnSpc>
                <a:spcPct val="154000"/>
              </a:lnSpc>
              <a:buNone/>
            </a:pPr>
            <a:r>
              <a:rPr lang="en-US" sz="975" b="1" spc="156" kern="0" dirty="0">
                <a:solidFill>
                  <a:srgbClr val="4A5D3A"/>
                </a:solidFill>
                <a:latin typeface="Consolas" pitchFamily="34" charset="0"/>
                <a:ea typeface="Noto Sans JP" pitchFamily="34" charset="-122"/>
                <a:cs typeface="Consolas" pitchFamily="34" charset="-120"/>
              </a:rPr>
              <a:t>A6</a:t>
            </a:r>
            <a:endParaRPr lang="en-US" sz="975" b="1" spc="156" kern="0" dirty="0">
              <a:solidFill>
                <a:srgbClr val="4A5D3A"/>
              </a:solidFill>
              <a:latin typeface="Consolas" pitchFamily="34" charset="0"/>
              <a:ea typeface="Noto Sans JP" pitchFamily="34" charset="-122"/>
              <a:cs typeface="Consolas" pitchFamily="34" charset="-120"/>
            </a:endParaRPr>
          </a:p>
        </p:txBody>
      </p:sp>
      <p:sp>
        <p:nvSpPr>
          <p:cNvPr id="19" name="Text 17"/>
          <p:cNvSpPr/>
          <p:nvPr/>
        </p:nvSpPr>
        <p:spPr>
          <a:xfrm>
            <a:off x="1242761" y="438180"/>
            <a:ext cx="1045525" cy="314371"/>
          </a:xfrm>
          <a:prstGeom prst="rect">
            <a:avLst/>
          </a:prstGeom>
          <a:noFill/>
          <a:ln>
            <a:noFill/>
          </a:ln>
        </p:spPr>
        <p:txBody>
          <a:bodyPr wrap="none" lIns="0" tIns="0" rIns="0" bIns="0" rtlCol="0" anchor="t"/>
          <a:lstStyle/>
          <a:p>
            <a:pPr algn="l" indent="0" marL="0">
              <a:lnSpc>
                <a:spcPct val="150000"/>
              </a:lnSpc>
              <a:buNone/>
            </a:pPr>
            <a:r>
              <a:rPr lang="ja-JP" altLang="en-US" sz="1050" spc="126" kern="0" dirty="0">
                <a:solidFill>
                  <a:srgbClr val="33312A"/>
                </a:solidFill>
                <a:latin typeface="Noto Sans JP" pitchFamily="34" charset="0"/>
                <a:ea typeface="Noto Sans JP" pitchFamily="34" charset="-122"/>
                <a:cs typeface="Noto Sans JP" pitchFamily="34" charset="-120"/>
              </a:rPr>
              <a:t>附録｜読むなら</a:t>
            </a:r>
            <a:endParaRPr lang="ja-JP" altLang="en-US" sz="1050" spc="126" kern="0" dirty="0">
              <a:solidFill>
                <a:srgbClr val="33312A"/>
              </a:solidFill>
              <a:latin typeface="Noto Sans JP" pitchFamily="34" charset="0"/>
              <a:ea typeface="Noto Sans JP" pitchFamily="34" charset="-122"/>
              <a:cs typeface="Noto Sans JP" pitchFamily="34" charset="-120"/>
            </a:endParaRPr>
          </a:p>
        </p:txBody>
      </p:sp>
      <p:sp>
        <p:nvSpPr>
          <p:cNvPr id="20" name="Text 18"/>
          <p:cNvSpPr/>
          <p:nvPr/>
        </p:nvSpPr>
        <p:spPr>
          <a:xfrm>
            <a:off x="8403153" y="457200"/>
            <a:ext cx="2874416" cy="300015"/>
          </a:xfrm>
          <a:prstGeom prst="rect">
            <a:avLst/>
          </a:prstGeom>
          <a:noFill/>
          <a:ln>
            <a:noFill/>
          </a:ln>
        </p:spPr>
        <p:txBody>
          <a:bodyPr wrap="none" lIns="0" tIns="0" rIns="0" bIns="0" rtlCol="0" anchor="t"/>
          <a:lstStyle/>
          <a:p>
            <a:pPr algn="l" indent="0" marL="0">
              <a:lnSpc>
                <a:spcPct val="154000"/>
              </a:lnSpc>
              <a:buNone/>
            </a:pPr>
            <a:r>
              <a:rPr lang="ja-JP" altLang="en-US" sz="975" spc="137" kern="0" dirty="0">
                <a:solidFill>
                  <a:srgbClr val="6E6B60"/>
                </a:solidFill>
                <a:latin typeface="Consolas" pitchFamily="34" charset="0"/>
                <a:ea typeface="Noto Sans JP" pitchFamily="34" charset="-122"/>
                <a:cs typeface="Consolas" pitchFamily="34" charset="-120"/>
              </a:rPr>
              <a:t>DOUGLAS B. HOLT ／ THEODORE LEVITT</a:t>
            </a:r>
            <a:endParaRPr lang="ja-JP" altLang="en-US" sz="975" spc="137" kern="0" dirty="0">
              <a:solidFill>
                <a:srgbClr val="6E6B60"/>
              </a:solidFill>
              <a:latin typeface="Consolas" pitchFamily="34" charset="0"/>
              <a:ea typeface="Noto Sans JP" pitchFamily="34" charset="-122"/>
              <a:cs typeface="Consolas" pitchFamily="34" charset="-120"/>
            </a:endParaRPr>
          </a:p>
        </p:txBody>
      </p:sp>
      <p:sp>
        <p:nvSpPr>
          <p:cNvPr id="21" name="Shape 19"/>
          <p:cNvSpPr/>
          <p:nvPr/>
        </p:nvSpPr>
        <p:spPr>
          <a:xfrm>
            <a:off x="914400" y="800100"/>
            <a:ext cx="10363170" cy="9510"/>
          </a:xfrm>
          <a:prstGeom prst="rect">
            <a:avLst/>
          </a:prstGeom>
          <a:solidFill>
            <a:srgbClr val="C9C4B8"/>
          </a:solidFill>
          <a:ln>
            <a:noFill/>
          </a:ln>
        </p:spPr>
      </p:sp>
      <p:sp>
        <p:nvSpPr>
          <p:cNvPr id="22" name="Shape 20"/>
          <p:cNvSpPr/>
          <p:nvPr/>
        </p:nvSpPr>
        <p:spPr>
          <a:xfrm>
            <a:off x="971550" y="1266810"/>
            <a:ext cx="1676370" cy="2438430"/>
          </a:xfrm>
          <a:prstGeom prst="rect">
            <a:avLst/>
          </a:prstGeom>
          <a:solidFill>
            <a:srgbClr val="F3F1E9"/>
          </a:solidFill>
          <a:ln>
            <a:noFill/>
          </a:ln>
        </p:spPr>
      </p:sp>
      <p:sp>
        <p:nvSpPr>
          <p:cNvPr id="23" name="Shape 21"/>
          <p:cNvSpPr/>
          <p:nvPr/>
        </p:nvSpPr>
        <p:spPr>
          <a:xfrm>
            <a:off x="971550" y="1266810"/>
            <a:ext cx="1676370" cy="9510"/>
          </a:xfrm>
          <a:prstGeom prst="rect">
            <a:avLst/>
          </a:prstGeom>
          <a:solidFill>
            <a:srgbClr val="C9C4B8"/>
          </a:solidFill>
          <a:ln>
            <a:noFill/>
          </a:ln>
        </p:spPr>
      </p:sp>
      <p:sp>
        <p:nvSpPr>
          <p:cNvPr id="24" name="Shape 22"/>
          <p:cNvSpPr/>
          <p:nvPr/>
        </p:nvSpPr>
        <p:spPr>
          <a:xfrm>
            <a:off x="971550" y="3695730"/>
            <a:ext cx="1676370" cy="9510"/>
          </a:xfrm>
          <a:prstGeom prst="rect">
            <a:avLst/>
          </a:prstGeom>
          <a:solidFill>
            <a:srgbClr val="C9C4B8"/>
          </a:solidFill>
          <a:ln>
            <a:noFill/>
          </a:ln>
        </p:spPr>
      </p:sp>
      <p:sp>
        <p:nvSpPr>
          <p:cNvPr id="25" name="Shape 23"/>
          <p:cNvSpPr/>
          <p:nvPr/>
        </p:nvSpPr>
        <p:spPr>
          <a:xfrm>
            <a:off x="971550" y="1266810"/>
            <a:ext cx="9510" cy="2438430"/>
          </a:xfrm>
          <a:prstGeom prst="rect">
            <a:avLst/>
          </a:prstGeom>
          <a:solidFill>
            <a:srgbClr val="C9C4B8"/>
          </a:solidFill>
          <a:ln>
            <a:noFill/>
          </a:ln>
        </p:spPr>
      </p:sp>
      <p:sp>
        <p:nvSpPr>
          <p:cNvPr id="26" name="Shape 24"/>
          <p:cNvSpPr/>
          <p:nvPr/>
        </p:nvSpPr>
        <p:spPr>
          <a:xfrm>
            <a:off x="2638410" y="1266810"/>
            <a:ext cx="9510" cy="2438430"/>
          </a:xfrm>
          <a:prstGeom prst="rect">
            <a:avLst/>
          </a:prstGeom>
          <a:solidFill>
            <a:srgbClr val="C9C4B8"/>
          </a:solidFill>
          <a:ln>
            <a:noFill/>
          </a:ln>
        </p:spPr>
      </p:sp>
      <p:sp>
        <p:nvSpPr>
          <p:cNvPr id="27" name="Shape 25"/>
          <p:cNvSpPr/>
          <p:nvPr/>
        </p:nvSpPr>
        <p:spPr>
          <a:xfrm>
            <a:off x="914400" y="1219170"/>
            <a:ext cx="1676370" cy="2438430"/>
          </a:xfrm>
          <a:prstGeom prst="rect">
            <a:avLst/>
          </a:prstGeom>
          <a:solidFill>
            <a:srgbClr val="4A5D3A"/>
          </a:solidFill>
          <a:ln>
            <a:noFill/>
          </a:ln>
        </p:spPr>
      </p:sp>
      <p:sp>
        <p:nvSpPr>
          <p:cNvPr id="28" name="Shape 26"/>
          <p:cNvSpPr/>
          <p:nvPr/>
        </p:nvSpPr>
        <p:spPr>
          <a:xfrm>
            <a:off x="914400" y="1219170"/>
            <a:ext cx="114300" cy="2438430"/>
          </a:xfrm>
          <a:prstGeom prst="rect">
            <a:avLst/>
          </a:prstGeom>
          <a:solidFill>
            <a:srgbClr val="3B4A2E"/>
          </a:solidFill>
          <a:ln>
            <a:noFill/>
          </a:ln>
        </p:spPr>
      </p:sp>
      <p:sp>
        <p:nvSpPr>
          <p:cNvPr id="29" name="Text 27"/>
          <p:cNvSpPr/>
          <p:nvPr/>
        </p:nvSpPr>
        <p:spPr>
          <a:xfrm>
            <a:off x="1143000" y="1409730"/>
            <a:ext cx="1219810" cy="304770"/>
          </a:xfrm>
          <a:prstGeom prst="rect">
            <a:avLst/>
          </a:prstGeom>
          <a:noFill/>
          <a:ln>
            <a:noFill/>
          </a:ln>
        </p:spPr>
        <p:txBody>
          <a:bodyPr wrap="none" lIns="0" tIns="0" rIns="0" bIns="0" rtlCol="0" anchor="t"/>
          <a:lstStyle/>
          <a:p>
            <a:pPr algn="l" indent="0" marL="0">
              <a:lnSpc>
                <a:spcPct val="143000"/>
              </a:lnSpc>
              <a:buNone/>
            </a:pPr>
            <a:r>
              <a:rPr lang="en-US" sz="1050" spc="63" kern="0" dirty="0">
                <a:solidFill>
                  <a:srgbClr val="DFDBD0"/>
                </a:solidFill>
                <a:latin typeface="Consolas" pitchFamily="34" charset="0"/>
                <a:ea typeface="Noto Sans JP" pitchFamily="34" charset="-122"/>
                <a:cs typeface="Consolas" pitchFamily="34" charset="-120"/>
              </a:rPr>
              <a:t>DOUGLAS B. HOLT</a:t>
            </a:r>
            <a:endParaRPr lang="en-US" sz="1050" spc="63" kern="0" dirty="0">
              <a:solidFill>
                <a:srgbClr val="DFDBD0"/>
              </a:solidFill>
              <a:latin typeface="Consolas" pitchFamily="34" charset="0"/>
              <a:ea typeface="Noto Sans JP" pitchFamily="34" charset="-122"/>
              <a:cs typeface="Consolas" pitchFamily="34" charset="-120"/>
            </a:endParaRPr>
          </a:p>
        </p:txBody>
      </p:sp>
      <p:sp>
        <p:nvSpPr>
          <p:cNvPr id="30" name="Text 28"/>
          <p:cNvSpPr/>
          <p:nvPr/>
        </p:nvSpPr>
        <p:spPr>
          <a:xfrm>
            <a:off x="1143000" y="1695480"/>
            <a:ext cx="1457371" cy="628650"/>
          </a:xfrm>
          <a:prstGeom prst="rect">
            <a:avLst/>
          </a:prstGeom>
          <a:noFill/>
          <a:ln>
            <a:noFill/>
          </a:ln>
        </p:spPr>
        <p:txBody>
          <a:bodyPr wrap="square" lIns="0" tIns="0" rIns="0" bIns="0" rtlCol="0" anchor="t"/>
          <a:lstStyle/>
          <a:p>
            <a:pPr algn="l" indent="0" marL="0">
              <a:lnSpc>
                <a:spcPct val="142000"/>
              </a:lnSpc>
              <a:buNone/>
            </a:pPr>
            <a:r>
              <a:rPr lang="en-US" sz="1425" b="1" dirty="0">
                <a:solidFill>
                  <a:srgbClr val="FAF9F5"/>
                </a:solidFill>
                <a:latin typeface="Noto Sans JP" pitchFamily="34" charset="0"/>
                <a:ea typeface="Noto Sans JP" pitchFamily="34" charset="-122"/>
                <a:cs typeface="Noto Sans JP" pitchFamily="34" charset="-120"/>
              </a:rPr>
              <a:t>HOW BRANDS</a:t>
            </a:r>
            <a:endParaRPr lang="en-US" sz="1425" b="1" dirty="0">
              <a:solidFill>
                <a:srgbClr val="FAF9F5"/>
              </a:solidFill>
              <a:latin typeface="Noto Sans JP" pitchFamily="34" charset="0"/>
              <a:ea typeface="Noto Sans JP" pitchFamily="34" charset="-122"/>
              <a:cs typeface="Noto Sans JP" pitchFamily="34" charset="-120"/>
            </a:endParaRPr>
          </a:p>
          <a:p>
            <a:pPr algn="l" indent="0" marL="0">
              <a:lnSpc>
                <a:spcPct val="142000"/>
              </a:lnSpc>
              <a:buNone/>
            </a:pPr>
            <a:r>
              <a:rPr lang="en-US" sz="1425" b="1" dirty="0">
                <a:solidFill>
                  <a:srgbClr val="FAF9F5"/>
                </a:solidFill>
                <a:latin typeface="Noto Sans JP" pitchFamily="34" charset="0"/>
                <a:ea typeface="Noto Sans JP" pitchFamily="34" charset="-122"/>
                <a:cs typeface="Noto Sans JP" pitchFamily="34" charset="-120"/>
              </a:rPr>
              <a:t>BECOME ICONS</a:t>
            </a:r>
            <a:endParaRPr lang="en-US" sz="1425" b="1" dirty="0">
              <a:solidFill>
                <a:srgbClr val="FAF9F5"/>
              </a:solidFill>
              <a:latin typeface="Noto Sans JP" pitchFamily="34" charset="0"/>
              <a:ea typeface="Noto Sans JP" pitchFamily="34" charset="-122"/>
              <a:cs typeface="Noto Sans JP" pitchFamily="34" charset="-120"/>
            </a:endParaRPr>
          </a:p>
        </p:txBody>
      </p:sp>
      <p:sp>
        <p:nvSpPr>
          <p:cNvPr id="31" name="Shape 29"/>
          <p:cNvSpPr/>
          <p:nvPr/>
        </p:nvSpPr>
        <p:spPr>
          <a:xfrm>
            <a:off x="1143000" y="3209910"/>
            <a:ext cx="1314450" cy="9510"/>
          </a:xfrm>
          <a:prstGeom prst="rect">
            <a:avLst/>
          </a:prstGeom>
          <a:solidFill>
            <a:srgbClr val="A2AB97"/>
          </a:solidFill>
          <a:ln>
            <a:noFill/>
          </a:ln>
        </p:spPr>
      </p:sp>
      <p:sp>
        <p:nvSpPr>
          <p:cNvPr id="32" name="Text 30"/>
          <p:cNvSpPr/>
          <p:nvPr/>
        </p:nvSpPr>
        <p:spPr>
          <a:xfrm>
            <a:off x="1143000" y="3295680"/>
            <a:ext cx="1014618" cy="304770"/>
          </a:xfrm>
          <a:prstGeom prst="rect">
            <a:avLst/>
          </a:prstGeom>
          <a:noFill/>
          <a:ln>
            <a:noFill/>
          </a:ln>
        </p:spPr>
        <p:txBody>
          <a:bodyPr wrap="none" lIns="0" tIns="0" rIns="0" bIns="0" rtlCol="0" anchor="t"/>
          <a:lstStyle/>
          <a:p>
            <a:pPr algn="l" indent="0" marL="0">
              <a:lnSpc>
                <a:spcPct val="143000"/>
              </a:lnSpc>
              <a:buNone/>
            </a:pPr>
            <a:r>
              <a:rPr lang="ja-JP" altLang="en-US" sz="1050" spc="63" kern="0" dirty="0">
                <a:solidFill>
                  <a:srgbClr val="DFDBD0"/>
                </a:solidFill>
                <a:latin typeface="Consolas" pitchFamily="34" charset="0"/>
                <a:ea typeface="Noto Sans JP" pitchFamily="34" charset="-122"/>
                <a:cs typeface="Consolas" pitchFamily="34" charset="-120"/>
              </a:rPr>
              <a:t>2004 ／ 288頁</a:t>
            </a:r>
            <a:endParaRPr lang="ja-JP" altLang="en-US" sz="1050" spc="63" kern="0" dirty="0">
              <a:solidFill>
                <a:srgbClr val="DFDBD0"/>
              </a:solidFill>
              <a:latin typeface="Consolas" pitchFamily="34" charset="0"/>
              <a:ea typeface="Noto Sans JP" pitchFamily="34" charset="-122"/>
              <a:cs typeface="Consolas" pitchFamily="34" charset="-120"/>
            </a:endParaRPr>
          </a:p>
        </p:txBody>
      </p:sp>
      <p:sp>
        <p:nvSpPr>
          <p:cNvPr id="33" name="Text 31"/>
          <p:cNvSpPr/>
          <p:nvPr/>
        </p:nvSpPr>
        <p:spPr>
          <a:xfrm>
            <a:off x="914400" y="3810030"/>
            <a:ext cx="2454890" cy="381030"/>
          </a:xfrm>
          <a:prstGeom prst="rect">
            <a:avLst/>
          </a:prstGeom>
          <a:noFill/>
          <a:ln>
            <a:noFill/>
          </a:ln>
        </p:spPr>
        <p:txBody>
          <a:bodyPr wrap="none" lIns="0" tIns="0" rIns="0" bIns="0" rtlCol="0" anchor="t"/>
          <a:lstStyle/>
          <a:p>
            <a:pPr algn="l" indent="0" marL="0">
              <a:lnSpc>
                <a:spcPct val="147000"/>
              </a:lnSpc>
              <a:buNone/>
            </a:pPr>
            <a:r>
              <a:rPr lang="en-US" sz="1425" b="1" spc="43" kern="0" dirty="0">
                <a:solidFill>
                  <a:srgbClr val="1B1A16"/>
                </a:solidFill>
                <a:latin typeface="Noto Sans JP" pitchFamily="34" charset="0"/>
                <a:ea typeface="Noto Sans JP" pitchFamily="34" charset="-122"/>
                <a:cs typeface="Noto Sans JP" pitchFamily="34" charset="-120"/>
              </a:rPr>
              <a:t>How Brands Become Icons</a:t>
            </a:r>
            <a:endParaRPr lang="en-US" sz="1425" b="1" spc="43" kern="0" dirty="0">
              <a:solidFill>
                <a:srgbClr val="1B1A16"/>
              </a:solidFill>
              <a:latin typeface="Noto Sans JP" pitchFamily="34" charset="0"/>
              <a:ea typeface="Noto Sans JP" pitchFamily="34" charset="-122"/>
              <a:cs typeface="Noto Sans JP" pitchFamily="34" charset="-120"/>
            </a:endParaRPr>
          </a:p>
        </p:txBody>
      </p:sp>
      <p:sp>
        <p:nvSpPr>
          <p:cNvPr id="34" name="Text 32"/>
          <p:cNvSpPr/>
          <p:nvPr/>
        </p:nvSpPr>
        <p:spPr>
          <a:xfrm>
            <a:off x="914400" y="4133820"/>
            <a:ext cx="2816261" cy="304770"/>
          </a:xfrm>
          <a:prstGeom prst="rect">
            <a:avLst/>
          </a:prstGeom>
          <a:noFill/>
          <a:ln>
            <a:noFill/>
          </a:ln>
        </p:spPr>
        <p:txBody>
          <a:bodyPr wrap="none" lIns="0" tIns="0" rIns="0" bIns="0" rtlCol="0" anchor="t"/>
          <a:lstStyle/>
          <a:p>
            <a:pPr algn="l" indent="0" marL="0">
              <a:lnSpc>
                <a:spcPct val="154000"/>
              </a:lnSpc>
              <a:buNone/>
            </a:pPr>
            <a:r>
              <a:rPr lang="en-US" sz="975" spc="98" kern="0" dirty="0">
                <a:solidFill>
                  <a:srgbClr val="6E6B60"/>
                </a:solidFill>
                <a:latin typeface="Consolas" pitchFamily="34" charset="0"/>
                <a:ea typeface="Noto Sans JP" pitchFamily="34" charset="-122"/>
                <a:cs typeface="Consolas" pitchFamily="34" charset="-120"/>
              </a:rPr>
              <a:t>HARVARD BUSINESS SCHOOL PRESS, 2004</a:t>
            </a:r>
            <a:endParaRPr lang="en-US" sz="975" spc="98" kern="0" dirty="0">
              <a:solidFill>
                <a:srgbClr val="6E6B60"/>
              </a:solidFill>
              <a:latin typeface="Consolas" pitchFamily="34" charset="0"/>
              <a:ea typeface="Noto Sans JP" pitchFamily="34" charset="-122"/>
              <a:cs typeface="Consolas" pitchFamily="34" charset="-120"/>
            </a:endParaRPr>
          </a:p>
        </p:txBody>
      </p:sp>
      <p:sp>
        <p:nvSpPr>
          <p:cNvPr id="35" name="Text 33"/>
          <p:cNvSpPr/>
          <p:nvPr/>
        </p:nvSpPr>
        <p:spPr>
          <a:xfrm>
            <a:off x="914400" y="4419570"/>
            <a:ext cx="2752253" cy="693207"/>
          </a:xfrm>
          <a:prstGeom prst="rect">
            <a:avLst/>
          </a:prstGeom>
          <a:noFill/>
          <a:ln>
            <a:noFill/>
          </a:ln>
        </p:spPr>
        <p:txBody>
          <a:bodyPr wrap="square" lIns="0" tIns="0" rIns="0" bIns="0" rtlCol="0" anchor="t"/>
          <a:lstStyle/>
          <a:p>
            <a:pPr algn="l" indent="0" marL="0">
              <a:lnSpc>
                <a:spcPct val="158000"/>
              </a:lnSpc>
              <a:buNone/>
            </a:pPr>
            <a:r>
              <a:rPr lang="ja-JP" altLang="en-US" sz="1425" spc="43" kern="0" dirty="0">
                <a:solidFill>
                  <a:srgbClr val="33312A"/>
                </a:solidFill>
                <a:latin typeface="Noto Sans JP" pitchFamily="34" charset="0"/>
                <a:ea typeface="Noto Sans JP" pitchFamily="34" charset="-122"/>
                <a:cs typeface="Noto Sans JP" pitchFamily="34" charset="-120"/>
              </a:rPr>
              <a:t>英語の原著は、</a:t>
            </a:r>
            <a:endParaRPr lang="ja-JP" altLang="en-US" sz="1425" spc="43" kern="0" dirty="0">
              <a:solidFill>
                <a:srgbClr val="33312A"/>
              </a:solidFill>
              <a:latin typeface="Noto Sans JP" pitchFamily="34" charset="0"/>
              <a:ea typeface="Noto Sans JP" pitchFamily="34" charset="-122"/>
              <a:cs typeface="Noto Sans JP" pitchFamily="34" charset="-120"/>
            </a:endParaRPr>
          </a:p>
          <a:p>
            <a:pPr algn="l" indent="0" marL="0">
              <a:lnSpc>
                <a:spcPct val="158000"/>
              </a:lnSpc>
              <a:buNone/>
            </a:pPr>
            <a:r>
              <a:rPr lang="ja-JP" altLang="en-US" sz="1425" spc="43" kern="0" dirty="0">
                <a:solidFill>
                  <a:srgbClr val="33312A"/>
                </a:solidFill>
                <a:latin typeface="Noto Sans JP" pitchFamily="34" charset="0"/>
                <a:ea typeface="Noto Sans JP" pitchFamily="34" charset="-122"/>
                <a:cs typeface="Noto Sans JP" pitchFamily="34" charset="-120"/>
              </a:rPr>
              <a:t>いまも新品で買える（</a:t>
            </a:r>
            <a:r>
              <a:rPr lang="ja-JP" altLang="en-US" sz="1425" b="1" spc="43" kern="0" dirty="0">
                <a:solidFill>
                  <a:srgbClr val="4A5D3A"/>
                </a:solidFill>
                <a:latin typeface="Noto Sans JP" pitchFamily="34" charset="0"/>
                <a:ea typeface="Noto Sans JP" pitchFamily="34" charset="-122"/>
                <a:cs typeface="Noto Sans JP" pitchFamily="34" charset="-120"/>
              </a:rPr>
              <a:t>US$38</a:t>
            </a:r>
            <a:r>
              <a:rPr lang="ja-JP" altLang="en-US" sz="1425" spc="43" kern="0" dirty="0">
                <a:solidFill>
                  <a:srgbClr val="33312A"/>
                </a:solidFill>
                <a:latin typeface="Noto Sans JP" pitchFamily="34" charset="0"/>
                <a:ea typeface="Noto Sans JP" pitchFamily="34" charset="-122"/>
                <a:cs typeface="Noto Sans JP" pitchFamily="34" charset="-120"/>
              </a:rPr>
              <a:t>）</a:t>
            </a:r>
            <a:endParaRPr lang="ja-JP" altLang="en-US" sz="1425" spc="43" kern="0" dirty="0">
              <a:solidFill>
                <a:srgbClr val="33312A"/>
              </a:solidFill>
              <a:latin typeface="Noto Sans JP" pitchFamily="34" charset="0"/>
              <a:ea typeface="Noto Sans JP" pitchFamily="34" charset="-122"/>
              <a:cs typeface="Noto Sans JP" pitchFamily="34" charset="-120"/>
            </a:endParaRPr>
          </a:p>
        </p:txBody>
      </p:sp>
      <p:sp>
        <p:nvSpPr>
          <p:cNvPr id="36" name="Text 34"/>
          <p:cNvSpPr/>
          <p:nvPr/>
        </p:nvSpPr>
        <p:spPr>
          <a:xfrm>
            <a:off x="914400" y="5074737"/>
            <a:ext cx="1770278" cy="304770"/>
          </a:xfrm>
          <a:prstGeom prst="rect">
            <a:avLst/>
          </a:prstGeom>
          <a:noFill/>
          <a:ln>
            <a:noFill/>
          </a:ln>
        </p:spPr>
        <p:txBody>
          <a:bodyPr wrap="none" lIns="0" tIns="0" rIns="0" bIns="0" rtlCol="0" anchor="t"/>
          <a:lstStyle/>
          <a:p>
            <a:pPr algn="l" indent="0" marL="0">
              <a:lnSpc>
                <a:spcPct val="154000"/>
              </a:lnSpc>
              <a:buNone/>
            </a:pPr>
            <a:r>
              <a:rPr lang="en-US" sz="975" spc="98" kern="0" dirty="0">
                <a:solidFill>
                  <a:srgbClr val="6E6B60"/>
                </a:solidFill>
                <a:latin typeface="Consolas" pitchFamily="34" charset="0"/>
                <a:ea typeface="Noto Sans JP" pitchFamily="34" charset="-122"/>
                <a:cs typeface="Consolas" pitchFamily="34" charset="-120"/>
              </a:rPr>
              <a:t>ISBN 978-1-57851-774-9</a:t>
            </a:r>
            <a:endParaRPr lang="en-US" sz="975" spc="98" kern="0" dirty="0">
              <a:solidFill>
                <a:srgbClr val="6E6B60"/>
              </a:solidFill>
              <a:latin typeface="Consolas" pitchFamily="34" charset="0"/>
              <a:ea typeface="Noto Sans JP" pitchFamily="34" charset="-122"/>
              <a:cs typeface="Consolas" pitchFamily="34" charset="-120"/>
            </a:endParaRPr>
          </a:p>
        </p:txBody>
      </p:sp>
      <p:sp>
        <p:nvSpPr>
          <p:cNvPr id="37" name="Text 35"/>
          <p:cNvSpPr/>
          <p:nvPr/>
        </p:nvSpPr>
        <p:spPr>
          <a:xfrm>
            <a:off x="914400" y="5303337"/>
            <a:ext cx="1355781" cy="304770"/>
          </a:xfrm>
          <a:prstGeom prst="rect">
            <a:avLst/>
          </a:prstGeom>
          <a:noFill/>
          <a:ln>
            <a:noFill/>
          </a:ln>
        </p:spPr>
        <p:txBody>
          <a:bodyPr wrap="none" lIns="0" tIns="0" rIns="0" bIns="0" rtlCol="0" anchor="t"/>
          <a:lstStyle/>
          <a:p>
            <a:pPr algn="l" indent="0" marL="0">
              <a:lnSpc>
                <a:spcPct val="154000"/>
              </a:lnSpc>
              <a:buNone/>
            </a:pPr>
            <a:r>
              <a:rPr lang="ja-JP" altLang="en-US" sz="975" spc="98" kern="0" dirty="0">
                <a:solidFill>
                  <a:srgbClr val="6E6B60"/>
                </a:solidFill>
                <a:latin typeface="Consolas" pitchFamily="34" charset="0"/>
                <a:ea typeface="Noto Sans JP" pitchFamily="34" charset="-122"/>
                <a:cs typeface="Consolas" pitchFamily="34" charset="-120"/>
              </a:rPr>
              <a:t>価格は2026年9月時点</a:t>
            </a:r>
            <a:endParaRPr lang="ja-JP" altLang="en-US" sz="975" spc="98" kern="0" dirty="0">
              <a:solidFill>
                <a:srgbClr val="6E6B60"/>
              </a:solidFill>
              <a:latin typeface="Consolas" pitchFamily="34" charset="0"/>
              <a:ea typeface="Noto Sans JP" pitchFamily="34" charset="-122"/>
              <a:cs typeface="Consolas" pitchFamily="34" charset="-120"/>
            </a:endParaRPr>
          </a:p>
        </p:txBody>
      </p:sp>
      <p:sp>
        <p:nvSpPr>
          <p:cNvPr id="38" name="Text 36"/>
          <p:cNvSpPr/>
          <p:nvPr/>
        </p:nvSpPr>
        <p:spPr>
          <a:xfrm>
            <a:off x="4800600" y="1695480"/>
            <a:ext cx="1381110" cy="628650"/>
          </a:xfrm>
          <a:prstGeom prst="rect">
            <a:avLst/>
          </a:prstGeom>
          <a:noFill/>
          <a:ln>
            <a:noFill/>
          </a:ln>
        </p:spPr>
        <p:txBody>
          <a:bodyPr wrap="square" lIns="0" tIns="0" rIns="0" bIns="0" rtlCol="0" anchor="t"/>
          <a:lstStyle/>
          <a:p>
            <a:pPr algn="l" indent="0" marL="0">
              <a:lnSpc>
                <a:spcPct val="142000"/>
              </a:lnSpc>
              <a:buNone/>
            </a:pPr>
            <a:r>
              <a:rPr lang="ja-JP" altLang="en-US" sz="1425" dirty="0">
                <a:solidFill>
                  <a:srgbClr val="33312A"/>
                </a:solidFill>
                <a:latin typeface="Noto Sans JP Medium" pitchFamily="34" charset="0"/>
                <a:ea typeface="Noto Sans JP Medium" pitchFamily="34" charset="-122"/>
                <a:cs typeface="Noto Sans JP Medium" pitchFamily="34" charset="-120"/>
              </a:rPr>
              <a:t>『ブランドが</a:t>
            </a:r>
            <a:endParaRPr lang="ja-JP" altLang="en-US" sz="1425" dirty="0">
              <a:solidFill>
                <a:srgbClr val="33312A"/>
              </a:solidFill>
              <a:latin typeface="Noto Sans JP Medium" pitchFamily="34" charset="0"/>
              <a:ea typeface="Noto Sans JP Medium" pitchFamily="34" charset="-122"/>
              <a:cs typeface="Noto Sans JP Medium" pitchFamily="34" charset="-120"/>
            </a:endParaRPr>
          </a:p>
          <a:p>
            <a:pPr algn="l" indent="0" marL="0">
              <a:lnSpc>
                <a:spcPct val="142000"/>
              </a:lnSpc>
              <a:buNone/>
            </a:pPr>
            <a:r>
              <a:rPr lang="ja-JP" altLang="en-US" sz="1425" dirty="0">
                <a:solidFill>
                  <a:srgbClr val="33312A"/>
                </a:solidFill>
                <a:latin typeface="Noto Sans JP Medium" pitchFamily="34" charset="0"/>
                <a:ea typeface="Noto Sans JP Medium" pitchFamily="34" charset="-122"/>
                <a:cs typeface="Noto Sans JP Medium" pitchFamily="34" charset="-120"/>
              </a:rPr>
              <a:t>神話になる日』</a:t>
            </a:r>
            <a:endParaRPr lang="ja-JP" altLang="en-US" sz="1425" dirty="0">
              <a:solidFill>
                <a:srgbClr val="33312A"/>
              </a:solidFill>
              <a:latin typeface="Noto Sans JP Medium" pitchFamily="34" charset="0"/>
              <a:ea typeface="Noto Sans JP Medium" pitchFamily="34" charset="-122"/>
              <a:cs typeface="Noto Sans JP Medium" pitchFamily="34" charset="-120"/>
            </a:endParaRPr>
          </a:p>
        </p:txBody>
      </p:sp>
      <p:sp>
        <p:nvSpPr>
          <p:cNvPr id="39" name="Text 37"/>
          <p:cNvSpPr/>
          <p:nvPr/>
        </p:nvSpPr>
        <p:spPr>
          <a:xfrm>
            <a:off x="4572000" y="3810030"/>
            <a:ext cx="2332909" cy="381030"/>
          </a:xfrm>
          <a:prstGeom prst="rect">
            <a:avLst/>
          </a:prstGeom>
          <a:noFill/>
          <a:ln>
            <a:noFill/>
          </a:ln>
        </p:spPr>
        <p:txBody>
          <a:bodyPr wrap="none" lIns="0" tIns="0" rIns="0" bIns="0" rtlCol="0" anchor="t"/>
          <a:lstStyle/>
          <a:p>
            <a:pPr algn="l" indent="0" marL="0">
              <a:lnSpc>
                <a:spcPct val="147000"/>
              </a:lnSpc>
              <a:buNone/>
            </a:pPr>
            <a:r>
              <a:rPr lang="ja-JP" altLang="en-US" sz="1425" b="1" spc="43" kern="0" dirty="0">
                <a:solidFill>
                  <a:srgbClr val="1B1A16"/>
                </a:solidFill>
                <a:latin typeface="Noto Sans JP" pitchFamily="34" charset="0"/>
                <a:ea typeface="Noto Sans JP" pitchFamily="34" charset="-122"/>
                <a:cs typeface="Noto Sans JP" pitchFamily="34" charset="-120"/>
              </a:rPr>
              <a:t>『ブランドが神話になる日』</a:t>
            </a:r>
            <a:endParaRPr lang="ja-JP" altLang="en-US" sz="1425" b="1" spc="43" kern="0" dirty="0">
              <a:solidFill>
                <a:srgbClr val="1B1A16"/>
              </a:solidFill>
              <a:latin typeface="Noto Sans JP" pitchFamily="34" charset="0"/>
              <a:ea typeface="Noto Sans JP" pitchFamily="34" charset="-122"/>
              <a:cs typeface="Noto Sans JP" pitchFamily="34" charset="-120"/>
            </a:endParaRPr>
          </a:p>
        </p:txBody>
      </p:sp>
      <p:sp>
        <p:nvSpPr>
          <p:cNvPr id="40" name="Text 38"/>
          <p:cNvSpPr/>
          <p:nvPr/>
        </p:nvSpPr>
        <p:spPr>
          <a:xfrm>
            <a:off x="4572000" y="4133820"/>
            <a:ext cx="1954804" cy="304770"/>
          </a:xfrm>
          <a:prstGeom prst="rect">
            <a:avLst/>
          </a:prstGeom>
          <a:noFill/>
          <a:ln>
            <a:noFill/>
          </a:ln>
        </p:spPr>
        <p:txBody>
          <a:bodyPr wrap="none" lIns="0" tIns="0" rIns="0" bIns="0" rtlCol="0" anchor="t"/>
          <a:lstStyle/>
          <a:p>
            <a:pPr algn="l" indent="0" marL="0">
              <a:lnSpc>
                <a:spcPct val="133000"/>
              </a:lnSpc>
              <a:buNone/>
            </a:pPr>
            <a:r>
              <a:rPr lang="ja-JP" altLang="en-US" sz="1125" spc="68" kern="0" dirty="0">
                <a:solidFill>
                  <a:srgbClr val="6E6B60"/>
                </a:solidFill>
                <a:latin typeface="Noto Sans JP" pitchFamily="34" charset="0"/>
                <a:ea typeface="Noto Sans JP" pitchFamily="34" charset="-122"/>
                <a:cs typeface="Noto Sans JP" pitchFamily="34" charset="-120"/>
              </a:rPr>
              <a:t>ランダムハウス講談社, 2005</a:t>
            </a:r>
            <a:endParaRPr lang="ja-JP" altLang="en-US" sz="1125" spc="68" kern="0" dirty="0">
              <a:solidFill>
                <a:srgbClr val="6E6B60"/>
              </a:solidFill>
              <a:latin typeface="Noto Sans JP" pitchFamily="34" charset="0"/>
              <a:ea typeface="Noto Sans JP" pitchFamily="34" charset="-122"/>
              <a:cs typeface="Noto Sans JP" pitchFamily="34" charset="-120"/>
            </a:endParaRPr>
          </a:p>
        </p:txBody>
      </p:sp>
      <p:sp>
        <p:nvSpPr>
          <p:cNvPr id="41" name="Text 39"/>
          <p:cNvSpPr/>
          <p:nvPr/>
        </p:nvSpPr>
        <p:spPr>
          <a:xfrm>
            <a:off x="4572000" y="4419570"/>
            <a:ext cx="859902" cy="693207"/>
          </a:xfrm>
          <a:prstGeom prst="rect">
            <a:avLst/>
          </a:prstGeom>
          <a:noFill/>
          <a:ln>
            <a:noFill/>
          </a:ln>
        </p:spPr>
        <p:txBody>
          <a:bodyPr wrap="square" lIns="0" tIns="0" rIns="0" bIns="0" rtlCol="0" anchor="t"/>
          <a:lstStyle/>
          <a:p>
            <a:pPr algn="l" indent="0" marL="0">
              <a:lnSpc>
                <a:spcPct val="158000"/>
              </a:lnSpc>
              <a:buNone/>
            </a:pPr>
            <a:r>
              <a:rPr lang="ja-JP" altLang="en-US" sz="1425" spc="43" kern="0" dirty="0">
                <a:solidFill>
                  <a:srgbClr val="33312A"/>
                </a:solidFill>
                <a:latin typeface="Noto Sans JP" pitchFamily="34" charset="0"/>
                <a:ea typeface="Noto Sans JP" pitchFamily="34" charset="-122"/>
                <a:cs typeface="Noto Sans JP" pitchFamily="34" charset="-120"/>
              </a:rPr>
              <a:t>邦訳は、</a:t>
            </a:r>
            <a:endParaRPr lang="ja-JP" altLang="en-US" sz="1425" spc="43" kern="0" dirty="0">
              <a:solidFill>
                <a:srgbClr val="33312A"/>
              </a:solidFill>
              <a:latin typeface="Noto Sans JP" pitchFamily="34" charset="0"/>
              <a:ea typeface="Noto Sans JP" pitchFamily="34" charset="-122"/>
              <a:cs typeface="Noto Sans JP" pitchFamily="34" charset="-120"/>
            </a:endParaRPr>
          </a:p>
          <a:p>
            <a:pPr algn="l" indent="0" marL="0">
              <a:lnSpc>
                <a:spcPct val="158000"/>
              </a:lnSpc>
              <a:buNone/>
            </a:pPr>
            <a:r>
              <a:rPr lang="ja-JP" altLang="en-US" sz="1425" spc="43" kern="0" dirty="0">
                <a:solidFill>
                  <a:srgbClr val="33312A"/>
                </a:solidFill>
                <a:latin typeface="Noto Sans JP" pitchFamily="34" charset="0"/>
                <a:ea typeface="Noto Sans JP" pitchFamily="34" charset="-122"/>
                <a:cs typeface="Noto Sans JP" pitchFamily="34" charset="-120"/>
              </a:rPr>
              <a:t>古書のみ</a:t>
            </a:r>
            <a:endParaRPr lang="ja-JP" altLang="en-US" sz="1425" spc="43" kern="0" dirty="0">
              <a:solidFill>
                <a:srgbClr val="33312A"/>
              </a:solidFill>
              <a:latin typeface="Noto Sans JP" pitchFamily="34" charset="0"/>
              <a:ea typeface="Noto Sans JP" pitchFamily="34" charset="-122"/>
              <a:cs typeface="Noto Sans JP" pitchFamily="34" charset="-120"/>
            </a:endParaRPr>
          </a:p>
        </p:txBody>
      </p:sp>
      <p:sp>
        <p:nvSpPr>
          <p:cNvPr id="42" name="Text 40"/>
          <p:cNvSpPr/>
          <p:nvPr/>
        </p:nvSpPr>
        <p:spPr>
          <a:xfrm>
            <a:off x="4572000" y="5074737"/>
            <a:ext cx="797905" cy="304770"/>
          </a:xfrm>
          <a:prstGeom prst="rect">
            <a:avLst/>
          </a:prstGeom>
          <a:noFill/>
          <a:ln>
            <a:noFill/>
          </a:ln>
        </p:spPr>
        <p:txBody>
          <a:bodyPr wrap="none" lIns="0" tIns="0" rIns="0" bIns="0" rtlCol="0" anchor="t"/>
          <a:lstStyle/>
          <a:p>
            <a:pPr algn="l" indent="0" marL="0">
              <a:lnSpc>
                <a:spcPct val="133000"/>
              </a:lnSpc>
              <a:buNone/>
            </a:pPr>
            <a:r>
              <a:rPr lang="ja-JP" altLang="en-US" sz="1125" spc="68" kern="0" dirty="0">
                <a:solidFill>
                  <a:srgbClr val="6E6B60"/>
                </a:solidFill>
                <a:latin typeface="Noto Sans JP" pitchFamily="34" charset="0"/>
                <a:ea typeface="Noto Sans JP" pitchFamily="34" charset="-122"/>
                <a:cs typeface="Noto Sans JP" pitchFamily="34" charset="-120"/>
              </a:rPr>
              <a:t>斉藤裕一 訳</a:t>
            </a:r>
            <a:endParaRPr lang="ja-JP" altLang="en-US" sz="1125" spc="68" kern="0" dirty="0">
              <a:solidFill>
                <a:srgbClr val="6E6B60"/>
              </a:solidFill>
              <a:latin typeface="Noto Sans JP" pitchFamily="34" charset="0"/>
              <a:ea typeface="Noto Sans JP" pitchFamily="34" charset="-122"/>
              <a:cs typeface="Noto Sans JP" pitchFamily="34" charset="-120"/>
            </a:endParaRPr>
          </a:p>
        </p:txBody>
      </p:sp>
      <p:sp>
        <p:nvSpPr>
          <p:cNvPr id="43" name="Text 41"/>
          <p:cNvSpPr/>
          <p:nvPr/>
        </p:nvSpPr>
        <p:spPr>
          <a:xfrm>
            <a:off x="9382110" y="2514600"/>
            <a:ext cx="454365" cy="361920"/>
          </a:xfrm>
          <a:prstGeom prst="rect">
            <a:avLst/>
          </a:prstGeom>
          <a:noFill/>
          <a:ln>
            <a:noFill/>
          </a:ln>
        </p:spPr>
        <p:txBody>
          <a:bodyPr wrap="none" lIns="0" tIns="0" rIns="0" bIns="0" rtlCol="0" anchor="t"/>
          <a:lstStyle/>
          <a:p>
            <a:pPr algn="l" indent="0" marL="0">
              <a:lnSpc>
                <a:spcPct val="173000"/>
              </a:lnSpc>
              <a:buNone/>
            </a:pPr>
            <a:r>
              <a:rPr lang="ja-JP" altLang="en-US" sz="1125" spc="68" kern="0" dirty="0">
                <a:solidFill>
                  <a:srgbClr val="6E6B60"/>
                </a:solidFill>
                <a:latin typeface="Noto Sans JP" pitchFamily="34" charset="0"/>
                <a:ea typeface="Noto Sans JP" pitchFamily="34" charset="-122"/>
                <a:cs typeface="Noto Sans JP" pitchFamily="34" charset="-120"/>
              </a:rPr>
              <a:t>本の外</a:t>
            </a:r>
            <a:endParaRPr lang="ja-JP" altLang="en-US" sz="1125" spc="68" kern="0" dirty="0">
              <a:solidFill>
                <a:srgbClr val="6E6B60"/>
              </a:solidFill>
              <a:latin typeface="Noto Sans JP" pitchFamily="34" charset="0"/>
              <a:ea typeface="Noto Sans JP" pitchFamily="34" charset="-122"/>
              <a:cs typeface="Noto Sans JP" pitchFamily="34" charset="-120"/>
            </a:endParaRPr>
          </a:p>
        </p:txBody>
      </p:sp>
      <p:sp>
        <p:nvSpPr>
          <p:cNvPr id="44" name="Text 42"/>
          <p:cNvSpPr/>
          <p:nvPr/>
        </p:nvSpPr>
        <p:spPr>
          <a:xfrm>
            <a:off x="8229600" y="3810030"/>
            <a:ext cx="2132015" cy="381030"/>
          </a:xfrm>
          <a:prstGeom prst="rect">
            <a:avLst/>
          </a:prstGeom>
          <a:noFill/>
          <a:ln>
            <a:noFill/>
          </a:ln>
        </p:spPr>
        <p:txBody>
          <a:bodyPr wrap="none" lIns="0" tIns="0" rIns="0" bIns="0" rtlCol="0" anchor="t"/>
          <a:lstStyle/>
          <a:p>
            <a:pPr algn="l" indent="0" marL="0">
              <a:lnSpc>
                <a:spcPct val="147000"/>
              </a:lnSpc>
              <a:buNone/>
            </a:pPr>
            <a:r>
              <a:rPr lang="ja-JP" altLang="en-US" sz="1425" b="1" spc="43" kern="0" dirty="0">
                <a:solidFill>
                  <a:srgbClr val="1B1A16"/>
                </a:solidFill>
                <a:latin typeface="Noto Sans JP" pitchFamily="34" charset="0"/>
                <a:ea typeface="Noto Sans JP" pitchFamily="34" charset="-122"/>
                <a:cs typeface="Noto Sans JP" pitchFamily="34" charset="-120"/>
              </a:rPr>
              <a:t>「マーケティング近視眼」</a:t>
            </a:r>
            <a:endParaRPr lang="ja-JP" altLang="en-US" sz="1425" b="1" spc="43" kern="0" dirty="0">
              <a:solidFill>
                <a:srgbClr val="1B1A16"/>
              </a:solidFill>
              <a:latin typeface="Noto Sans JP" pitchFamily="34" charset="0"/>
              <a:ea typeface="Noto Sans JP" pitchFamily="34" charset="-122"/>
              <a:cs typeface="Noto Sans JP" pitchFamily="34" charset="-120"/>
            </a:endParaRPr>
          </a:p>
        </p:txBody>
      </p:sp>
      <p:sp>
        <p:nvSpPr>
          <p:cNvPr id="45" name="Text 43"/>
          <p:cNvSpPr/>
          <p:nvPr/>
        </p:nvSpPr>
        <p:spPr>
          <a:xfrm>
            <a:off x="8229600" y="4133820"/>
            <a:ext cx="2333457" cy="304770"/>
          </a:xfrm>
          <a:prstGeom prst="rect">
            <a:avLst/>
          </a:prstGeom>
          <a:noFill/>
          <a:ln>
            <a:noFill/>
          </a:ln>
        </p:spPr>
        <p:txBody>
          <a:bodyPr wrap="none" lIns="0" tIns="0" rIns="0" bIns="0" rtlCol="0" anchor="t"/>
          <a:lstStyle/>
          <a:p>
            <a:pPr algn="l" indent="0" marL="0">
              <a:lnSpc>
                <a:spcPct val="154000"/>
              </a:lnSpc>
              <a:buNone/>
            </a:pPr>
            <a:r>
              <a:rPr lang="en-US" sz="975" spc="98" kern="0" dirty="0">
                <a:solidFill>
                  <a:srgbClr val="6E6B60"/>
                </a:solidFill>
                <a:latin typeface="Consolas" pitchFamily="34" charset="0"/>
                <a:ea typeface="Noto Sans JP" pitchFamily="34" charset="-122"/>
                <a:cs typeface="Consolas" pitchFamily="34" charset="-120"/>
              </a:rPr>
              <a:t>HARVARD BUSINESS REVIEW, 1960</a:t>
            </a:r>
            <a:endParaRPr lang="en-US" sz="975" spc="98" kern="0" dirty="0">
              <a:solidFill>
                <a:srgbClr val="6E6B60"/>
              </a:solidFill>
              <a:latin typeface="Consolas" pitchFamily="34" charset="0"/>
              <a:ea typeface="Noto Sans JP" pitchFamily="34" charset="-122"/>
              <a:cs typeface="Consolas" pitchFamily="34" charset="-120"/>
            </a:endParaRPr>
          </a:p>
        </p:txBody>
      </p:sp>
      <p:sp>
        <p:nvSpPr>
          <p:cNvPr id="46" name="Text 44"/>
          <p:cNvSpPr/>
          <p:nvPr/>
        </p:nvSpPr>
        <p:spPr>
          <a:xfrm>
            <a:off x="8229600" y="4419570"/>
            <a:ext cx="2699857" cy="982706"/>
          </a:xfrm>
          <a:prstGeom prst="rect">
            <a:avLst/>
          </a:prstGeom>
          <a:noFill/>
          <a:ln>
            <a:noFill/>
          </a:ln>
        </p:spPr>
        <p:txBody>
          <a:bodyPr wrap="square" lIns="0" tIns="0" rIns="0" bIns="0" rtlCol="0" anchor="t"/>
          <a:lstStyle/>
          <a:p>
            <a:pPr algn="l" indent="0" marL="0">
              <a:lnSpc>
                <a:spcPct val="158000"/>
              </a:lnSpc>
              <a:buNone/>
            </a:pPr>
            <a:r>
              <a:rPr lang="ja-JP" altLang="en-US" sz="1425" spc="43" kern="0" dirty="0">
                <a:solidFill>
                  <a:srgbClr val="33312A"/>
                </a:solidFill>
                <a:latin typeface="Noto Sans JP" pitchFamily="34" charset="0"/>
                <a:ea typeface="Noto Sans JP" pitchFamily="34" charset="-122"/>
                <a:cs typeface="Noto Sans JP" pitchFamily="34" charset="-120"/>
              </a:rPr>
              <a:t>日本語なら</a:t>
            </a:r>
            <a:endParaRPr lang="ja-JP" altLang="en-US" sz="1425" spc="43" kern="0" dirty="0">
              <a:solidFill>
                <a:srgbClr val="33312A"/>
              </a:solidFill>
              <a:latin typeface="Noto Sans JP" pitchFamily="34" charset="0"/>
              <a:ea typeface="Noto Sans JP" pitchFamily="34" charset="-122"/>
              <a:cs typeface="Noto Sans JP" pitchFamily="34" charset="-120"/>
            </a:endParaRPr>
          </a:p>
          <a:p>
            <a:pPr algn="l" indent="0" marL="0">
              <a:lnSpc>
                <a:spcPct val="158000"/>
              </a:lnSpc>
              <a:buNone/>
            </a:pPr>
            <a:r>
              <a:rPr lang="ja-JP" altLang="en-US" sz="1425" spc="43" kern="0" dirty="0">
                <a:solidFill>
                  <a:srgbClr val="33312A"/>
                </a:solidFill>
                <a:latin typeface="Noto Sans JP" pitchFamily="34" charset="0"/>
                <a:ea typeface="Noto Sans JP" pitchFamily="34" charset="-122"/>
                <a:cs typeface="Noto Sans JP" pitchFamily="34" charset="-120"/>
              </a:rPr>
              <a:t>『マーケティングの教科書』</a:t>
            </a:r>
            <a:endParaRPr lang="ja-JP" altLang="en-US" sz="1425" spc="43" kern="0" dirty="0">
              <a:solidFill>
                <a:srgbClr val="33312A"/>
              </a:solidFill>
              <a:latin typeface="Noto Sans JP" pitchFamily="34" charset="0"/>
              <a:ea typeface="Noto Sans JP" pitchFamily="34" charset="-122"/>
              <a:cs typeface="Noto Sans JP" pitchFamily="34" charset="-120"/>
            </a:endParaRPr>
          </a:p>
          <a:p>
            <a:pPr algn="l" indent="0" marL="0">
              <a:lnSpc>
                <a:spcPct val="158000"/>
              </a:lnSpc>
              <a:buNone/>
            </a:pPr>
            <a:r>
              <a:rPr lang="ja-JP" altLang="en-US" sz="1425" spc="43" kern="0" dirty="0">
                <a:solidFill>
                  <a:srgbClr val="33312A"/>
                </a:solidFill>
                <a:latin typeface="Noto Sans JP" pitchFamily="34" charset="0"/>
                <a:ea typeface="Noto Sans JP" pitchFamily="34" charset="-122"/>
                <a:cs typeface="Noto Sans JP" pitchFamily="34" charset="-120"/>
              </a:rPr>
              <a:t>（ダイヤモンド社, 2017）第3章</a:t>
            </a:r>
            <a:endParaRPr lang="ja-JP" altLang="en-US" sz="1425" spc="43" kern="0" dirty="0">
              <a:solidFill>
                <a:srgbClr val="33312A"/>
              </a:solidFill>
              <a:latin typeface="Noto Sans JP" pitchFamily="34" charset="0"/>
              <a:ea typeface="Noto Sans JP" pitchFamily="34" charset="-122"/>
              <a:cs typeface="Noto Sans JP" pitchFamily="34" charset="-120"/>
            </a:endParaRPr>
          </a:p>
        </p:txBody>
      </p:sp>
      <p:sp>
        <p:nvSpPr>
          <p:cNvPr id="47" name="Shape 45"/>
          <p:cNvSpPr/>
          <p:nvPr/>
        </p:nvSpPr>
        <p:spPr>
          <a:xfrm>
            <a:off x="914400" y="5562570"/>
            <a:ext cx="10363170" cy="9510"/>
          </a:xfrm>
          <a:prstGeom prst="rect">
            <a:avLst/>
          </a:prstGeom>
          <a:solidFill>
            <a:srgbClr val="C9C4B8"/>
          </a:solidFill>
          <a:ln>
            <a:noFill/>
          </a:ln>
        </p:spPr>
      </p:sp>
      <p:sp>
        <p:nvSpPr>
          <p:cNvPr id="48" name="Text 46"/>
          <p:cNvSpPr/>
          <p:nvPr/>
        </p:nvSpPr>
        <p:spPr>
          <a:xfrm>
            <a:off x="914400" y="5810280"/>
            <a:ext cx="1120231" cy="323880"/>
          </a:xfrm>
          <a:prstGeom prst="rect">
            <a:avLst/>
          </a:prstGeom>
          <a:noFill/>
          <a:ln>
            <a:noFill/>
          </a:ln>
        </p:spPr>
        <p:txBody>
          <a:bodyPr wrap="none" lIns="0" tIns="0" rIns="0" bIns="0" rtlCol="0" anchor="t"/>
          <a:lstStyle/>
          <a:p>
            <a:pPr algn="l" indent="0" marL="0">
              <a:lnSpc>
                <a:spcPct val="147000"/>
              </a:lnSpc>
              <a:buNone/>
            </a:pPr>
            <a:r>
              <a:rPr lang="ja-JP" altLang="en-US" sz="1125" spc="135" kern="0" dirty="0">
                <a:solidFill>
                  <a:srgbClr val="5C5A50"/>
                </a:solidFill>
                <a:latin typeface="Noto Sans JP" pitchFamily="34" charset="0"/>
                <a:ea typeface="Noto Sans JP" pitchFamily="34" charset="-122"/>
                <a:cs typeface="Noto Sans JP" pitchFamily="34" charset="-120"/>
              </a:rPr>
              <a:t>今日使った四つ</a:t>
            </a:r>
            <a:endParaRPr lang="ja-JP" altLang="en-US" sz="1125" spc="135" kern="0" dirty="0">
              <a:solidFill>
                <a:srgbClr val="5C5A50"/>
              </a:solidFill>
              <a:latin typeface="Noto Sans JP" pitchFamily="34" charset="0"/>
              <a:ea typeface="Noto Sans JP" pitchFamily="34" charset="-122"/>
              <a:cs typeface="Noto Sans JP" pitchFamily="34" charset="-120"/>
            </a:endParaRPr>
          </a:p>
        </p:txBody>
      </p:sp>
      <p:sp>
        <p:nvSpPr>
          <p:cNvPr id="49" name="Text 47"/>
          <p:cNvSpPr/>
          <p:nvPr/>
        </p:nvSpPr>
        <p:spPr>
          <a:xfrm>
            <a:off x="4933920" y="5791170"/>
            <a:ext cx="625450" cy="361920"/>
          </a:xfrm>
          <a:prstGeom prst="rect">
            <a:avLst/>
          </a:prstGeom>
          <a:noFill/>
          <a:ln>
            <a:noFill/>
          </a:ln>
        </p:spPr>
        <p:txBody>
          <a:bodyPr wrap="none" lIns="0" tIns="0" rIns="0" bIns="0" rtlCol="0" anchor="t"/>
          <a:lstStyle/>
          <a:p>
            <a:pPr algn="l" indent="0" marL="0">
              <a:lnSpc>
                <a:spcPct val="186000"/>
              </a:lnSpc>
              <a:buNone/>
            </a:pPr>
            <a:r>
              <a:rPr lang="en-US" sz="1050" spc="126" kern="0" dirty="0">
                <a:solidFill>
                  <a:srgbClr val="4A5D3A"/>
                </a:solidFill>
                <a:latin typeface="Consolas" pitchFamily="34" charset="0"/>
                <a:ea typeface="Noto Sans JP" pitchFamily="34" charset="-122"/>
                <a:cs typeface="Consolas" pitchFamily="34" charset="-120"/>
              </a:rPr>
              <a:t>HOLT 01</a:t>
            </a:r>
            <a:endParaRPr lang="en-US" sz="1050" spc="126" kern="0" dirty="0">
              <a:solidFill>
                <a:srgbClr val="4A5D3A"/>
              </a:solidFill>
              <a:latin typeface="Consolas" pitchFamily="34" charset="0"/>
              <a:ea typeface="Noto Sans JP" pitchFamily="34" charset="-122"/>
              <a:cs typeface="Consolas" pitchFamily="34" charset="-120"/>
            </a:endParaRPr>
          </a:p>
        </p:txBody>
      </p:sp>
      <p:sp>
        <p:nvSpPr>
          <p:cNvPr id="50" name="Text 48"/>
          <p:cNvSpPr/>
          <p:nvPr/>
        </p:nvSpPr>
        <p:spPr>
          <a:xfrm>
            <a:off x="4572000" y="6115050"/>
            <a:ext cx="1143000" cy="304770"/>
          </a:xfrm>
          <a:prstGeom prst="rect">
            <a:avLst/>
          </a:prstGeom>
          <a:noFill/>
          <a:ln>
            <a:noFill/>
          </a:ln>
        </p:spPr>
        <p:txBody>
          <a:bodyPr wrap="none" lIns="0" tIns="0" rIns="0" bIns="0" rtlCol="0" anchor="t"/>
          <a:lstStyle/>
          <a:p>
            <a:pPr algn="ctr" indent="0" marL="0">
              <a:lnSpc>
                <a:spcPct val="154000"/>
              </a:lnSpc>
              <a:buNone/>
            </a:pPr>
            <a:r>
              <a:rPr lang="en-US" sz="975" spc="98" kern="0" dirty="0">
                <a:solidFill>
                  <a:srgbClr val="6E6B60"/>
                </a:solidFill>
                <a:latin typeface="Consolas" pitchFamily="34" charset="0"/>
                <a:ea typeface="Noto Sans JP" pitchFamily="34" charset="-122"/>
                <a:cs typeface="Consolas" pitchFamily="34" charset="-120"/>
              </a:rPr>
              <a:t>→ S14</a:t>
            </a:r>
            <a:endParaRPr lang="en-US" sz="975" spc="98" kern="0" dirty="0">
              <a:solidFill>
                <a:srgbClr val="6E6B60"/>
              </a:solidFill>
              <a:latin typeface="Consolas" pitchFamily="34" charset="0"/>
              <a:ea typeface="Noto Sans JP" pitchFamily="34" charset="-122"/>
              <a:cs typeface="Consolas" pitchFamily="34" charset="-120"/>
            </a:endParaRPr>
          </a:p>
        </p:txBody>
      </p:sp>
      <p:sp>
        <p:nvSpPr>
          <p:cNvPr id="51" name="Text 49"/>
          <p:cNvSpPr/>
          <p:nvPr/>
        </p:nvSpPr>
        <p:spPr>
          <a:xfrm>
            <a:off x="6305520" y="5791170"/>
            <a:ext cx="625450" cy="361920"/>
          </a:xfrm>
          <a:prstGeom prst="rect">
            <a:avLst/>
          </a:prstGeom>
          <a:noFill/>
          <a:ln>
            <a:noFill/>
          </a:ln>
        </p:spPr>
        <p:txBody>
          <a:bodyPr wrap="none" lIns="0" tIns="0" rIns="0" bIns="0" rtlCol="0" anchor="t"/>
          <a:lstStyle/>
          <a:p>
            <a:pPr algn="l" indent="0" marL="0">
              <a:lnSpc>
                <a:spcPct val="186000"/>
              </a:lnSpc>
              <a:buNone/>
            </a:pPr>
            <a:r>
              <a:rPr lang="en-US" sz="1050" spc="126" kern="0" dirty="0">
                <a:solidFill>
                  <a:srgbClr val="4A5D3A"/>
                </a:solidFill>
                <a:latin typeface="Consolas" pitchFamily="34" charset="0"/>
                <a:ea typeface="Noto Sans JP" pitchFamily="34" charset="-122"/>
                <a:cs typeface="Consolas" pitchFamily="34" charset="-120"/>
              </a:rPr>
              <a:t>HOLT 02</a:t>
            </a:r>
            <a:endParaRPr lang="en-US" sz="1050" spc="126" kern="0" dirty="0">
              <a:solidFill>
                <a:srgbClr val="4A5D3A"/>
              </a:solidFill>
              <a:latin typeface="Consolas" pitchFamily="34" charset="0"/>
              <a:ea typeface="Noto Sans JP" pitchFamily="34" charset="-122"/>
              <a:cs typeface="Consolas" pitchFamily="34" charset="-120"/>
            </a:endParaRPr>
          </a:p>
        </p:txBody>
      </p:sp>
      <p:sp>
        <p:nvSpPr>
          <p:cNvPr id="52" name="Text 50"/>
          <p:cNvSpPr/>
          <p:nvPr/>
        </p:nvSpPr>
        <p:spPr>
          <a:xfrm>
            <a:off x="5943600" y="6115050"/>
            <a:ext cx="1143000" cy="304770"/>
          </a:xfrm>
          <a:prstGeom prst="rect">
            <a:avLst/>
          </a:prstGeom>
          <a:noFill/>
          <a:ln>
            <a:noFill/>
          </a:ln>
        </p:spPr>
        <p:txBody>
          <a:bodyPr wrap="none" lIns="0" tIns="0" rIns="0" bIns="0" rtlCol="0" anchor="t"/>
          <a:lstStyle/>
          <a:p>
            <a:pPr algn="ctr" indent="0" marL="0">
              <a:lnSpc>
                <a:spcPct val="154000"/>
              </a:lnSpc>
              <a:buNone/>
            </a:pPr>
            <a:r>
              <a:rPr lang="en-US" sz="975" spc="98" kern="0" dirty="0">
                <a:solidFill>
                  <a:srgbClr val="6E6B60"/>
                </a:solidFill>
                <a:latin typeface="Consolas" pitchFamily="34" charset="0"/>
                <a:ea typeface="Noto Sans JP" pitchFamily="34" charset="-122"/>
                <a:cs typeface="Consolas" pitchFamily="34" charset="-120"/>
              </a:rPr>
              <a:t>→ S14</a:t>
            </a:r>
            <a:endParaRPr lang="en-US" sz="975" spc="98" kern="0" dirty="0">
              <a:solidFill>
                <a:srgbClr val="6E6B60"/>
              </a:solidFill>
              <a:latin typeface="Consolas" pitchFamily="34" charset="0"/>
              <a:ea typeface="Noto Sans JP" pitchFamily="34" charset="-122"/>
              <a:cs typeface="Consolas" pitchFamily="34" charset="-120"/>
            </a:endParaRPr>
          </a:p>
        </p:txBody>
      </p:sp>
      <p:sp>
        <p:nvSpPr>
          <p:cNvPr id="53" name="Text 51"/>
          <p:cNvSpPr/>
          <p:nvPr/>
        </p:nvSpPr>
        <p:spPr>
          <a:xfrm>
            <a:off x="7677120" y="5791170"/>
            <a:ext cx="625450" cy="361920"/>
          </a:xfrm>
          <a:prstGeom prst="rect">
            <a:avLst/>
          </a:prstGeom>
          <a:noFill/>
          <a:ln>
            <a:noFill/>
          </a:ln>
        </p:spPr>
        <p:txBody>
          <a:bodyPr wrap="none" lIns="0" tIns="0" rIns="0" bIns="0" rtlCol="0" anchor="t"/>
          <a:lstStyle/>
          <a:p>
            <a:pPr algn="l" indent="0" marL="0">
              <a:lnSpc>
                <a:spcPct val="186000"/>
              </a:lnSpc>
              <a:buNone/>
            </a:pPr>
            <a:r>
              <a:rPr lang="en-US" sz="1050" spc="126" kern="0" dirty="0">
                <a:solidFill>
                  <a:srgbClr val="4A5D3A"/>
                </a:solidFill>
                <a:latin typeface="Consolas" pitchFamily="34" charset="0"/>
                <a:ea typeface="Noto Sans JP" pitchFamily="34" charset="-122"/>
                <a:cs typeface="Consolas" pitchFamily="34" charset="-120"/>
              </a:rPr>
              <a:t>HOLT 03</a:t>
            </a:r>
            <a:endParaRPr lang="en-US" sz="1050" spc="126" kern="0" dirty="0">
              <a:solidFill>
                <a:srgbClr val="4A5D3A"/>
              </a:solidFill>
              <a:latin typeface="Consolas" pitchFamily="34" charset="0"/>
              <a:ea typeface="Noto Sans JP" pitchFamily="34" charset="-122"/>
              <a:cs typeface="Consolas" pitchFamily="34" charset="-120"/>
            </a:endParaRPr>
          </a:p>
        </p:txBody>
      </p:sp>
      <p:sp>
        <p:nvSpPr>
          <p:cNvPr id="54" name="Text 52"/>
          <p:cNvSpPr/>
          <p:nvPr/>
        </p:nvSpPr>
        <p:spPr>
          <a:xfrm>
            <a:off x="7315200" y="6115050"/>
            <a:ext cx="1143000" cy="304770"/>
          </a:xfrm>
          <a:prstGeom prst="rect">
            <a:avLst/>
          </a:prstGeom>
          <a:noFill/>
          <a:ln>
            <a:noFill/>
          </a:ln>
        </p:spPr>
        <p:txBody>
          <a:bodyPr wrap="none" lIns="0" tIns="0" rIns="0" bIns="0" rtlCol="0" anchor="t"/>
          <a:lstStyle/>
          <a:p>
            <a:pPr algn="ctr" indent="0" marL="0">
              <a:lnSpc>
                <a:spcPct val="154000"/>
              </a:lnSpc>
              <a:buNone/>
            </a:pPr>
            <a:r>
              <a:rPr lang="en-US" sz="975" spc="98" kern="0" dirty="0">
                <a:solidFill>
                  <a:srgbClr val="6E6B60"/>
                </a:solidFill>
                <a:latin typeface="Consolas" pitchFamily="34" charset="0"/>
                <a:ea typeface="Noto Sans JP" pitchFamily="34" charset="-122"/>
                <a:cs typeface="Consolas" pitchFamily="34" charset="-120"/>
              </a:rPr>
              <a:t>→ S17</a:t>
            </a:r>
            <a:endParaRPr lang="en-US" sz="975" spc="98" kern="0" dirty="0">
              <a:solidFill>
                <a:srgbClr val="6E6B60"/>
              </a:solidFill>
              <a:latin typeface="Consolas" pitchFamily="34" charset="0"/>
              <a:ea typeface="Noto Sans JP" pitchFamily="34" charset="-122"/>
              <a:cs typeface="Consolas" pitchFamily="34" charset="-120"/>
            </a:endParaRPr>
          </a:p>
        </p:txBody>
      </p:sp>
      <p:sp>
        <p:nvSpPr>
          <p:cNvPr id="55" name="Text 53"/>
          <p:cNvSpPr/>
          <p:nvPr/>
        </p:nvSpPr>
        <p:spPr>
          <a:xfrm>
            <a:off x="9048720" y="5791170"/>
            <a:ext cx="625450" cy="361920"/>
          </a:xfrm>
          <a:prstGeom prst="rect">
            <a:avLst/>
          </a:prstGeom>
          <a:noFill/>
          <a:ln>
            <a:noFill/>
          </a:ln>
        </p:spPr>
        <p:txBody>
          <a:bodyPr wrap="none" lIns="0" tIns="0" rIns="0" bIns="0" rtlCol="0" anchor="t"/>
          <a:lstStyle/>
          <a:p>
            <a:pPr algn="l" indent="0" marL="0">
              <a:lnSpc>
                <a:spcPct val="186000"/>
              </a:lnSpc>
              <a:buNone/>
            </a:pPr>
            <a:r>
              <a:rPr lang="en-US" sz="1050" spc="126" kern="0" dirty="0">
                <a:solidFill>
                  <a:srgbClr val="4A5D3A"/>
                </a:solidFill>
                <a:latin typeface="Consolas" pitchFamily="34" charset="0"/>
                <a:ea typeface="Noto Sans JP" pitchFamily="34" charset="-122"/>
                <a:cs typeface="Consolas" pitchFamily="34" charset="-120"/>
              </a:rPr>
              <a:t>HOLT 04</a:t>
            </a:r>
            <a:endParaRPr lang="en-US" sz="1050" spc="126" kern="0" dirty="0">
              <a:solidFill>
                <a:srgbClr val="4A5D3A"/>
              </a:solidFill>
              <a:latin typeface="Consolas" pitchFamily="34" charset="0"/>
              <a:ea typeface="Noto Sans JP" pitchFamily="34" charset="-122"/>
              <a:cs typeface="Consolas" pitchFamily="34" charset="-120"/>
            </a:endParaRPr>
          </a:p>
        </p:txBody>
      </p:sp>
      <p:sp>
        <p:nvSpPr>
          <p:cNvPr id="56" name="Text 54"/>
          <p:cNvSpPr/>
          <p:nvPr/>
        </p:nvSpPr>
        <p:spPr>
          <a:xfrm>
            <a:off x="8686800" y="6115050"/>
            <a:ext cx="1143000" cy="304770"/>
          </a:xfrm>
          <a:prstGeom prst="rect">
            <a:avLst/>
          </a:prstGeom>
          <a:noFill/>
          <a:ln>
            <a:noFill/>
          </a:ln>
        </p:spPr>
        <p:txBody>
          <a:bodyPr wrap="none" lIns="0" tIns="0" rIns="0" bIns="0" rtlCol="0" anchor="t"/>
          <a:lstStyle/>
          <a:p>
            <a:pPr algn="ctr" indent="0" marL="0">
              <a:lnSpc>
                <a:spcPct val="154000"/>
              </a:lnSpc>
              <a:buNone/>
            </a:pPr>
            <a:r>
              <a:rPr lang="en-US" sz="975" spc="98" kern="0" dirty="0">
                <a:solidFill>
                  <a:srgbClr val="6E6B60"/>
                </a:solidFill>
                <a:latin typeface="Consolas" pitchFamily="34" charset="0"/>
                <a:ea typeface="Noto Sans JP" pitchFamily="34" charset="-122"/>
                <a:cs typeface="Consolas" pitchFamily="34" charset="-120"/>
              </a:rPr>
              <a:t>→ S13</a:t>
            </a:r>
            <a:endParaRPr lang="en-US" sz="975" spc="98" kern="0" dirty="0">
              <a:solidFill>
                <a:srgbClr val="6E6B60"/>
              </a:solidFill>
              <a:latin typeface="Consolas" pitchFamily="34" charset="0"/>
              <a:ea typeface="Noto Sans JP" pitchFamily="34" charset="-122"/>
              <a:cs typeface="Consolas" pitchFamily="34" charset="-120"/>
            </a:endParaRPr>
          </a:p>
        </p:txBody>
      </p:sp>
      <p:sp>
        <p:nvSpPr>
          <p:cNvPr id="57" name="Text 55"/>
          <p:cNvSpPr/>
          <p:nvPr/>
        </p:nvSpPr>
        <p:spPr>
          <a:xfrm>
            <a:off x="914400" y="6405555"/>
            <a:ext cx="723016" cy="300015"/>
          </a:xfrm>
          <a:prstGeom prst="rect">
            <a:avLst/>
          </a:prstGeom>
          <a:noFill/>
          <a:ln>
            <a:noFill/>
          </a:ln>
        </p:spPr>
        <p:txBody>
          <a:bodyPr wrap="none" lIns="0" tIns="0" rIns="0" bIns="0" rtlCol="0" anchor="t"/>
          <a:lstStyle/>
          <a:p>
            <a:pPr algn="l" indent="0" marL="0">
              <a:lnSpc>
                <a:spcPct val="154000"/>
              </a:lnSpc>
              <a:buNone/>
            </a:pPr>
            <a:r>
              <a:rPr lang="en-US" sz="975" spc="176" kern="0" dirty="0">
                <a:solidFill>
                  <a:srgbClr val="4A5D3A"/>
                </a:solidFill>
                <a:latin typeface="Consolas" pitchFamily="34" charset="0"/>
                <a:ea typeface="Noto Sans JP" pitchFamily="34" charset="-122"/>
                <a:cs typeface="Consolas" pitchFamily="34" charset="-120"/>
              </a:rPr>
              <a:t>APPENDIX</a:t>
            </a:r>
            <a:endParaRPr lang="en-US" sz="975" spc="176" kern="0" dirty="0">
              <a:solidFill>
                <a:srgbClr val="4A5D3A"/>
              </a:solidFill>
              <a:latin typeface="Consolas" pitchFamily="34" charset="0"/>
              <a:ea typeface="Noto Sans JP" pitchFamily="34" charset="-122"/>
              <a:cs typeface="Consolas" pitchFamily="34" charset="-120"/>
            </a:endParaRPr>
          </a:p>
        </p:txBody>
      </p:sp>
      <p:sp>
        <p:nvSpPr>
          <p:cNvPr id="58" name="Shape 56"/>
          <p:cNvSpPr/>
          <p:nvPr/>
        </p:nvSpPr>
        <p:spPr>
          <a:xfrm>
            <a:off x="914400" y="790590"/>
            <a:ext cx="533370" cy="28621"/>
          </a:xfrm>
          <a:prstGeom prst="rect">
            <a:avLst/>
          </a:prstGeom>
          <a:solidFill>
            <a:srgbClr val="4A5D3A"/>
          </a:solidFill>
          <a:ln>
            <a:noFill/>
          </a:ln>
        </p:spPr>
      </p:sp>
      <p:sp>
        <p:nvSpPr>
          <p:cNvPr id="59" name="Text 57"/>
          <p:cNvSpPr/>
          <p:nvPr/>
        </p:nvSpPr>
        <p:spPr>
          <a:xfrm>
            <a:off x="8420070" y="6362670"/>
            <a:ext cx="2857500" cy="209580"/>
          </a:xfrm>
          <a:prstGeom prst="rect">
            <a:avLst/>
          </a:prstGeom>
          <a:noFill/>
          <a:ln>
            <a:noFill/>
          </a:ln>
        </p:spPr>
        <p:txBody>
          <a:bodyPr wrap="square" lIns="0" tIns="0" rIns="0" bIns="0" rtlCol="0" anchor="t"/>
          <a:lstStyle/>
          <a:p>
            <a:pPr algn="r" indent="0" marL="0">
              <a:buNone/>
            </a:pPr>
            <a:r>
              <a:rPr lang="en-US" sz="975" spc="160" kern="0" dirty="0">
                <a:solidFill>
                  <a:srgbClr val="6E6B60"/>
                </a:solidFill>
                <a:latin typeface="Consolas" pitchFamily="34" charset="0"/>
                <a:ea typeface="Noto Sans JP" pitchFamily="34" charset="-122"/>
                <a:cs typeface="Consolas" pitchFamily="34" charset="-120"/>
              </a:rPr>
              <a:t>A6 / A6</a:t>
            </a:r>
            <a:endParaRPr lang="en-US" sz="975" spc="160" kern="0" dirty="0">
              <a:solidFill>
                <a:srgbClr val="6E6B60"/>
              </a:solidFill>
              <a:latin typeface="Consolas" pitchFamily="34" charset="0"/>
              <a:ea typeface="Noto Sans JP" pitchFamily="34" charset="-122"/>
              <a:cs typeface="Consolas" pitchFamily="34" charset="-12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Noto Sans JP"/>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Noto Sans JP"/>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Goodpatch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この会社は、何を売っていたのか。</dc:title>
  <dc:subject>社内研修</dc:subject>
  <dc:creator>Goodpatch</dc:creator>
  <cp:lastModifiedBy>Goodpatch</cp:lastModifiedBy>
  <cp:revision>1</cp:revision>
  <dcterms:created xsi:type="dcterms:W3CDTF">2026-09-19T10:27:05Z</dcterms:created>
  <dcterms:modified xsi:type="dcterms:W3CDTF">2026-09-19T10:27:05Z</dcterms:modified>
</cp:coreProperties>
</file>